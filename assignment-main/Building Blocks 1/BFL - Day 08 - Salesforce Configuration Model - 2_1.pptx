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notesSlides/notesSlide23.xml" ContentType="application/vnd.openxmlformats-officedocument.presentationml.notesSlide+xml"/>
  <Override PartName="/ppt/slides/slide25.xml" ContentType="application/vnd.openxmlformats-officedocument.presentationml.slide+xml"/>
  <Override PartName="/ppt/notesSlides/notesSlide24.xml" ContentType="application/vnd.openxmlformats-officedocument.presentationml.notesSlide+xml"/>
  <Override PartName="/ppt/slides/slide26.xml" ContentType="application/vnd.openxmlformats-officedocument.presentationml.slide+xml"/>
  <Override PartName="/ppt/notesSlides/notesSlide25.xml" ContentType="application/vnd.openxmlformats-officedocument.presentationml.notesSlide+xml"/>
  <Override PartName="/ppt/slides/slide27.xml" ContentType="application/vnd.openxmlformats-officedocument.presentationml.slide+xml"/>
  <Override PartName="/ppt/notesSlides/notesSlide26.xml" ContentType="application/vnd.openxmlformats-officedocument.presentationml.notes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64" r:id="rId2"/>
  </p:sldMasterIdLst>
  <p:notesMasterIdLst>
    <p:notesMasterId r:id="rId30"/>
  </p:notesMasterIdLst>
  <p:sldIdLst>
    <p:sldId id="256" r:id="rId3"/>
    <p:sldId id="277" r:id="rId4"/>
    <p:sldId id="295" r:id="rId5"/>
    <p:sldId id="296" r:id="rId6"/>
    <p:sldId id="300" r:id="rId7"/>
    <p:sldId id="279" r:id="rId8"/>
    <p:sldId id="303" r:id="rId9"/>
    <p:sldId id="305" r:id="rId10"/>
    <p:sldId id="304" r:id="rId11"/>
    <p:sldId id="259" r:id="rId12"/>
    <p:sldId id="297" r:id="rId13"/>
    <p:sldId id="281" r:id="rId14"/>
    <p:sldId id="306" r:id="rId15"/>
    <p:sldId id="298" r:id="rId16"/>
    <p:sldId id="286" r:id="rId17"/>
    <p:sldId id="288" r:id="rId18"/>
    <p:sldId id="287" r:id="rId19"/>
    <p:sldId id="263" r:id="rId20"/>
    <p:sldId id="289" r:id="rId21"/>
    <p:sldId id="293" r:id="rId22"/>
    <p:sldId id="294" r:id="rId23"/>
    <p:sldId id="261" r:id="rId24"/>
    <p:sldId id="284" r:id="rId25"/>
    <p:sldId id="283" r:id="rId26"/>
    <p:sldId id="282" r:id="rId27"/>
    <p:sldId id="285" r:id="rId28"/>
    <p:sldId id="276" r:id="rId29"/>
  </p:sldIdLst>
  <p:sldSz cx="12192000" cy="6858000"/>
  <p:notesSz cx="6858000" cy="9144000"/>
  <p:embeddedFontLst>
    <p:embeddedFont>
      <p:font typeface="Arial Nova" panose="020B0504020202020204" pitchFamily="34" charset="0"/>
      <p:regular r:id="rId31"/>
      <p:bold r:id="rId32"/>
      <p:italic r:id="rId33"/>
      <p:boldItalic r:id="rId34"/>
    </p:embeddedFont>
    <p:embeddedFont>
      <p:font typeface="Roboto" panose="020000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424">
          <p15:clr>
            <a:srgbClr val="A4A3A4"/>
          </p15:clr>
        </p15:guide>
        <p15:guide id="2" pos="38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C9BE80-59FC-C391-BD2B-CEAE9B38D030}" v="1028" dt="2024-09-12T03:48:10.114"/>
    <p1510:client id="{63CE103E-F605-869B-1ABA-DE3AAC9C9F44}" v="2" dt="2024-09-11T07:38:42.524"/>
    <p1510:client id="{70CC8FDC-951E-D0B7-F024-2F01A5755CEB}" v="37" dt="2024-09-11T12:27:33.017"/>
  </p1510:revLst>
</p1510:revInfo>
</file>

<file path=ppt/tableStyles.xml><?xml version="1.0" encoding="utf-8"?>
<a:tblStyleLst xmlns:a="http://schemas.openxmlformats.org/drawingml/2006/main" def="{C5506C4D-7EEC-4CB1-95DF-D9B22A299A20}">
  <a:tblStyle styleId="{C5506C4D-7EEC-4CB1-95DF-D9B22A299A2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CF4"/>
          </a:solidFill>
        </a:fill>
      </a:tcStyle>
    </a:wholeTbl>
    <a:band1H>
      <a:tcTxStyle/>
      <a:tcStyle>
        <a:tcBdr/>
        <a:fill>
          <a:solidFill>
            <a:srgbClr val="CCD8E8"/>
          </a:solidFill>
        </a:fill>
      </a:tcStyle>
    </a:band1H>
    <a:band2H>
      <a:tcTxStyle/>
      <a:tcStyle>
        <a:tcBdr/>
      </a:tcStyle>
    </a:band2H>
    <a:band1V>
      <a:tcTxStyle/>
      <a:tcStyle>
        <a:tcBdr/>
        <a:fill>
          <a:solidFill>
            <a:srgbClr val="CCD8E8"/>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24"/>
        <p:guide pos="3816"/>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4.fntdata"/><Relationship Id="rId42" Type="http://schemas.openxmlformats.org/officeDocument/2006/relationships/tableStyles" Target="tableStyles.xml"/><Relationship Id="rId47" Type="http://schemas.openxmlformats.org/officeDocument/2006/relationships/customXml" Target="../customXml/item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45" Type="http://schemas.openxmlformats.org/officeDocument/2006/relationships/customXml" Target="../customXml/item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customXml" Target="../customXml/item2.xml"/><Relationship Id="rId20" Type="http://schemas.openxmlformats.org/officeDocument/2006/relationships/slide" Target="slides/slide18.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isha  Mistry" userId="S::jenisha.mistry@theblueflamelabs.com::6e8320c8-ab8c-4033-bce2-51505ac2d47f" providerId="AD" clId="Web-{64A0E996-294D-0FF8-6979-B53E897580E1}"/>
    <pc:docChg chg="delSld modSld">
      <pc:chgData name="Jenisha  Mistry" userId="S::jenisha.mistry@theblueflamelabs.com::6e8320c8-ab8c-4033-bce2-51505ac2d47f" providerId="AD" clId="Web-{64A0E996-294D-0FF8-6979-B53E897580E1}" dt="2023-07-18T10:43:20.090" v="5" actId="1076"/>
      <pc:docMkLst>
        <pc:docMk/>
      </pc:docMkLst>
      <pc:sldChg chg="del">
        <pc:chgData name="Jenisha  Mistry" userId="S::jenisha.mistry@theblueflamelabs.com::6e8320c8-ab8c-4033-bce2-51505ac2d47f" providerId="AD" clId="Web-{64A0E996-294D-0FF8-6979-B53E897580E1}" dt="2023-07-18T10:42:54.934" v="0"/>
        <pc:sldMkLst>
          <pc:docMk/>
          <pc:sldMk cId="0" sldId="258"/>
        </pc:sldMkLst>
      </pc:sldChg>
      <pc:sldChg chg="delSp modSp">
        <pc:chgData name="Jenisha  Mistry" userId="S::jenisha.mistry@theblueflamelabs.com::6e8320c8-ab8c-4033-bce2-51505ac2d47f" providerId="AD" clId="Web-{64A0E996-294D-0FF8-6979-B53E897580E1}" dt="2023-07-18T10:43:20.090" v="5" actId="1076"/>
        <pc:sldMkLst>
          <pc:docMk/>
          <pc:sldMk cId="2202068983" sldId="277"/>
        </pc:sldMkLst>
        <pc:spChg chg="mod">
          <ac:chgData name="Jenisha  Mistry" userId="S::jenisha.mistry@theblueflamelabs.com::6e8320c8-ab8c-4033-bce2-51505ac2d47f" providerId="AD" clId="Web-{64A0E996-294D-0FF8-6979-B53E897580E1}" dt="2023-07-18T10:43:15.590" v="4" actId="1076"/>
          <ac:spMkLst>
            <pc:docMk/>
            <pc:sldMk cId="2202068983" sldId="277"/>
            <ac:spMk id="2" creationId="{6E283668-4836-4E5D-4F75-8D391581EBAE}"/>
          </ac:spMkLst>
        </pc:spChg>
        <pc:spChg chg="del">
          <ac:chgData name="Jenisha  Mistry" userId="S::jenisha.mistry@theblueflamelabs.com::6e8320c8-ab8c-4033-bce2-51505ac2d47f" providerId="AD" clId="Web-{64A0E996-294D-0FF8-6979-B53E897580E1}" dt="2023-07-18T10:43:01.481" v="2"/>
          <ac:spMkLst>
            <pc:docMk/>
            <pc:sldMk cId="2202068983" sldId="277"/>
            <ac:spMk id="5" creationId="{571CF071-0707-4B9F-8E19-0D26A071532E}"/>
          </ac:spMkLst>
        </pc:spChg>
        <pc:spChg chg="mod">
          <ac:chgData name="Jenisha  Mistry" userId="S::jenisha.mistry@theblueflamelabs.com::6e8320c8-ab8c-4033-bce2-51505ac2d47f" providerId="AD" clId="Web-{64A0E996-294D-0FF8-6979-B53E897580E1}" dt="2023-07-18T10:43:20.090" v="5" actId="1076"/>
          <ac:spMkLst>
            <pc:docMk/>
            <pc:sldMk cId="2202068983" sldId="277"/>
            <ac:spMk id="8" creationId="{3278D1A9-19E8-403D-A2D8-6AE40E579FCC}"/>
          </ac:spMkLst>
        </pc:spChg>
      </pc:sldChg>
      <pc:sldChg chg="del">
        <pc:chgData name="Jenisha  Mistry" userId="S::jenisha.mistry@theblueflamelabs.com::6e8320c8-ab8c-4033-bce2-51505ac2d47f" providerId="AD" clId="Web-{64A0E996-294D-0FF8-6979-B53E897580E1}" dt="2023-07-18T10:42:57.574" v="1"/>
        <pc:sldMkLst>
          <pc:docMk/>
          <pc:sldMk cId="3983808281" sldId="296"/>
        </pc:sldMkLst>
      </pc:sldChg>
    </pc:docChg>
  </pc:docChgLst>
  <pc:docChgLst>
    <pc:chgData name="Sachin Vispute" userId="S::sachin.vispute@theblueflamelabs.com::aba9e77d-cf76-471d-ac0c-e08175eefbae" providerId="AD" clId="Web-{70CC8FDC-951E-D0B7-F024-2F01A5755CEB}"/>
    <pc:docChg chg="addSld delSld modSld">
      <pc:chgData name="Sachin Vispute" userId="S::sachin.vispute@theblueflamelabs.com::aba9e77d-cf76-471d-ac0c-e08175eefbae" providerId="AD" clId="Web-{70CC8FDC-951E-D0B7-F024-2F01A5755CEB}" dt="2024-09-11T12:27:33.017" v="36"/>
      <pc:docMkLst>
        <pc:docMk/>
      </pc:docMkLst>
      <pc:sldChg chg="modSp">
        <pc:chgData name="Sachin Vispute" userId="S::sachin.vispute@theblueflamelabs.com::aba9e77d-cf76-471d-ac0c-e08175eefbae" providerId="AD" clId="Web-{70CC8FDC-951E-D0B7-F024-2F01A5755CEB}" dt="2024-09-11T08:56:20.956" v="3"/>
        <pc:sldMkLst>
          <pc:docMk/>
          <pc:sldMk cId="0" sldId="256"/>
        </pc:sldMkLst>
        <pc:spChg chg="mod">
          <ac:chgData name="Sachin Vispute" userId="S::sachin.vispute@theblueflamelabs.com::aba9e77d-cf76-471d-ac0c-e08175eefbae" providerId="AD" clId="Web-{70CC8FDC-951E-D0B7-F024-2F01A5755CEB}" dt="2024-09-11T08:56:20.956" v="3"/>
          <ac:spMkLst>
            <pc:docMk/>
            <pc:sldMk cId="0" sldId="256"/>
            <ac:spMk id="192" creationId="{00000000-0000-0000-0000-000000000000}"/>
          </ac:spMkLst>
        </pc:spChg>
      </pc:sldChg>
      <pc:sldChg chg="addSp delSp modSp">
        <pc:chgData name="Sachin Vispute" userId="S::sachin.vispute@theblueflamelabs.com::aba9e77d-cf76-471d-ac0c-e08175eefbae" providerId="AD" clId="Web-{70CC8FDC-951E-D0B7-F024-2F01A5755CEB}" dt="2024-09-11T09:09:31.794" v="33" actId="1076"/>
        <pc:sldMkLst>
          <pc:docMk/>
          <pc:sldMk cId="0" sldId="259"/>
        </pc:sldMkLst>
        <pc:spChg chg="add del mod">
          <ac:chgData name="Sachin Vispute" userId="S::sachin.vispute@theblueflamelabs.com::aba9e77d-cf76-471d-ac0c-e08175eefbae" providerId="AD" clId="Web-{70CC8FDC-951E-D0B7-F024-2F01A5755CEB}" dt="2024-09-11T09:04:21.587" v="28"/>
          <ac:spMkLst>
            <pc:docMk/>
            <pc:sldMk cId="0" sldId="259"/>
            <ac:spMk id="3" creationId="{4620BC76-D4E9-F455-6837-1DA646752648}"/>
          </ac:spMkLst>
        </pc:spChg>
        <pc:spChg chg="del">
          <ac:chgData name="Sachin Vispute" userId="S::sachin.vispute@theblueflamelabs.com::aba9e77d-cf76-471d-ac0c-e08175eefbae" providerId="AD" clId="Web-{70CC8FDC-951E-D0B7-F024-2F01A5755CEB}" dt="2024-09-11T09:04:13.993" v="27"/>
          <ac:spMkLst>
            <pc:docMk/>
            <pc:sldMk cId="0" sldId="259"/>
            <ac:spMk id="210" creationId="{00000000-0000-0000-0000-000000000000}"/>
          </ac:spMkLst>
        </pc:spChg>
        <pc:picChg chg="mod">
          <ac:chgData name="Sachin Vispute" userId="S::sachin.vispute@theblueflamelabs.com::aba9e77d-cf76-471d-ac0c-e08175eefbae" providerId="AD" clId="Web-{70CC8FDC-951E-D0B7-F024-2F01A5755CEB}" dt="2024-09-11T09:09:31.794" v="33" actId="1076"/>
          <ac:picMkLst>
            <pc:docMk/>
            <pc:sldMk cId="0" sldId="259"/>
            <ac:picMk id="6146" creationId="{8166D1D0-9955-47FF-8F57-52383ABB9AB9}"/>
          </ac:picMkLst>
        </pc:picChg>
      </pc:sldChg>
      <pc:sldChg chg="modSp">
        <pc:chgData name="Sachin Vispute" userId="S::sachin.vispute@theblueflamelabs.com::aba9e77d-cf76-471d-ac0c-e08175eefbae" providerId="AD" clId="Web-{70CC8FDC-951E-D0B7-F024-2F01A5755CEB}" dt="2024-09-11T12:24:10.906" v="34" actId="14100"/>
        <pc:sldMkLst>
          <pc:docMk/>
          <pc:sldMk cId="3772007177" sldId="280"/>
        </pc:sldMkLst>
        <pc:spChg chg="mod">
          <ac:chgData name="Sachin Vispute" userId="S::sachin.vispute@theblueflamelabs.com::aba9e77d-cf76-471d-ac0c-e08175eefbae" providerId="AD" clId="Web-{70CC8FDC-951E-D0B7-F024-2F01A5755CEB}" dt="2024-09-11T12:24:10.906" v="34" actId="14100"/>
          <ac:spMkLst>
            <pc:docMk/>
            <pc:sldMk cId="3772007177" sldId="280"/>
            <ac:spMk id="216" creationId="{00000000-0000-0000-0000-000000000000}"/>
          </ac:spMkLst>
        </pc:spChg>
      </pc:sldChg>
      <pc:sldChg chg="modSp">
        <pc:chgData name="Sachin Vispute" userId="S::sachin.vispute@theblueflamelabs.com::aba9e77d-cf76-471d-ac0c-e08175eefbae" providerId="AD" clId="Web-{70CC8FDC-951E-D0B7-F024-2F01A5755CEB}" dt="2024-09-11T12:25:38.094" v="35" actId="14100"/>
        <pc:sldMkLst>
          <pc:docMk/>
          <pc:sldMk cId="662947319" sldId="288"/>
        </pc:sldMkLst>
        <pc:spChg chg="mod">
          <ac:chgData name="Sachin Vispute" userId="S::sachin.vispute@theblueflamelabs.com::aba9e77d-cf76-471d-ac0c-e08175eefbae" providerId="AD" clId="Web-{70CC8FDC-951E-D0B7-F024-2F01A5755CEB}" dt="2024-09-11T12:25:38.094" v="35" actId="14100"/>
          <ac:spMkLst>
            <pc:docMk/>
            <pc:sldMk cId="662947319" sldId="288"/>
            <ac:spMk id="228" creationId="{00000000-0000-0000-0000-000000000000}"/>
          </ac:spMkLst>
        </pc:spChg>
      </pc:sldChg>
      <pc:sldChg chg="modSp">
        <pc:chgData name="Sachin Vispute" userId="S::sachin.vispute@theblueflamelabs.com::aba9e77d-cf76-471d-ac0c-e08175eefbae" providerId="AD" clId="Web-{70CC8FDC-951E-D0B7-F024-2F01A5755CEB}" dt="2024-09-11T09:02:05.648" v="24" actId="20577"/>
        <pc:sldMkLst>
          <pc:docMk/>
          <pc:sldMk cId="3200036556" sldId="295"/>
        </pc:sldMkLst>
        <pc:spChg chg="mod">
          <ac:chgData name="Sachin Vispute" userId="S::sachin.vispute@theblueflamelabs.com::aba9e77d-cf76-471d-ac0c-e08175eefbae" providerId="AD" clId="Web-{70CC8FDC-951E-D0B7-F024-2F01A5755CEB}" dt="2024-09-11T09:02:05.648" v="24" actId="20577"/>
          <ac:spMkLst>
            <pc:docMk/>
            <pc:sldMk cId="3200036556" sldId="295"/>
            <ac:spMk id="204" creationId="{00000000-0000-0000-0000-000000000000}"/>
          </ac:spMkLst>
        </pc:spChg>
      </pc:sldChg>
      <pc:sldChg chg="add del replId">
        <pc:chgData name="Sachin Vispute" userId="S::sachin.vispute@theblueflamelabs.com::aba9e77d-cf76-471d-ac0c-e08175eefbae" providerId="AD" clId="Web-{70CC8FDC-951E-D0B7-F024-2F01A5755CEB}" dt="2024-09-11T12:27:33.017" v="36"/>
        <pc:sldMkLst>
          <pc:docMk/>
          <pc:sldMk cId="2884696383" sldId="296"/>
        </pc:sldMkLst>
      </pc:sldChg>
    </pc:docChg>
  </pc:docChgLst>
  <pc:docChgLst>
    <pc:chgData name="Geeta Kushwaha" userId="S::geeta.kushwaha@theblueflamelabs.com::0f5c5b1c-2b64-4adf-aff1-552681bbf0ce" providerId="AD" clId="Web-{2650B8AA-6BAB-0261-7D18-8DD4774F3D4C}"/>
    <pc:docChg chg="modSld">
      <pc:chgData name="Geeta Kushwaha" userId="S::geeta.kushwaha@theblueflamelabs.com::0f5c5b1c-2b64-4adf-aff1-552681bbf0ce" providerId="AD" clId="Web-{2650B8AA-6BAB-0261-7D18-8DD4774F3D4C}" dt="2023-07-20T12:29:56.601" v="0" actId="1076"/>
      <pc:docMkLst>
        <pc:docMk/>
      </pc:docMkLst>
      <pc:sldChg chg="modSp">
        <pc:chgData name="Geeta Kushwaha" userId="S::geeta.kushwaha@theblueflamelabs.com::0f5c5b1c-2b64-4adf-aff1-552681bbf0ce" providerId="AD" clId="Web-{2650B8AA-6BAB-0261-7D18-8DD4774F3D4C}" dt="2023-07-20T12:29:56.601" v="0" actId="1076"/>
        <pc:sldMkLst>
          <pc:docMk/>
          <pc:sldMk cId="2202068983" sldId="277"/>
        </pc:sldMkLst>
        <pc:spChg chg="mod">
          <ac:chgData name="Geeta Kushwaha" userId="S::geeta.kushwaha@theblueflamelabs.com::0f5c5b1c-2b64-4adf-aff1-552681bbf0ce" providerId="AD" clId="Web-{2650B8AA-6BAB-0261-7D18-8DD4774F3D4C}" dt="2023-07-20T12:29:56.601" v="0" actId="1076"/>
          <ac:spMkLst>
            <pc:docMk/>
            <pc:sldMk cId="2202068983" sldId="277"/>
            <ac:spMk id="2" creationId="{6E283668-4836-4E5D-4F75-8D391581EBAE}"/>
          </ac:spMkLst>
        </pc:spChg>
      </pc:sldChg>
    </pc:docChg>
  </pc:docChgLst>
  <pc:docChgLst>
    <pc:chgData name="Geeta Kushwaha" userId="S::geeta.kushwaha@theblueflamelabs.com::0f5c5b1c-2b64-4adf-aff1-552681bbf0ce" providerId="AD" clId="Web-{C9AC098A-ECDB-9564-6F1D-B3911EC0CCD6}"/>
    <pc:docChg chg="addSld modSld">
      <pc:chgData name="Geeta Kushwaha" userId="S::geeta.kushwaha@theblueflamelabs.com::0f5c5b1c-2b64-4adf-aff1-552681bbf0ce" providerId="AD" clId="Web-{C9AC098A-ECDB-9564-6F1D-B3911EC0CCD6}" dt="2023-07-05T14:53:19.781" v="159" actId="20577"/>
      <pc:docMkLst>
        <pc:docMk/>
      </pc:docMkLst>
      <pc:sldChg chg="modSp">
        <pc:chgData name="Geeta Kushwaha" userId="S::geeta.kushwaha@theblueflamelabs.com::0f5c5b1c-2b64-4adf-aff1-552681bbf0ce" providerId="AD" clId="Web-{C9AC098A-ECDB-9564-6F1D-B3911EC0CCD6}" dt="2023-07-05T14:52:29.889" v="152" actId="20577"/>
        <pc:sldMkLst>
          <pc:docMk/>
          <pc:sldMk cId="0" sldId="258"/>
        </pc:sldMkLst>
        <pc:spChg chg="mod">
          <ac:chgData name="Geeta Kushwaha" userId="S::geeta.kushwaha@theblueflamelabs.com::0f5c5b1c-2b64-4adf-aff1-552681bbf0ce" providerId="AD" clId="Web-{C9AC098A-ECDB-9564-6F1D-B3911EC0CCD6}" dt="2023-07-05T10:27:26.066" v="23" actId="20577"/>
          <ac:spMkLst>
            <pc:docMk/>
            <pc:sldMk cId="0" sldId="258"/>
            <ac:spMk id="203" creationId="{00000000-0000-0000-0000-000000000000}"/>
          </ac:spMkLst>
        </pc:spChg>
        <pc:spChg chg="mod">
          <ac:chgData name="Geeta Kushwaha" userId="S::geeta.kushwaha@theblueflamelabs.com::0f5c5b1c-2b64-4adf-aff1-552681bbf0ce" providerId="AD" clId="Web-{C9AC098A-ECDB-9564-6F1D-B3911EC0CCD6}" dt="2023-07-05T14:52:29.889" v="152" actId="20577"/>
          <ac:spMkLst>
            <pc:docMk/>
            <pc:sldMk cId="0" sldId="258"/>
            <ac:spMk id="204" creationId="{00000000-0000-0000-0000-000000000000}"/>
          </ac:spMkLst>
        </pc:spChg>
      </pc:sldChg>
      <pc:sldChg chg="addSp modSp">
        <pc:chgData name="Geeta Kushwaha" userId="S::geeta.kushwaha@theblueflamelabs.com::0f5c5b1c-2b64-4adf-aff1-552681bbf0ce" providerId="AD" clId="Web-{C9AC098A-ECDB-9564-6F1D-B3911EC0CCD6}" dt="2023-07-05T10:26:37.363" v="12" actId="20577"/>
        <pc:sldMkLst>
          <pc:docMk/>
          <pc:sldMk cId="2202068983" sldId="277"/>
        </pc:sldMkLst>
        <pc:spChg chg="add mod">
          <ac:chgData name="Geeta Kushwaha" userId="S::geeta.kushwaha@theblueflamelabs.com::0f5c5b1c-2b64-4adf-aff1-552681bbf0ce" providerId="AD" clId="Web-{C9AC098A-ECDB-9564-6F1D-B3911EC0CCD6}" dt="2023-07-05T10:26:24.566" v="5" actId="1076"/>
          <ac:spMkLst>
            <pc:docMk/>
            <pc:sldMk cId="2202068983" sldId="277"/>
            <ac:spMk id="2" creationId="{6E283668-4836-4E5D-4F75-8D391581EBAE}"/>
          </ac:spMkLst>
        </pc:spChg>
        <pc:spChg chg="mod">
          <ac:chgData name="Geeta Kushwaha" userId="S::geeta.kushwaha@theblueflamelabs.com::0f5c5b1c-2b64-4adf-aff1-552681bbf0ce" providerId="AD" clId="Web-{C9AC098A-ECDB-9564-6F1D-B3911EC0CCD6}" dt="2023-07-05T10:26:37.363" v="12" actId="20577"/>
          <ac:spMkLst>
            <pc:docMk/>
            <pc:sldMk cId="2202068983" sldId="277"/>
            <ac:spMk id="5" creationId="{571CF071-0707-4B9F-8E19-0D26A071532E}"/>
          </ac:spMkLst>
        </pc:spChg>
        <pc:spChg chg="mod">
          <ac:chgData name="Geeta Kushwaha" userId="S::geeta.kushwaha@theblueflamelabs.com::0f5c5b1c-2b64-4adf-aff1-552681bbf0ce" providerId="AD" clId="Web-{C9AC098A-ECDB-9564-6F1D-B3911EC0CCD6}" dt="2023-07-05T10:25:37.268" v="4" actId="1076"/>
          <ac:spMkLst>
            <pc:docMk/>
            <pc:sldMk cId="2202068983" sldId="277"/>
            <ac:spMk id="8" creationId="{3278D1A9-19E8-403D-A2D8-6AE40E579FCC}"/>
          </ac:spMkLst>
        </pc:spChg>
        <pc:spChg chg="mod">
          <ac:chgData name="Geeta Kushwaha" userId="S::geeta.kushwaha@theblueflamelabs.com::0f5c5b1c-2b64-4adf-aff1-552681bbf0ce" providerId="AD" clId="Web-{C9AC098A-ECDB-9564-6F1D-B3911EC0CCD6}" dt="2023-07-05T10:25:30.268" v="3" actId="1076"/>
          <ac:spMkLst>
            <pc:docMk/>
            <pc:sldMk cId="2202068983" sldId="277"/>
            <ac:spMk id="9" creationId="{AED24B6E-62C9-4C29-BF42-71A4616E03EE}"/>
          </ac:spMkLst>
        </pc:spChg>
        <pc:spChg chg="mod">
          <ac:chgData name="Geeta Kushwaha" userId="S::geeta.kushwaha@theblueflamelabs.com::0f5c5b1c-2b64-4adf-aff1-552681bbf0ce" providerId="AD" clId="Web-{C9AC098A-ECDB-9564-6F1D-B3911EC0CCD6}" dt="2023-07-05T10:25:20.815" v="1" actId="1076"/>
          <ac:spMkLst>
            <pc:docMk/>
            <pc:sldMk cId="2202068983" sldId="277"/>
            <ac:spMk id="10" creationId="{5F780967-5B14-4214-99E2-5BAD30CF8E40}"/>
          </ac:spMkLst>
        </pc:spChg>
        <pc:spChg chg="mod">
          <ac:chgData name="Geeta Kushwaha" userId="S::geeta.kushwaha@theblueflamelabs.com::0f5c5b1c-2b64-4adf-aff1-552681bbf0ce" providerId="AD" clId="Web-{C9AC098A-ECDB-9564-6F1D-B3911EC0CCD6}" dt="2023-07-05T10:25:24.955" v="2" actId="1076"/>
          <ac:spMkLst>
            <pc:docMk/>
            <pc:sldMk cId="2202068983" sldId="277"/>
            <ac:spMk id="11" creationId="{E59D0029-B6EC-4EE4-938D-0ACDD5D833A4}"/>
          </ac:spMkLst>
        </pc:spChg>
      </pc:sldChg>
      <pc:sldChg chg="add replId">
        <pc:chgData name="Geeta Kushwaha" userId="S::geeta.kushwaha@theblueflamelabs.com::0f5c5b1c-2b64-4adf-aff1-552681bbf0ce" providerId="AD" clId="Web-{C9AC098A-ECDB-9564-6F1D-B3911EC0CCD6}" dt="2023-07-05T10:27:15.801" v="13"/>
        <pc:sldMkLst>
          <pc:docMk/>
          <pc:sldMk cId="3200036556" sldId="295"/>
        </pc:sldMkLst>
      </pc:sldChg>
      <pc:sldChg chg="modSp add replId">
        <pc:chgData name="Geeta Kushwaha" userId="S::geeta.kushwaha@theblueflamelabs.com::0f5c5b1c-2b64-4adf-aff1-552681bbf0ce" providerId="AD" clId="Web-{C9AC098A-ECDB-9564-6F1D-B3911EC0CCD6}" dt="2023-07-05T14:53:19.781" v="159" actId="20577"/>
        <pc:sldMkLst>
          <pc:docMk/>
          <pc:sldMk cId="3983808281" sldId="296"/>
        </pc:sldMkLst>
        <pc:spChg chg="mod">
          <ac:chgData name="Geeta Kushwaha" userId="S::geeta.kushwaha@theblueflamelabs.com::0f5c5b1c-2b64-4adf-aff1-552681bbf0ce" providerId="AD" clId="Web-{C9AC098A-ECDB-9564-6F1D-B3911EC0CCD6}" dt="2023-07-05T14:53:19.781" v="159" actId="20577"/>
          <ac:spMkLst>
            <pc:docMk/>
            <pc:sldMk cId="3983808281" sldId="296"/>
            <ac:spMk id="204" creationId="{00000000-0000-0000-0000-000000000000}"/>
          </ac:spMkLst>
        </pc:spChg>
      </pc:sldChg>
    </pc:docChg>
  </pc:docChgLst>
  <pc:docChgLst>
    <pc:chgData name="Sachin Vispute" userId="S::sachin.vispute@theblueflamelabs.com::aba9e77d-cf76-471d-ac0c-e08175eefbae" providerId="AD" clId="Web-{11C9BE80-59FC-C391-BD2B-CEAE9B38D030}"/>
    <pc:docChg chg="addSld delSld modSld sldOrd">
      <pc:chgData name="Sachin Vispute" userId="S::sachin.vispute@theblueflamelabs.com::aba9e77d-cf76-471d-ac0c-e08175eefbae" providerId="AD" clId="Web-{11C9BE80-59FC-C391-BD2B-CEAE9B38D030}" dt="2024-09-12T03:48:09.786" v="992" actId="20577"/>
      <pc:docMkLst>
        <pc:docMk/>
      </pc:docMkLst>
      <pc:sldChg chg="modSp">
        <pc:chgData name="Sachin Vispute" userId="S::sachin.vispute@theblueflamelabs.com::aba9e77d-cf76-471d-ac0c-e08175eefbae" providerId="AD" clId="Web-{11C9BE80-59FC-C391-BD2B-CEAE9B38D030}" dt="2024-09-12T02:52:56.534" v="908" actId="1076"/>
        <pc:sldMkLst>
          <pc:docMk/>
          <pc:sldMk cId="0" sldId="256"/>
        </pc:sldMkLst>
        <pc:spChg chg="mod">
          <ac:chgData name="Sachin Vispute" userId="S::sachin.vispute@theblueflamelabs.com::aba9e77d-cf76-471d-ac0c-e08175eefbae" providerId="AD" clId="Web-{11C9BE80-59FC-C391-BD2B-CEAE9B38D030}" dt="2024-09-12T02:52:56.534" v="908" actId="1076"/>
          <ac:spMkLst>
            <pc:docMk/>
            <pc:sldMk cId="0" sldId="256"/>
            <ac:spMk id="192" creationId="{00000000-0000-0000-0000-000000000000}"/>
          </ac:spMkLst>
        </pc:spChg>
      </pc:sldChg>
      <pc:sldChg chg="modSp">
        <pc:chgData name="Sachin Vispute" userId="S::sachin.vispute@theblueflamelabs.com::aba9e77d-cf76-471d-ac0c-e08175eefbae" providerId="AD" clId="Web-{11C9BE80-59FC-C391-BD2B-CEAE9B38D030}" dt="2024-09-12T02:22:30.406" v="500" actId="1076"/>
        <pc:sldMkLst>
          <pc:docMk/>
          <pc:sldMk cId="0" sldId="259"/>
        </pc:sldMkLst>
        <pc:picChg chg="mod">
          <ac:chgData name="Sachin Vispute" userId="S::sachin.vispute@theblueflamelabs.com::aba9e77d-cf76-471d-ac0c-e08175eefbae" providerId="AD" clId="Web-{11C9BE80-59FC-C391-BD2B-CEAE9B38D030}" dt="2024-09-12T02:22:30.406" v="500" actId="1076"/>
          <ac:picMkLst>
            <pc:docMk/>
            <pc:sldMk cId="0" sldId="259"/>
            <ac:picMk id="6146" creationId="{8166D1D0-9955-47FF-8F57-52383ABB9AB9}"/>
          </ac:picMkLst>
        </pc:picChg>
      </pc:sldChg>
      <pc:sldChg chg="delSp modSp del">
        <pc:chgData name="Sachin Vispute" userId="S::sachin.vispute@theblueflamelabs.com::aba9e77d-cf76-471d-ac0c-e08175eefbae" providerId="AD" clId="Web-{11C9BE80-59FC-C391-BD2B-CEAE9B38D030}" dt="2024-09-12T02:30:22.147" v="634"/>
        <pc:sldMkLst>
          <pc:docMk/>
          <pc:sldMk cId="0" sldId="260"/>
        </pc:sldMkLst>
        <pc:spChg chg="del mod">
          <ac:chgData name="Sachin Vispute" userId="S::sachin.vispute@theblueflamelabs.com::aba9e77d-cf76-471d-ac0c-e08175eefbae" providerId="AD" clId="Web-{11C9BE80-59FC-C391-BD2B-CEAE9B38D030}" dt="2024-09-12T02:14:28.740" v="410"/>
          <ac:spMkLst>
            <pc:docMk/>
            <pc:sldMk cId="0" sldId="260"/>
            <ac:spMk id="216" creationId="{00000000-0000-0000-0000-000000000000}"/>
          </ac:spMkLst>
        </pc:spChg>
      </pc:sldChg>
      <pc:sldChg chg="modSp del">
        <pc:chgData name="Sachin Vispute" userId="S::sachin.vispute@theblueflamelabs.com::aba9e77d-cf76-471d-ac0c-e08175eefbae" providerId="AD" clId="Web-{11C9BE80-59FC-C391-BD2B-CEAE9B38D030}" dt="2024-09-12T02:35:41.103" v="688"/>
        <pc:sldMkLst>
          <pc:docMk/>
          <pc:sldMk cId="0" sldId="262"/>
        </pc:sldMkLst>
        <pc:spChg chg="mod">
          <ac:chgData name="Sachin Vispute" userId="S::sachin.vispute@theblueflamelabs.com::aba9e77d-cf76-471d-ac0c-e08175eefbae" providerId="AD" clId="Web-{11C9BE80-59FC-C391-BD2B-CEAE9B38D030}" dt="2024-09-11T19:20:17.351" v="244" actId="20577"/>
          <ac:spMkLst>
            <pc:docMk/>
            <pc:sldMk cId="0" sldId="262"/>
            <ac:spMk id="228" creationId="{00000000-0000-0000-0000-000000000000}"/>
          </ac:spMkLst>
        </pc:spChg>
      </pc:sldChg>
      <pc:sldChg chg="del">
        <pc:chgData name="Sachin Vispute" userId="S::sachin.vispute@theblueflamelabs.com::aba9e77d-cf76-471d-ac0c-e08175eefbae" providerId="AD" clId="Web-{11C9BE80-59FC-C391-BD2B-CEAE9B38D030}" dt="2024-09-12T02:53:34.878" v="909"/>
        <pc:sldMkLst>
          <pc:docMk/>
          <pc:sldMk cId="3797049316" sldId="278"/>
        </pc:sldMkLst>
      </pc:sldChg>
      <pc:sldChg chg="addSp delSp modSp">
        <pc:chgData name="Sachin Vispute" userId="S::sachin.vispute@theblueflamelabs.com::aba9e77d-cf76-471d-ac0c-e08175eefbae" providerId="AD" clId="Web-{11C9BE80-59FC-C391-BD2B-CEAE9B38D030}" dt="2024-09-12T02:55:35.379" v="916" actId="1076"/>
        <pc:sldMkLst>
          <pc:docMk/>
          <pc:sldMk cId="3531216267" sldId="279"/>
        </pc:sldMkLst>
        <pc:picChg chg="add mod">
          <ac:chgData name="Sachin Vispute" userId="S::sachin.vispute@theblueflamelabs.com::aba9e77d-cf76-471d-ac0c-e08175eefbae" providerId="AD" clId="Web-{11C9BE80-59FC-C391-BD2B-CEAE9B38D030}" dt="2024-09-12T02:55:35.379" v="916" actId="1076"/>
          <ac:picMkLst>
            <pc:docMk/>
            <pc:sldMk cId="3531216267" sldId="279"/>
            <ac:picMk id="2" creationId="{4D4EDE3B-BB37-CD24-EC91-E70AD99E20F5}"/>
          </ac:picMkLst>
        </pc:picChg>
        <pc:picChg chg="del mod">
          <ac:chgData name="Sachin Vispute" userId="S::sachin.vispute@theblueflamelabs.com::aba9e77d-cf76-471d-ac0c-e08175eefbae" providerId="AD" clId="Web-{11C9BE80-59FC-C391-BD2B-CEAE9B38D030}" dt="2024-09-12T02:55:24.910" v="913"/>
          <ac:picMkLst>
            <pc:docMk/>
            <pc:sldMk cId="3531216267" sldId="279"/>
            <ac:picMk id="3" creationId="{7CEB2741-1EB2-4343-98E5-D18BBB52F1EF}"/>
          </ac:picMkLst>
        </pc:picChg>
      </pc:sldChg>
      <pc:sldChg chg="modSp del">
        <pc:chgData name="Sachin Vispute" userId="S::sachin.vispute@theblueflamelabs.com::aba9e77d-cf76-471d-ac0c-e08175eefbae" providerId="AD" clId="Web-{11C9BE80-59FC-C391-BD2B-CEAE9B38D030}" dt="2024-09-12T02:32:32.852" v="648"/>
        <pc:sldMkLst>
          <pc:docMk/>
          <pc:sldMk cId="3772007177" sldId="280"/>
        </pc:sldMkLst>
        <pc:spChg chg="mod">
          <ac:chgData name="Sachin Vispute" userId="S::sachin.vispute@theblueflamelabs.com::aba9e77d-cf76-471d-ac0c-e08175eefbae" providerId="AD" clId="Web-{11C9BE80-59FC-C391-BD2B-CEAE9B38D030}" dt="2024-09-12T02:31:01.773" v="639" actId="1076"/>
          <ac:spMkLst>
            <pc:docMk/>
            <pc:sldMk cId="3772007177" sldId="280"/>
            <ac:spMk id="216" creationId="{00000000-0000-0000-0000-000000000000}"/>
          </ac:spMkLst>
        </pc:spChg>
      </pc:sldChg>
      <pc:sldChg chg="modSp">
        <pc:chgData name="Sachin Vispute" userId="S::sachin.vispute@theblueflamelabs.com::aba9e77d-cf76-471d-ac0c-e08175eefbae" providerId="AD" clId="Web-{11C9BE80-59FC-C391-BD2B-CEAE9B38D030}" dt="2024-09-12T02:32:24.133" v="647" actId="14100"/>
        <pc:sldMkLst>
          <pc:docMk/>
          <pc:sldMk cId="2236313949" sldId="281"/>
        </pc:sldMkLst>
        <pc:spChg chg="mod">
          <ac:chgData name="Sachin Vispute" userId="S::sachin.vispute@theblueflamelabs.com::aba9e77d-cf76-471d-ac0c-e08175eefbae" providerId="AD" clId="Web-{11C9BE80-59FC-C391-BD2B-CEAE9B38D030}" dt="2024-09-12T02:32:24.133" v="647" actId="14100"/>
          <ac:spMkLst>
            <pc:docMk/>
            <pc:sldMk cId="2236313949" sldId="281"/>
            <ac:spMk id="216" creationId="{00000000-0000-0000-0000-000000000000}"/>
          </ac:spMkLst>
        </pc:spChg>
      </pc:sldChg>
      <pc:sldChg chg="modSp">
        <pc:chgData name="Sachin Vispute" userId="S::sachin.vispute@theblueflamelabs.com::aba9e77d-cf76-471d-ac0c-e08175eefbae" providerId="AD" clId="Web-{11C9BE80-59FC-C391-BD2B-CEAE9B38D030}" dt="2024-09-12T02:50:22.241" v="902" actId="20577"/>
        <pc:sldMkLst>
          <pc:docMk/>
          <pc:sldMk cId="1998610998" sldId="286"/>
        </pc:sldMkLst>
        <pc:spChg chg="mod">
          <ac:chgData name="Sachin Vispute" userId="S::sachin.vispute@theblueflamelabs.com::aba9e77d-cf76-471d-ac0c-e08175eefbae" providerId="AD" clId="Web-{11C9BE80-59FC-C391-BD2B-CEAE9B38D030}" dt="2024-09-12T02:50:22.241" v="902" actId="20577"/>
          <ac:spMkLst>
            <pc:docMk/>
            <pc:sldMk cId="1998610998" sldId="286"/>
            <ac:spMk id="228" creationId="{00000000-0000-0000-0000-000000000000}"/>
          </ac:spMkLst>
        </pc:spChg>
      </pc:sldChg>
      <pc:sldChg chg="addSp delSp modSp">
        <pc:chgData name="Sachin Vispute" userId="S::sachin.vispute@theblueflamelabs.com::aba9e77d-cf76-471d-ac0c-e08175eefbae" providerId="AD" clId="Web-{11C9BE80-59FC-C391-BD2B-CEAE9B38D030}" dt="2024-09-12T02:51:47.127" v="907" actId="1076"/>
        <pc:sldMkLst>
          <pc:docMk/>
          <pc:sldMk cId="4280024378" sldId="287"/>
        </pc:sldMkLst>
        <pc:picChg chg="add mod">
          <ac:chgData name="Sachin Vispute" userId="S::sachin.vispute@theblueflamelabs.com::aba9e77d-cf76-471d-ac0c-e08175eefbae" providerId="AD" clId="Web-{11C9BE80-59FC-C391-BD2B-CEAE9B38D030}" dt="2024-09-12T02:51:47.127" v="907" actId="1076"/>
          <ac:picMkLst>
            <pc:docMk/>
            <pc:sldMk cId="4280024378" sldId="287"/>
            <ac:picMk id="2" creationId="{792F5457-63BD-CB5F-6060-C02A09F8E3B3}"/>
          </ac:picMkLst>
        </pc:picChg>
        <pc:picChg chg="del mod">
          <ac:chgData name="Sachin Vispute" userId="S::sachin.vispute@theblueflamelabs.com::aba9e77d-cf76-471d-ac0c-e08175eefbae" providerId="AD" clId="Web-{11C9BE80-59FC-C391-BD2B-CEAE9B38D030}" dt="2024-09-12T02:50:32.851" v="904"/>
          <ac:picMkLst>
            <pc:docMk/>
            <pc:sldMk cId="4280024378" sldId="287"/>
            <ac:picMk id="3" creationId="{A9EDA6A6-C80B-4F86-AB74-D9135419F9A2}"/>
          </ac:picMkLst>
        </pc:picChg>
      </pc:sldChg>
      <pc:sldChg chg="modSp">
        <pc:chgData name="Sachin Vispute" userId="S::sachin.vispute@theblueflamelabs.com::aba9e77d-cf76-471d-ac0c-e08175eefbae" providerId="AD" clId="Web-{11C9BE80-59FC-C391-BD2B-CEAE9B38D030}" dt="2024-09-12T02:49:59.804" v="898" actId="20577"/>
        <pc:sldMkLst>
          <pc:docMk/>
          <pc:sldMk cId="662947319" sldId="288"/>
        </pc:sldMkLst>
        <pc:spChg chg="mod">
          <ac:chgData name="Sachin Vispute" userId="S::sachin.vispute@theblueflamelabs.com::aba9e77d-cf76-471d-ac0c-e08175eefbae" providerId="AD" clId="Web-{11C9BE80-59FC-C391-BD2B-CEAE9B38D030}" dt="2024-09-12T02:49:59.804" v="898" actId="20577"/>
          <ac:spMkLst>
            <pc:docMk/>
            <pc:sldMk cId="662947319" sldId="288"/>
            <ac:spMk id="228" creationId="{00000000-0000-0000-0000-000000000000}"/>
          </ac:spMkLst>
        </pc:spChg>
      </pc:sldChg>
      <pc:sldChg chg="modSp">
        <pc:chgData name="Sachin Vispute" userId="S::sachin.vispute@theblueflamelabs.com::aba9e77d-cf76-471d-ac0c-e08175eefbae" providerId="AD" clId="Web-{11C9BE80-59FC-C391-BD2B-CEAE9B38D030}" dt="2024-09-12T03:45:49.656" v="964" actId="20577"/>
        <pc:sldMkLst>
          <pc:docMk/>
          <pc:sldMk cId="3200036556" sldId="295"/>
        </pc:sldMkLst>
        <pc:spChg chg="mod">
          <ac:chgData name="Sachin Vispute" userId="S::sachin.vispute@theblueflamelabs.com::aba9e77d-cf76-471d-ac0c-e08175eefbae" providerId="AD" clId="Web-{11C9BE80-59FC-C391-BD2B-CEAE9B38D030}" dt="2024-09-12T03:45:49.656" v="964" actId="20577"/>
          <ac:spMkLst>
            <pc:docMk/>
            <pc:sldMk cId="3200036556" sldId="295"/>
            <ac:spMk id="204" creationId="{00000000-0000-0000-0000-000000000000}"/>
          </ac:spMkLst>
        </pc:spChg>
      </pc:sldChg>
      <pc:sldChg chg="modSp add ord replId">
        <pc:chgData name="Sachin Vispute" userId="S::sachin.vispute@theblueflamelabs.com::aba9e77d-cf76-471d-ac0c-e08175eefbae" providerId="AD" clId="Web-{11C9BE80-59FC-C391-BD2B-CEAE9B38D030}" dt="2024-09-12T03:48:09.786" v="992" actId="20577"/>
        <pc:sldMkLst>
          <pc:docMk/>
          <pc:sldMk cId="3896376981" sldId="296"/>
        </pc:sldMkLst>
        <pc:spChg chg="mod">
          <ac:chgData name="Sachin Vispute" userId="S::sachin.vispute@theblueflamelabs.com::aba9e77d-cf76-471d-ac0c-e08175eefbae" providerId="AD" clId="Web-{11C9BE80-59FC-C391-BD2B-CEAE9B38D030}" dt="2024-09-12T03:48:09.786" v="992" actId="20577"/>
          <ac:spMkLst>
            <pc:docMk/>
            <pc:sldMk cId="3896376981" sldId="296"/>
            <ac:spMk id="204" creationId="{00000000-0000-0000-0000-000000000000}"/>
          </ac:spMkLst>
        </pc:spChg>
      </pc:sldChg>
      <pc:sldChg chg="modSp add ord replId">
        <pc:chgData name="Sachin Vispute" userId="S::sachin.vispute@theblueflamelabs.com::aba9e77d-cf76-471d-ac0c-e08175eefbae" providerId="AD" clId="Web-{11C9BE80-59FC-C391-BD2B-CEAE9B38D030}" dt="2024-09-12T02:30:15.569" v="633" actId="20577"/>
        <pc:sldMkLst>
          <pc:docMk/>
          <pc:sldMk cId="477958117" sldId="297"/>
        </pc:sldMkLst>
        <pc:spChg chg="mod">
          <ac:chgData name="Sachin Vispute" userId="S::sachin.vispute@theblueflamelabs.com::aba9e77d-cf76-471d-ac0c-e08175eefbae" providerId="AD" clId="Web-{11C9BE80-59FC-C391-BD2B-CEAE9B38D030}" dt="2024-09-12T02:30:15.569" v="633" actId="20577"/>
          <ac:spMkLst>
            <pc:docMk/>
            <pc:sldMk cId="477958117" sldId="297"/>
            <ac:spMk id="216" creationId="{00000000-0000-0000-0000-000000000000}"/>
          </ac:spMkLst>
        </pc:spChg>
      </pc:sldChg>
      <pc:sldChg chg="modSp add replId">
        <pc:chgData name="Sachin Vispute" userId="S::sachin.vispute@theblueflamelabs.com::aba9e77d-cf76-471d-ac0c-e08175eefbae" providerId="AD" clId="Web-{11C9BE80-59FC-C391-BD2B-CEAE9B38D030}" dt="2024-09-12T02:40:00.496" v="737" actId="1076"/>
        <pc:sldMkLst>
          <pc:docMk/>
          <pc:sldMk cId="225548090" sldId="298"/>
        </pc:sldMkLst>
        <pc:spChg chg="mod">
          <ac:chgData name="Sachin Vispute" userId="S::sachin.vispute@theblueflamelabs.com::aba9e77d-cf76-471d-ac0c-e08175eefbae" providerId="AD" clId="Web-{11C9BE80-59FC-C391-BD2B-CEAE9B38D030}" dt="2024-09-12T02:39:56.574" v="734" actId="20577"/>
          <ac:spMkLst>
            <pc:docMk/>
            <pc:sldMk cId="225548090" sldId="298"/>
            <ac:spMk id="228" creationId="{00000000-0000-0000-0000-000000000000}"/>
          </ac:spMkLst>
        </pc:spChg>
        <pc:picChg chg="mod">
          <ac:chgData name="Sachin Vispute" userId="S::sachin.vispute@theblueflamelabs.com::aba9e77d-cf76-471d-ac0c-e08175eefbae" providerId="AD" clId="Web-{11C9BE80-59FC-C391-BD2B-CEAE9B38D030}" dt="2024-09-12T02:40:00.496" v="737" actId="1076"/>
          <ac:picMkLst>
            <pc:docMk/>
            <pc:sldMk cId="225548090" sldId="298"/>
            <ac:picMk id="2050" creationId="{3357EE32-B89C-4E33-B4C7-E1E4AA9C6E6E}"/>
          </ac:picMkLst>
        </pc:picChg>
      </pc:sldChg>
      <pc:sldChg chg="modSp add del replId">
        <pc:chgData name="Sachin Vispute" userId="S::sachin.vispute@theblueflamelabs.com::aba9e77d-cf76-471d-ac0c-e08175eefbae" providerId="AD" clId="Web-{11C9BE80-59FC-C391-BD2B-CEAE9B38D030}" dt="2024-09-12T02:13:02.751" v="401"/>
        <pc:sldMkLst>
          <pc:docMk/>
          <pc:sldMk cId="151640090" sldId="299"/>
        </pc:sldMkLst>
        <pc:spChg chg="mod">
          <ac:chgData name="Sachin Vispute" userId="S::sachin.vispute@theblueflamelabs.com::aba9e77d-cf76-471d-ac0c-e08175eefbae" providerId="AD" clId="Web-{11C9BE80-59FC-C391-BD2B-CEAE9B38D030}" dt="2024-09-12T02:08:51.183" v="367" actId="20577"/>
          <ac:spMkLst>
            <pc:docMk/>
            <pc:sldMk cId="151640090" sldId="299"/>
            <ac:spMk id="204" creationId="{00000000-0000-0000-0000-000000000000}"/>
          </ac:spMkLst>
        </pc:spChg>
      </pc:sldChg>
      <pc:sldChg chg="modSp add replId">
        <pc:chgData name="Sachin Vispute" userId="S::sachin.vispute@theblueflamelabs.com::aba9e77d-cf76-471d-ac0c-e08175eefbae" providerId="AD" clId="Web-{11C9BE80-59FC-C391-BD2B-CEAE9B38D030}" dt="2024-09-12T03:47:34.254" v="975" actId="20577"/>
        <pc:sldMkLst>
          <pc:docMk/>
          <pc:sldMk cId="4290460351" sldId="300"/>
        </pc:sldMkLst>
        <pc:spChg chg="mod">
          <ac:chgData name="Sachin Vispute" userId="S::sachin.vispute@theblueflamelabs.com::aba9e77d-cf76-471d-ac0c-e08175eefbae" providerId="AD" clId="Web-{11C9BE80-59FC-C391-BD2B-CEAE9B38D030}" dt="2024-09-12T03:47:34.254" v="975" actId="20577"/>
          <ac:spMkLst>
            <pc:docMk/>
            <pc:sldMk cId="4290460351" sldId="300"/>
            <ac:spMk id="204" creationId="{00000000-0000-0000-0000-000000000000}"/>
          </ac:spMkLst>
        </pc:spChg>
      </pc:sldChg>
      <pc:sldChg chg="addSp delSp modSp add del replId">
        <pc:chgData name="Sachin Vispute" userId="S::sachin.vispute@theblueflamelabs.com::aba9e77d-cf76-471d-ac0c-e08175eefbae" providerId="AD" clId="Web-{11C9BE80-59FC-C391-BD2B-CEAE9B38D030}" dt="2024-09-12T02:19:14.992" v="462"/>
        <pc:sldMkLst>
          <pc:docMk/>
          <pc:sldMk cId="3513299400" sldId="301"/>
        </pc:sldMkLst>
        <pc:spChg chg="add mod">
          <ac:chgData name="Sachin Vispute" userId="S::sachin.vispute@theblueflamelabs.com::aba9e77d-cf76-471d-ac0c-e08175eefbae" providerId="AD" clId="Web-{11C9BE80-59FC-C391-BD2B-CEAE9B38D030}" dt="2024-09-12T02:14:12.989" v="405"/>
          <ac:spMkLst>
            <pc:docMk/>
            <pc:sldMk cId="3513299400" sldId="301"/>
            <ac:spMk id="2" creationId="{520758FA-FF13-335B-9324-C2C14E4C6210}"/>
          </ac:spMkLst>
        </pc:spChg>
        <pc:picChg chg="del">
          <ac:chgData name="Sachin Vispute" userId="S::sachin.vispute@theblueflamelabs.com::aba9e77d-cf76-471d-ac0c-e08175eefbae" providerId="AD" clId="Web-{11C9BE80-59FC-C391-BD2B-CEAE9B38D030}" dt="2024-09-12T02:14:10.927" v="403"/>
          <ac:picMkLst>
            <pc:docMk/>
            <pc:sldMk cId="3513299400" sldId="301"/>
            <ac:picMk id="6146" creationId="{8166D1D0-9955-47FF-8F57-52383ABB9AB9}"/>
          </ac:picMkLst>
        </pc:picChg>
      </pc:sldChg>
      <pc:sldChg chg="add del replId">
        <pc:chgData name="Sachin Vispute" userId="S::sachin.vispute@theblueflamelabs.com::aba9e77d-cf76-471d-ac0c-e08175eefbae" providerId="AD" clId="Web-{11C9BE80-59FC-C391-BD2B-CEAE9B38D030}" dt="2024-09-12T02:30:35.851" v="635"/>
        <pc:sldMkLst>
          <pc:docMk/>
          <pc:sldMk cId="2051128397" sldId="302"/>
        </pc:sldMkLst>
      </pc:sldChg>
      <pc:sldChg chg="modSp add ord replId">
        <pc:chgData name="Sachin Vispute" userId="S::sachin.vispute@theblueflamelabs.com::aba9e77d-cf76-471d-ac0c-e08175eefbae" providerId="AD" clId="Web-{11C9BE80-59FC-C391-BD2B-CEAE9B38D030}" dt="2024-09-12T02:19:18.195" v="463"/>
        <pc:sldMkLst>
          <pc:docMk/>
          <pc:sldMk cId="4067473522" sldId="303"/>
        </pc:sldMkLst>
        <pc:spChg chg="mod">
          <ac:chgData name="Sachin Vispute" userId="S::sachin.vispute@theblueflamelabs.com::aba9e77d-cf76-471d-ac0c-e08175eefbae" providerId="AD" clId="Web-{11C9BE80-59FC-C391-BD2B-CEAE9B38D030}" dt="2024-09-12T02:14:49.365" v="414" actId="20577"/>
          <ac:spMkLst>
            <pc:docMk/>
            <pc:sldMk cId="4067473522" sldId="303"/>
            <ac:spMk id="203" creationId="{00000000-0000-0000-0000-000000000000}"/>
          </ac:spMkLst>
        </pc:spChg>
        <pc:spChg chg="mod">
          <ac:chgData name="Sachin Vispute" userId="S::sachin.vispute@theblueflamelabs.com::aba9e77d-cf76-471d-ac0c-e08175eefbae" providerId="AD" clId="Web-{11C9BE80-59FC-C391-BD2B-CEAE9B38D030}" dt="2024-09-12T02:18:59.461" v="459" actId="1076"/>
          <ac:spMkLst>
            <pc:docMk/>
            <pc:sldMk cId="4067473522" sldId="303"/>
            <ac:spMk id="204" creationId="{00000000-0000-0000-0000-000000000000}"/>
          </ac:spMkLst>
        </pc:spChg>
      </pc:sldChg>
      <pc:sldChg chg="modSp add replId">
        <pc:chgData name="Sachin Vispute" userId="S::sachin.vispute@theblueflamelabs.com::aba9e77d-cf76-471d-ac0c-e08175eefbae" providerId="AD" clId="Web-{11C9BE80-59FC-C391-BD2B-CEAE9B38D030}" dt="2024-09-12T02:25:55.143" v="564" actId="20577"/>
        <pc:sldMkLst>
          <pc:docMk/>
          <pc:sldMk cId="2595326324" sldId="304"/>
        </pc:sldMkLst>
        <pc:spChg chg="mod">
          <ac:chgData name="Sachin Vispute" userId="S::sachin.vispute@theblueflamelabs.com::aba9e77d-cf76-471d-ac0c-e08175eefbae" providerId="AD" clId="Web-{11C9BE80-59FC-C391-BD2B-CEAE9B38D030}" dt="2024-09-12T02:25:55.143" v="564" actId="20577"/>
          <ac:spMkLst>
            <pc:docMk/>
            <pc:sldMk cId="2595326324" sldId="304"/>
            <ac:spMk id="204" creationId="{00000000-0000-0000-0000-000000000000}"/>
          </ac:spMkLst>
        </pc:spChg>
      </pc:sldChg>
      <pc:sldChg chg="modSp add ord replId">
        <pc:chgData name="Sachin Vispute" userId="S::sachin.vispute@theblueflamelabs.com::aba9e77d-cf76-471d-ac0c-e08175eefbae" providerId="AD" clId="Web-{11C9BE80-59FC-C391-BD2B-CEAE9B38D030}" dt="2024-09-12T02:25:27.174" v="558" actId="1076"/>
        <pc:sldMkLst>
          <pc:docMk/>
          <pc:sldMk cId="1964137154" sldId="305"/>
        </pc:sldMkLst>
        <pc:spChg chg="mod">
          <ac:chgData name="Sachin Vispute" userId="S::sachin.vispute@theblueflamelabs.com::aba9e77d-cf76-471d-ac0c-e08175eefbae" providerId="AD" clId="Web-{11C9BE80-59FC-C391-BD2B-CEAE9B38D030}" dt="2024-09-12T02:25:27.174" v="558" actId="1076"/>
          <ac:spMkLst>
            <pc:docMk/>
            <pc:sldMk cId="1964137154" sldId="305"/>
            <ac:spMk id="204" creationId="{00000000-0000-0000-0000-000000000000}"/>
          </ac:spMkLst>
        </pc:spChg>
      </pc:sldChg>
      <pc:sldChg chg="modSp add replId">
        <pc:chgData name="Sachin Vispute" userId="S::sachin.vispute@theblueflamelabs.com::aba9e77d-cf76-471d-ac0c-e08175eefbae" providerId="AD" clId="Web-{11C9BE80-59FC-C391-BD2B-CEAE9B38D030}" dt="2024-09-12T02:34:06.868" v="668" actId="20577"/>
        <pc:sldMkLst>
          <pc:docMk/>
          <pc:sldMk cId="260476850" sldId="306"/>
        </pc:sldMkLst>
        <pc:spChg chg="mod">
          <ac:chgData name="Sachin Vispute" userId="S::sachin.vispute@theblueflamelabs.com::aba9e77d-cf76-471d-ac0c-e08175eefbae" providerId="AD" clId="Web-{11C9BE80-59FC-C391-BD2B-CEAE9B38D030}" dt="2024-09-12T02:32:45.305" v="651" actId="20577"/>
          <ac:spMkLst>
            <pc:docMk/>
            <pc:sldMk cId="260476850" sldId="306"/>
            <ac:spMk id="215" creationId="{00000000-0000-0000-0000-000000000000}"/>
          </ac:spMkLst>
        </pc:spChg>
        <pc:spChg chg="mod">
          <ac:chgData name="Sachin Vispute" userId="S::sachin.vispute@theblueflamelabs.com::aba9e77d-cf76-471d-ac0c-e08175eefbae" providerId="AD" clId="Web-{11C9BE80-59FC-C391-BD2B-CEAE9B38D030}" dt="2024-09-12T02:34:06.868" v="668" actId="20577"/>
          <ac:spMkLst>
            <pc:docMk/>
            <pc:sldMk cId="260476850" sldId="306"/>
            <ac:spMk id="216" creationId="{00000000-0000-0000-0000-000000000000}"/>
          </ac:spMkLst>
        </pc:spChg>
      </pc:sldChg>
      <pc:sldChg chg="add del replId">
        <pc:chgData name="Sachin Vispute" userId="S::sachin.vispute@theblueflamelabs.com::aba9e77d-cf76-471d-ac0c-e08175eefbae" providerId="AD" clId="Web-{11C9BE80-59FC-C391-BD2B-CEAE9B38D030}" dt="2024-09-12T02:40:04.856" v="738"/>
        <pc:sldMkLst>
          <pc:docMk/>
          <pc:sldMk cId="2319441371" sldId="307"/>
        </pc:sldMkLst>
      </pc:sldChg>
    </pc:docChg>
  </pc:docChgLst>
  <pc:docChgLst>
    <pc:chgData name="Gourav Banerjee" userId="S::gourav.banerjee@theblueflamelabs.com::cac46707-9644-46e1-ab0c-2062fab0fdeb" providerId="AD" clId="Web-{D708DEC6-F8CC-2F62-CD01-808D21E08C54}"/>
    <pc:docChg chg="modSld">
      <pc:chgData name="Gourav Banerjee" userId="S::gourav.banerjee@theblueflamelabs.com::cac46707-9644-46e1-ab0c-2062fab0fdeb" providerId="AD" clId="Web-{D708DEC6-F8CC-2F62-CD01-808D21E08C54}" dt="2023-07-05T11:12:09.773" v="9" actId="20577"/>
      <pc:docMkLst>
        <pc:docMk/>
      </pc:docMkLst>
      <pc:sldChg chg="modSp">
        <pc:chgData name="Gourav Banerjee" userId="S::gourav.banerjee@theblueflamelabs.com::cac46707-9644-46e1-ab0c-2062fab0fdeb" providerId="AD" clId="Web-{D708DEC6-F8CC-2F62-CD01-808D21E08C54}" dt="2023-07-05T11:12:09.773" v="9" actId="20577"/>
        <pc:sldMkLst>
          <pc:docMk/>
          <pc:sldMk cId="3983808281" sldId="296"/>
        </pc:sldMkLst>
        <pc:spChg chg="mod">
          <ac:chgData name="Gourav Banerjee" userId="S::gourav.banerjee@theblueflamelabs.com::cac46707-9644-46e1-ab0c-2062fab0fdeb" providerId="AD" clId="Web-{D708DEC6-F8CC-2F62-CD01-808D21E08C54}" dt="2023-07-05T11:12:09.773" v="9" actId="20577"/>
          <ac:spMkLst>
            <pc:docMk/>
            <pc:sldMk cId="3983808281" sldId="296"/>
            <ac:spMk id="204" creationId="{00000000-0000-0000-0000-000000000000}"/>
          </ac:spMkLst>
        </pc:spChg>
      </pc:sldChg>
    </pc:docChg>
  </pc:docChgLst>
  <pc:docChgLst>
    <pc:chgData name="Geeta Kushwaha" userId="S::geeta.kushwaha@theblueflamelabs.com::0f5c5b1c-2b64-4adf-aff1-552681bbf0ce" providerId="AD" clId="Web-{099B5C46-576B-C636-795E-55178871E6A3}"/>
    <pc:docChg chg="addSld delSld modSld sldOrd">
      <pc:chgData name="Geeta Kushwaha" userId="S::geeta.kushwaha@theblueflamelabs.com::0f5c5b1c-2b64-4adf-aff1-552681bbf0ce" providerId="AD" clId="Web-{099B5C46-576B-C636-795E-55178871E6A3}" dt="2023-06-23T11:01:55.102" v="66" actId="20577"/>
      <pc:docMkLst>
        <pc:docMk/>
      </pc:docMkLst>
      <pc:sldChg chg="ord">
        <pc:chgData name="Geeta Kushwaha" userId="S::geeta.kushwaha@theblueflamelabs.com::0f5c5b1c-2b64-4adf-aff1-552681bbf0ce" providerId="AD" clId="Web-{099B5C46-576B-C636-795E-55178871E6A3}" dt="2023-06-23T10:59:03.190" v="7"/>
        <pc:sldMkLst>
          <pc:docMk/>
          <pc:sldMk cId="0" sldId="263"/>
        </pc:sldMkLst>
      </pc:sldChg>
      <pc:sldChg chg="ord">
        <pc:chgData name="Geeta Kushwaha" userId="S::geeta.kushwaha@theblueflamelabs.com::0f5c5b1c-2b64-4adf-aff1-552681bbf0ce" providerId="AD" clId="Web-{099B5C46-576B-C636-795E-55178871E6A3}" dt="2023-06-23T10:59:03.190" v="6"/>
        <pc:sldMkLst>
          <pc:docMk/>
          <pc:sldMk cId="867638612" sldId="289"/>
        </pc:sldMkLst>
      </pc:sldChg>
      <pc:sldChg chg="del">
        <pc:chgData name="Geeta Kushwaha" userId="S::geeta.kushwaha@theblueflamelabs.com::0f5c5b1c-2b64-4adf-aff1-552681bbf0ce" providerId="AD" clId="Web-{099B5C46-576B-C636-795E-55178871E6A3}" dt="2023-06-23T10:58:22.986" v="0"/>
        <pc:sldMkLst>
          <pc:docMk/>
          <pc:sldMk cId="723993205" sldId="290"/>
        </pc:sldMkLst>
      </pc:sldChg>
      <pc:sldChg chg="del">
        <pc:chgData name="Geeta Kushwaha" userId="S::geeta.kushwaha@theblueflamelabs.com::0f5c5b1c-2b64-4adf-aff1-552681bbf0ce" providerId="AD" clId="Web-{099B5C46-576B-C636-795E-55178871E6A3}" dt="2023-06-23T10:58:25.752" v="1"/>
        <pc:sldMkLst>
          <pc:docMk/>
          <pc:sldMk cId="669769346" sldId="292"/>
        </pc:sldMkLst>
      </pc:sldChg>
      <pc:sldChg chg="ord">
        <pc:chgData name="Geeta Kushwaha" userId="S::geeta.kushwaha@theblueflamelabs.com::0f5c5b1c-2b64-4adf-aff1-552681bbf0ce" providerId="AD" clId="Web-{099B5C46-576B-C636-795E-55178871E6A3}" dt="2023-06-23T10:59:51.583" v="15"/>
        <pc:sldMkLst>
          <pc:docMk/>
          <pc:sldMk cId="1047927642" sldId="293"/>
        </pc:sldMkLst>
      </pc:sldChg>
      <pc:sldChg chg="modSp add replId">
        <pc:chgData name="Geeta Kushwaha" userId="S::geeta.kushwaha@theblueflamelabs.com::0f5c5b1c-2b64-4adf-aff1-552681bbf0ce" providerId="AD" clId="Web-{099B5C46-576B-C636-795E-55178871E6A3}" dt="2023-06-23T11:01:55.102" v="66" actId="20577"/>
        <pc:sldMkLst>
          <pc:docMk/>
          <pc:sldMk cId="685609503" sldId="294"/>
        </pc:sldMkLst>
        <pc:spChg chg="mod">
          <ac:chgData name="Geeta Kushwaha" userId="S::geeta.kushwaha@theblueflamelabs.com::0f5c5b1c-2b64-4adf-aff1-552681bbf0ce" providerId="AD" clId="Web-{099B5C46-576B-C636-795E-55178871E6A3}" dt="2023-06-23T11:00:05.896" v="22" actId="20577"/>
          <ac:spMkLst>
            <pc:docMk/>
            <pc:sldMk cId="685609503" sldId="294"/>
            <ac:spMk id="233" creationId="{00000000-0000-0000-0000-000000000000}"/>
          </ac:spMkLst>
        </pc:spChg>
        <pc:spChg chg="mod">
          <ac:chgData name="Geeta Kushwaha" userId="S::geeta.kushwaha@theblueflamelabs.com::0f5c5b1c-2b64-4adf-aff1-552681bbf0ce" providerId="AD" clId="Web-{099B5C46-576B-C636-795E-55178871E6A3}" dt="2023-06-23T11:01:55.102" v="66" actId="20577"/>
          <ac:spMkLst>
            <pc:docMk/>
            <pc:sldMk cId="685609503" sldId="294"/>
            <ac:spMk id="234" creationId="{00000000-0000-0000-0000-000000000000}"/>
          </ac:spMkLst>
        </pc:spChg>
      </pc:sldChg>
      <pc:sldChg chg="add del replId">
        <pc:chgData name="Geeta Kushwaha" userId="S::geeta.kushwaha@theblueflamelabs.com::0f5c5b1c-2b64-4adf-aff1-552681bbf0ce" providerId="AD" clId="Web-{099B5C46-576B-C636-795E-55178871E6A3}" dt="2023-06-23T10:59:27.097" v="13"/>
        <pc:sldMkLst>
          <pc:docMk/>
          <pc:sldMk cId="1197311071" sldId="294"/>
        </pc:sldMkLst>
      </pc:sldChg>
      <pc:sldChg chg="add del replId">
        <pc:chgData name="Geeta Kushwaha" userId="S::geeta.kushwaha@theblueflamelabs.com::0f5c5b1c-2b64-4adf-aff1-552681bbf0ce" providerId="AD" clId="Web-{099B5C46-576B-C636-795E-55178871E6A3}" dt="2023-06-23T10:59:27.097" v="12"/>
        <pc:sldMkLst>
          <pc:docMk/>
          <pc:sldMk cId="466650352" sldId="295"/>
        </pc:sldMkLst>
      </pc:sldChg>
      <pc:sldChg chg="add del replId">
        <pc:chgData name="Geeta Kushwaha" userId="S::geeta.kushwaha@theblueflamelabs.com::0f5c5b1c-2b64-4adf-aff1-552681bbf0ce" providerId="AD" clId="Web-{099B5C46-576B-C636-795E-55178871E6A3}" dt="2023-06-23T10:59:27.097" v="11"/>
        <pc:sldMkLst>
          <pc:docMk/>
          <pc:sldMk cId="3370598975" sldId="296"/>
        </pc:sldMkLst>
      </pc:sldChg>
    </pc:docChg>
  </pc:docChgLst>
  <pc:docChgLst>
    <pc:chgData name="Sachin Vispute" userId="S::sachin.vispute@theblueflamelabs.com::aba9e77d-cf76-471d-ac0c-e08175eefbae" providerId="AD" clId="Web-{63CE103E-F605-869B-1ABA-DE3AAC9C9F44}"/>
    <pc:docChg chg="modSld">
      <pc:chgData name="Sachin Vispute" userId="S::sachin.vispute@theblueflamelabs.com::aba9e77d-cf76-471d-ac0c-e08175eefbae" providerId="AD" clId="Web-{63CE103E-F605-869B-1ABA-DE3AAC9C9F44}" dt="2024-09-11T07:38:42.524" v="1" actId="20577"/>
      <pc:docMkLst>
        <pc:docMk/>
      </pc:docMkLst>
      <pc:sldChg chg="modSp">
        <pc:chgData name="Sachin Vispute" userId="S::sachin.vispute@theblueflamelabs.com::aba9e77d-cf76-471d-ac0c-e08175eefbae" providerId="AD" clId="Web-{63CE103E-F605-869B-1ABA-DE3AAC9C9F44}" dt="2024-09-11T07:38:42.524" v="1" actId="20577"/>
        <pc:sldMkLst>
          <pc:docMk/>
          <pc:sldMk cId="3200036556" sldId="295"/>
        </pc:sldMkLst>
        <pc:spChg chg="mod">
          <ac:chgData name="Sachin Vispute" userId="S::sachin.vispute@theblueflamelabs.com::aba9e77d-cf76-471d-ac0c-e08175eefbae" providerId="AD" clId="Web-{63CE103E-F605-869B-1ABA-DE3AAC9C9F44}" dt="2024-09-11T07:38:42.524" v="1" actId="20577"/>
          <ac:spMkLst>
            <pc:docMk/>
            <pc:sldMk cId="3200036556" sldId="295"/>
            <ac:spMk id="204" creationId="{00000000-0000-0000-0000-000000000000}"/>
          </ac:spMkLst>
        </pc:spChg>
      </pc:sldChg>
    </pc:docChg>
  </pc:docChgLst>
  <pc:docChgLst>
    <pc:chgData name="Gourav Banerjee" userId="S::gourav.banerjee@theblueflamelabs.com::cac46707-9644-46e1-ab0c-2062fab0fdeb" providerId="AD" clId="Web-{0C5365F3-8029-5E0E-F661-6990785CA1C5}"/>
    <pc:docChg chg="modSld">
      <pc:chgData name="Gourav Banerjee" userId="S::gourav.banerjee@theblueflamelabs.com::cac46707-9644-46e1-ab0c-2062fab0fdeb" providerId="AD" clId="Web-{0C5365F3-8029-5E0E-F661-6990785CA1C5}" dt="2023-07-05T11:01:20.166" v="118" actId="20577"/>
      <pc:docMkLst>
        <pc:docMk/>
      </pc:docMkLst>
      <pc:sldChg chg="modSp">
        <pc:chgData name="Gourav Banerjee" userId="S::gourav.banerjee@theblueflamelabs.com::cac46707-9644-46e1-ab0c-2062fab0fdeb" providerId="AD" clId="Web-{0C5365F3-8029-5E0E-F661-6990785CA1C5}" dt="2023-07-05T10:37:12.210" v="19" actId="20577"/>
        <pc:sldMkLst>
          <pc:docMk/>
          <pc:sldMk cId="0" sldId="258"/>
        </pc:sldMkLst>
        <pc:spChg chg="mod">
          <ac:chgData name="Gourav Banerjee" userId="S::gourav.banerjee@theblueflamelabs.com::cac46707-9644-46e1-ab0c-2062fab0fdeb" providerId="AD" clId="Web-{0C5365F3-8029-5E0E-F661-6990785CA1C5}" dt="2023-07-05T10:37:12.210" v="19" actId="20577"/>
          <ac:spMkLst>
            <pc:docMk/>
            <pc:sldMk cId="0" sldId="258"/>
            <ac:spMk id="204" creationId="{00000000-0000-0000-0000-000000000000}"/>
          </ac:spMkLst>
        </pc:spChg>
      </pc:sldChg>
      <pc:sldChg chg="modSp">
        <pc:chgData name="Gourav Banerjee" userId="S::gourav.banerjee@theblueflamelabs.com::cac46707-9644-46e1-ab0c-2062fab0fdeb" providerId="AD" clId="Web-{0C5365F3-8029-5E0E-F661-6990785CA1C5}" dt="2023-07-05T11:01:20.166" v="118" actId="20577"/>
        <pc:sldMkLst>
          <pc:docMk/>
          <pc:sldMk cId="3983808281" sldId="296"/>
        </pc:sldMkLst>
        <pc:spChg chg="mod">
          <ac:chgData name="Gourav Banerjee" userId="S::gourav.banerjee@theblueflamelabs.com::cac46707-9644-46e1-ab0c-2062fab0fdeb" providerId="AD" clId="Web-{0C5365F3-8029-5E0E-F661-6990785CA1C5}" dt="2023-07-05T11:01:20.166" v="118" actId="20577"/>
          <ac:spMkLst>
            <pc:docMk/>
            <pc:sldMk cId="3983808281" sldId="296"/>
            <ac:spMk id="20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0355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3379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8807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5257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0528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9319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6419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73d82300a4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g73d82300a4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991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73d82300a4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73d82300a4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1675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73d82300a4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73d82300a4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0294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73d82300a4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73d82300a4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6690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793b42ab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793b42ab4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9664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793b42ab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793b42ab4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11728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793b42ab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793b42ab4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895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793b42ab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793b42ab4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46288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7bf415dd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7bf415dd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7bf415dd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7bf415dd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47454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7bf415dd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7bf415dd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4555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7bf415dd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7bf415dd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44353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7208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54574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5829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69394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d slide layout">
  <p:cSld name="End slide layout">
    <p:spTree>
      <p:nvGrpSpPr>
        <p:cNvPr id="1" name="Shape 6"/>
        <p:cNvGrpSpPr/>
        <p:nvPr/>
      </p:nvGrpSpPr>
      <p:grpSpPr>
        <a:xfrm>
          <a:off x="0" y="0"/>
          <a:ext cx="0" cy="0"/>
          <a:chOff x="0" y="0"/>
          <a:chExt cx="0" cy="0"/>
        </a:xfrm>
      </p:grpSpPr>
      <p:sp>
        <p:nvSpPr>
          <p:cNvPr id="7" name="Google Shape;7;p2"/>
          <p:cNvSpPr txBox="1">
            <a:spLocks noGrp="1"/>
          </p:cNvSpPr>
          <p:nvPr>
            <p:ph type="body" idx="1"/>
          </p:nvPr>
        </p:nvSpPr>
        <p:spPr>
          <a:xfrm>
            <a:off x="365760" y="2749145"/>
            <a:ext cx="6194935" cy="6602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F3F3F"/>
              </a:buClr>
              <a:buSzPts val="4400"/>
              <a:buFont typeface="Arial"/>
              <a:buNone/>
              <a:defRPr sz="44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Arial"/>
                <a:ea typeface="Arial"/>
                <a:cs typeface="Arial"/>
                <a:sym typeface="Arial"/>
              </a:defRPr>
            </a:lvl2pPr>
            <a:lvl3pPr marL="1371600" marR="0" lvl="2" indent="-355600" algn="l" rtl="0">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3pPr>
            <a:lvl4pPr marL="1828800" marR="0" lvl="3"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4pPr>
            <a:lvl5pPr marL="2286000" marR="0" lvl="4"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grpSp>
        <p:nvGrpSpPr>
          <p:cNvPr id="8" name="Google Shape;8;p2"/>
          <p:cNvGrpSpPr/>
          <p:nvPr/>
        </p:nvGrpSpPr>
        <p:grpSpPr>
          <a:xfrm>
            <a:off x="365760" y="3429000"/>
            <a:ext cx="6194935" cy="201821"/>
            <a:chOff x="4379494" y="697832"/>
            <a:chExt cx="2586787" cy="168442"/>
          </a:xfrm>
        </p:grpSpPr>
        <p:sp>
          <p:nvSpPr>
            <p:cNvPr id="9" name="Google Shape;9;p2"/>
            <p:cNvSpPr/>
            <p:nvPr/>
          </p:nvSpPr>
          <p:spPr>
            <a:xfrm>
              <a:off x="4379494" y="697832"/>
              <a:ext cx="517358" cy="16844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 name="Google Shape;10;p2"/>
            <p:cNvSpPr/>
            <p:nvPr/>
          </p:nvSpPr>
          <p:spPr>
            <a:xfrm>
              <a:off x="4896851"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 name="Google Shape;11;p2"/>
            <p:cNvSpPr/>
            <p:nvPr/>
          </p:nvSpPr>
          <p:spPr>
            <a:xfrm>
              <a:off x="5414208"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 name="Google Shape;12;p2"/>
            <p:cNvSpPr/>
            <p:nvPr/>
          </p:nvSpPr>
          <p:spPr>
            <a:xfrm>
              <a:off x="5931565"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 name="Google Shape;13;p2"/>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pic>
        <p:nvPicPr>
          <p:cNvPr id="14" name="Google Shape;14;p2"/>
          <p:cNvPicPr preferRelativeResize="0"/>
          <p:nvPr/>
        </p:nvPicPr>
        <p:blipFill rotWithShape="1">
          <a:blip r:embed="rId2">
            <a:alphaModFix/>
          </a:blip>
          <a:srcRect l="43393" t="1161"/>
          <a:stretch/>
        </p:blipFill>
        <p:spPr>
          <a:xfrm>
            <a:off x="6560695" y="1332412"/>
            <a:ext cx="5631305" cy="5551714"/>
          </a:xfrm>
          <a:prstGeom prst="rect">
            <a:avLst/>
          </a:prstGeom>
          <a:noFill/>
          <a:ln>
            <a:noFill/>
          </a:ln>
        </p:spPr>
      </p:pic>
      <p:sp>
        <p:nvSpPr>
          <p:cNvPr id="15" name="Google Shape;15;p2"/>
          <p:cNvSpPr/>
          <p:nvPr/>
        </p:nvSpPr>
        <p:spPr>
          <a:xfrm>
            <a:off x="7929155" y="3630821"/>
            <a:ext cx="4023360" cy="115018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6" name="Google Shape;16;p2"/>
          <p:cNvPicPr preferRelativeResize="0"/>
          <p:nvPr/>
        </p:nvPicPr>
        <p:blipFill rotWithShape="1">
          <a:blip r:embed="rId3">
            <a:alphaModFix/>
          </a:blip>
          <a:srcRect/>
          <a:stretch/>
        </p:blipFill>
        <p:spPr>
          <a:xfrm>
            <a:off x="8168640" y="4016039"/>
            <a:ext cx="4023360" cy="764967"/>
          </a:xfrm>
          <a:prstGeom prst="rect">
            <a:avLst/>
          </a:prstGeom>
          <a:noFill/>
          <a:ln>
            <a:noFill/>
          </a:ln>
        </p:spPr>
      </p:pic>
      <p:pic>
        <p:nvPicPr>
          <p:cNvPr id="17" name="Google Shape;17;p2" descr="A picture containing drawing&#10;&#10;Description automatically generated"/>
          <p:cNvPicPr preferRelativeResize="0"/>
          <p:nvPr/>
        </p:nvPicPr>
        <p:blipFill rotWithShape="1">
          <a:blip r:embed="rId4">
            <a:alphaModFix/>
          </a:blip>
          <a:srcRect/>
          <a:stretch/>
        </p:blipFill>
        <p:spPr>
          <a:xfrm>
            <a:off x="9808836" y="2865853"/>
            <a:ext cx="742967" cy="115018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t="549" r="567"/>
          <a:stretch/>
        </p:blipFill>
        <p:spPr>
          <a:xfrm>
            <a:off x="0" y="-10141"/>
            <a:ext cx="12192000" cy="6877402"/>
          </a:xfrm>
          <a:prstGeom prst="rect">
            <a:avLst/>
          </a:prstGeom>
          <a:noFill/>
          <a:ln>
            <a:noFill/>
          </a:ln>
        </p:spPr>
      </p:pic>
      <p:pic>
        <p:nvPicPr>
          <p:cNvPr id="20" name="Google Shape;20;p3"/>
          <p:cNvPicPr preferRelativeResize="0"/>
          <p:nvPr/>
        </p:nvPicPr>
        <p:blipFill rotWithShape="1">
          <a:blip r:embed="rId2">
            <a:alphaModFix/>
          </a:blip>
          <a:srcRect t="31406" r="51735" b="50000"/>
          <a:stretch/>
        </p:blipFill>
        <p:spPr>
          <a:xfrm>
            <a:off x="803637" y="1003145"/>
            <a:ext cx="4238625" cy="920932"/>
          </a:xfrm>
          <a:prstGeom prst="rect">
            <a:avLst/>
          </a:prstGeom>
          <a:noFill/>
          <a:ln>
            <a:noFill/>
          </a:ln>
        </p:spPr>
      </p:pic>
      <p:sp>
        <p:nvSpPr>
          <p:cNvPr id="21" name="Google Shape;21;p3"/>
          <p:cNvSpPr txBox="1">
            <a:spLocks noGrp="1"/>
          </p:cNvSpPr>
          <p:nvPr>
            <p:ph type="body" idx="1"/>
          </p:nvPr>
        </p:nvSpPr>
        <p:spPr>
          <a:xfrm>
            <a:off x="803275" y="1175107"/>
            <a:ext cx="4852942"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F3F3F"/>
              </a:buClr>
              <a:buSzPts val="7200"/>
              <a:buFont typeface="Arial"/>
              <a:buNone/>
              <a:defRPr sz="72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22" name="Google Shape;22;p3" descr="A close up of a sign&#10;&#10;Description automatically generated"/>
          <p:cNvPicPr preferRelativeResize="0"/>
          <p:nvPr/>
        </p:nvPicPr>
        <p:blipFill rotWithShape="1">
          <a:blip r:embed="rId3">
            <a:alphaModFix/>
          </a:blip>
          <a:srcRect/>
          <a:stretch/>
        </p:blipFill>
        <p:spPr>
          <a:xfrm>
            <a:off x="894715" y="3448591"/>
            <a:ext cx="3746622" cy="109728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4"/>
        <p:cNvGrpSpPr/>
        <p:nvPr/>
      </p:nvGrpSpPr>
      <p:grpSpPr>
        <a:xfrm>
          <a:off x="0" y="0"/>
          <a:ext cx="0" cy="0"/>
          <a:chOff x="0" y="0"/>
          <a:chExt cx="0" cy="0"/>
        </a:xfrm>
      </p:grpSpPr>
      <p:grpSp>
        <p:nvGrpSpPr>
          <p:cNvPr id="25" name="Google Shape;25;p5"/>
          <p:cNvGrpSpPr/>
          <p:nvPr/>
        </p:nvGrpSpPr>
        <p:grpSpPr>
          <a:xfrm>
            <a:off x="3907972" y="1063755"/>
            <a:ext cx="4376057" cy="77068"/>
            <a:chOff x="4379494" y="697832"/>
            <a:chExt cx="2586787" cy="168442"/>
          </a:xfrm>
        </p:grpSpPr>
        <p:sp>
          <p:nvSpPr>
            <p:cNvPr id="26" name="Google Shape;26;p5"/>
            <p:cNvSpPr/>
            <p:nvPr/>
          </p:nvSpPr>
          <p:spPr>
            <a:xfrm>
              <a:off x="4379494" y="697832"/>
              <a:ext cx="517358" cy="16844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5"/>
            <p:cNvSpPr/>
            <p:nvPr/>
          </p:nvSpPr>
          <p:spPr>
            <a:xfrm>
              <a:off x="4896851"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 name="Google Shape;28;p5"/>
            <p:cNvSpPr/>
            <p:nvPr/>
          </p:nvSpPr>
          <p:spPr>
            <a:xfrm>
              <a:off x="5414208"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 name="Google Shape;29;p5"/>
            <p:cNvSpPr/>
            <p:nvPr/>
          </p:nvSpPr>
          <p:spPr>
            <a:xfrm>
              <a:off x="5931565"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 name="Google Shape;30;p5"/>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31" name="Google Shape;31;p5"/>
          <p:cNvSpPr txBox="1">
            <a:spLocks noGrp="1"/>
          </p:cNvSpPr>
          <p:nvPr>
            <p:ph type="body" idx="1"/>
          </p:nvPr>
        </p:nvSpPr>
        <p:spPr>
          <a:xfrm>
            <a:off x="373969" y="310530"/>
            <a:ext cx="11444061" cy="62719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4000"/>
              <a:buFont typeface="Arial"/>
              <a:buNone/>
              <a:defRPr sz="4000" b="0" i="0" u="none" strike="noStrike" cap="none">
                <a:solidFill>
                  <a:schemeClr val="accent2"/>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373969" y="1383937"/>
            <a:ext cx="11522754" cy="48355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Calibri"/>
                <a:ea typeface="Calibri"/>
                <a:cs typeface="Calibri"/>
                <a:sym typeface="Calibri"/>
              </a:defRPr>
            </a:lvl2pPr>
            <a:lvl3pPr marL="1371600" marR="0" lvl="2" indent="-355600" algn="l" rtl="0">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Calibri"/>
                <a:ea typeface="Calibri"/>
                <a:cs typeface="Calibri"/>
                <a:sym typeface="Calibri"/>
              </a:defRPr>
            </a:lvl3pPr>
            <a:lvl4pPr marL="1828800" marR="0" lvl="3"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4pPr>
            <a:lvl5pPr marL="2286000" marR="0" lvl="4"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33" name="Google Shape;33;p5"/>
          <p:cNvGrpSpPr/>
          <p:nvPr/>
        </p:nvGrpSpPr>
        <p:grpSpPr>
          <a:xfrm>
            <a:off x="-4946" y="6547470"/>
            <a:ext cx="12027129" cy="383311"/>
            <a:chOff x="-4946" y="6547470"/>
            <a:chExt cx="12027129" cy="383311"/>
          </a:xfrm>
        </p:grpSpPr>
        <p:grpSp>
          <p:nvGrpSpPr>
            <p:cNvPr id="34" name="Google Shape;34;p5"/>
            <p:cNvGrpSpPr/>
            <p:nvPr/>
          </p:nvGrpSpPr>
          <p:grpSpPr>
            <a:xfrm>
              <a:off x="-4946" y="6548165"/>
              <a:ext cx="9753598" cy="335375"/>
              <a:chOff x="4896852" y="697832"/>
              <a:chExt cx="2069429" cy="168442"/>
            </a:xfrm>
          </p:grpSpPr>
          <p:sp>
            <p:nvSpPr>
              <p:cNvPr id="35" name="Google Shape;35;p5"/>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6" name="Google Shape;36;p5"/>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 name="Google Shape;37;p5"/>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 name="Google Shape;38;p5"/>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39" name="Google Shape;39;p5"/>
            <p:cNvPicPr preferRelativeResize="0"/>
            <p:nvPr/>
          </p:nvPicPr>
          <p:blipFill rotWithShape="1">
            <a:blip r:embed="rId2">
              <a:alphaModFix/>
            </a:blip>
            <a:srcRect/>
            <a:stretch/>
          </p:blipFill>
          <p:spPr>
            <a:xfrm>
              <a:off x="10006149" y="6547470"/>
              <a:ext cx="2016034" cy="383311"/>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ontents slide layout">
  <p:cSld name="1_Contents slide layout">
    <p:spTree>
      <p:nvGrpSpPr>
        <p:cNvPr id="1" name="Shape 40"/>
        <p:cNvGrpSpPr/>
        <p:nvPr/>
      </p:nvGrpSpPr>
      <p:grpSpPr>
        <a:xfrm>
          <a:off x="0" y="0"/>
          <a:ext cx="0" cy="0"/>
          <a:chOff x="0" y="0"/>
          <a:chExt cx="0" cy="0"/>
        </a:xfrm>
      </p:grpSpPr>
      <p:sp>
        <p:nvSpPr>
          <p:cNvPr id="41" name="Google Shape;41;p6"/>
          <p:cNvSpPr txBox="1">
            <a:spLocks noGrp="1"/>
          </p:cNvSpPr>
          <p:nvPr>
            <p:ph type="body" idx="1"/>
          </p:nvPr>
        </p:nvSpPr>
        <p:spPr>
          <a:xfrm>
            <a:off x="373969" y="1383937"/>
            <a:ext cx="11522754" cy="48355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Calibri"/>
                <a:ea typeface="Calibri"/>
                <a:cs typeface="Calibri"/>
                <a:sym typeface="Calibri"/>
              </a:defRPr>
            </a:lvl2pPr>
            <a:lvl3pPr marL="1371600" marR="0" lvl="2" indent="-355600" algn="l" rtl="0">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Calibri"/>
                <a:ea typeface="Calibri"/>
                <a:cs typeface="Calibri"/>
                <a:sym typeface="Calibri"/>
              </a:defRPr>
            </a:lvl3pPr>
            <a:lvl4pPr marL="1828800" marR="0" lvl="3"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4pPr>
            <a:lvl5pPr marL="2286000" marR="0" lvl="4"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body" idx="2"/>
          </p:nvPr>
        </p:nvSpPr>
        <p:spPr>
          <a:xfrm>
            <a:off x="373969" y="310530"/>
            <a:ext cx="11444061" cy="62719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4000"/>
              <a:buFont typeface="Arial"/>
              <a:buNone/>
              <a:defRPr sz="4000" b="0" i="0" u="none" strike="noStrike" cap="none">
                <a:solidFill>
                  <a:schemeClr val="accent2"/>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43" name="Google Shape;43;p6"/>
          <p:cNvGrpSpPr/>
          <p:nvPr/>
        </p:nvGrpSpPr>
        <p:grpSpPr>
          <a:xfrm>
            <a:off x="-4946" y="6547470"/>
            <a:ext cx="12027129" cy="383311"/>
            <a:chOff x="-4946" y="6547470"/>
            <a:chExt cx="12027129" cy="383311"/>
          </a:xfrm>
        </p:grpSpPr>
        <p:grpSp>
          <p:nvGrpSpPr>
            <p:cNvPr id="44" name="Google Shape;44;p6"/>
            <p:cNvGrpSpPr/>
            <p:nvPr/>
          </p:nvGrpSpPr>
          <p:grpSpPr>
            <a:xfrm>
              <a:off x="-4946" y="6548165"/>
              <a:ext cx="9753598" cy="335375"/>
              <a:chOff x="4896852" y="697832"/>
              <a:chExt cx="2069429" cy="168442"/>
            </a:xfrm>
          </p:grpSpPr>
          <p:sp>
            <p:nvSpPr>
              <p:cNvPr id="45" name="Google Shape;45;p6"/>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 name="Google Shape;46;p6"/>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 name="Google Shape;47;p6"/>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8" name="Google Shape;48;p6"/>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49" name="Google Shape;49;p6"/>
            <p:cNvPicPr preferRelativeResize="0"/>
            <p:nvPr/>
          </p:nvPicPr>
          <p:blipFill rotWithShape="1">
            <a:blip r:embed="rId2">
              <a:alphaModFix/>
            </a:blip>
            <a:srcRect/>
            <a:stretch/>
          </p:blipFill>
          <p:spPr>
            <a:xfrm>
              <a:off x="10006149" y="6547470"/>
              <a:ext cx="2016034" cy="383311"/>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9"/>
          <p:cNvSpPr txBox="1">
            <a:spLocks noGrp="1"/>
          </p:cNvSpPr>
          <p:nvPr>
            <p:ph type="body" idx="1"/>
          </p:nvPr>
        </p:nvSpPr>
        <p:spPr>
          <a:xfrm>
            <a:off x="421891" y="2024078"/>
            <a:ext cx="6148819" cy="120981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3F3F3F"/>
              </a:buClr>
              <a:buSzPts val="4400"/>
              <a:buNone/>
            </a:pPr>
            <a:r>
              <a:rPr lang="en-US"/>
              <a:t>Salesforce Configuration Model – 2_1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62D132-F7EB-4FA3-95D4-739CDD158527}"/>
              </a:ext>
            </a:extLst>
          </p:cNvPr>
          <p:cNvSpPr>
            <a:spLocks noGrp="1"/>
          </p:cNvSpPr>
          <p:nvPr>
            <p:ph type="body" idx="2"/>
          </p:nvPr>
        </p:nvSpPr>
        <p:spPr>
          <a:xfrm>
            <a:off x="373969" y="182880"/>
            <a:ext cx="11444061" cy="975360"/>
          </a:xfrm>
        </p:spPr>
        <p:style>
          <a:lnRef idx="1">
            <a:schemeClr val="accent5"/>
          </a:lnRef>
          <a:fillRef idx="3">
            <a:schemeClr val="accent5"/>
          </a:fillRef>
          <a:effectRef idx="2">
            <a:schemeClr val="accent5"/>
          </a:effectRef>
          <a:fontRef idx="minor">
            <a:schemeClr val="lt1"/>
          </a:fontRef>
        </p:style>
        <p:txBody>
          <a:bodyPr/>
          <a:lstStyle/>
          <a:p>
            <a:r>
              <a:rPr lang="en-US" sz="5400" b="1">
                <a:ln w="22225">
                  <a:solidFill>
                    <a:schemeClr val="accent2"/>
                  </a:solidFill>
                  <a:prstDash val="solid"/>
                </a:ln>
                <a:solidFill>
                  <a:schemeClr val="tx2"/>
                </a:solidFill>
              </a:rPr>
              <a:t>AGENDA</a:t>
            </a:r>
            <a:endParaRPr lang="en-IN" sz="5400" b="1">
              <a:ln w="22225">
                <a:solidFill>
                  <a:schemeClr val="accent2"/>
                </a:solidFill>
                <a:prstDash val="solid"/>
              </a:ln>
              <a:solidFill>
                <a:schemeClr val="tx2"/>
              </a:solidFill>
            </a:endParaRPr>
          </a:p>
        </p:txBody>
      </p:sp>
      <p:sp>
        <p:nvSpPr>
          <p:cNvPr id="8" name="Rectangle: Rounded Corners 7">
            <a:extLst>
              <a:ext uri="{FF2B5EF4-FFF2-40B4-BE49-F238E27FC236}">
                <a16:creationId xmlns:a16="http://schemas.microsoft.com/office/drawing/2014/main" id="{3278D1A9-19E8-403D-A2D8-6AE40E579FCC}"/>
              </a:ext>
            </a:extLst>
          </p:cNvPr>
          <p:cNvSpPr/>
          <p:nvPr/>
        </p:nvSpPr>
        <p:spPr>
          <a:xfrm>
            <a:off x="6590441" y="1840970"/>
            <a:ext cx="3179299" cy="1698674"/>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800"/>
              <a:t>Escalation Rules</a:t>
            </a:r>
            <a:endParaRPr lang="en-IN" sz="2800"/>
          </a:p>
        </p:txBody>
      </p:sp>
      <p:sp>
        <p:nvSpPr>
          <p:cNvPr id="9" name="Rectangle: Rounded Corners 8">
            <a:extLst>
              <a:ext uri="{FF2B5EF4-FFF2-40B4-BE49-F238E27FC236}">
                <a16:creationId xmlns:a16="http://schemas.microsoft.com/office/drawing/2014/main" id="{AED24B6E-62C9-4C29-BF42-71A4616E03EE}"/>
              </a:ext>
            </a:extLst>
          </p:cNvPr>
          <p:cNvSpPr/>
          <p:nvPr/>
        </p:nvSpPr>
        <p:spPr>
          <a:xfrm>
            <a:off x="556820" y="4102590"/>
            <a:ext cx="3179299" cy="169867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800"/>
              <a:t>Approval Process</a:t>
            </a:r>
          </a:p>
        </p:txBody>
      </p:sp>
      <p:sp>
        <p:nvSpPr>
          <p:cNvPr id="10" name="Rectangle: Rounded Corners 9">
            <a:extLst>
              <a:ext uri="{FF2B5EF4-FFF2-40B4-BE49-F238E27FC236}">
                <a16:creationId xmlns:a16="http://schemas.microsoft.com/office/drawing/2014/main" id="{5F780967-5B14-4214-99E2-5BAD30CF8E40}"/>
              </a:ext>
            </a:extLst>
          </p:cNvPr>
          <p:cNvSpPr/>
          <p:nvPr/>
        </p:nvSpPr>
        <p:spPr>
          <a:xfrm>
            <a:off x="8500338" y="4044218"/>
            <a:ext cx="3179299" cy="169867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800"/>
              <a:t>Process Builder</a:t>
            </a:r>
            <a:endParaRPr lang="en-IN" sz="2800"/>
          </a:p>
        </p:txBody>
      </p:sp>
      <p:sp>
        <p:nvSpPr>
          <p:cNvPr id="11" name="Rectangle: Rounded Corners 10">
            <a:extLst>
              <a:ext uri="{FF2B5EF4-FFF2-40B4-BE49-F238E27FC236}">
                <a16:creationId xmlns:a16="http://schemas.microsoft.com/office/drawing/2014/main" id="{E59D0029-B6EC-4EE4-938D-0ACDD5D833A4}"/>
              </a:ext>
            </a:extLst>
          </p:cNvPr>
          <p:cNvSpPr/>
          <p:nvPr/>
        </p:nvSpPr>
        <p:spPr>
          <a:xfrm>
            <a:off x="4662644" y="4044218"/>
            <a:ext cx="3179299" cy="169867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800"/>
              <a:t>Workflow</a:t>
            </a:r>
            <a:endParaRPr lang="en-IN" sz="2800"/>
          </a:p>
        </p:txBody>
      </p:sp>
      <p:sp>
        <p:nvSpPr>
          <p:cNvPr id="2" name="Rectangle: Rounded Corners 1">
            <a:extLst>
              <a:ext uri="{FF2B5EF4-FFF2-40B4-BE49-F238E27FC236}">
                <a16:creationId xmlns:a16="http://schemas.microsoft.com/office/drawing/2014/main" id="{6E283668-4836-4E5D-4F75-8D391581EBAE}"/>
              </a:ext>
            </a:extLst>
          </p:cNvPr>
          <p:cNvSpPr/>
          <p:nvPr/>
        </p:nvSpPr>
        <p:spPr>
          <a:xfrm>
            <a:off x="2572435" y="1780121"/>
            <a:ext cx="3179299" cy="1698674"/>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800"/>
              <a:t>Auto Response Rule</a:t>
            </a:r>
            <a:endParaRPr lang="en-IN" sz="2800"/>
          </a:p>
        </p:txBody>
      </p:sp>
    </p:spTree>
    <p:extLst>
      <p:ext uri="{BB962C8B-B14F-4D97-AF65-F5344CB8AC3E}">
        <p14:creationId xmlns:p14="http://schemas.microsoft.com/office/powerpoint/2010/main" val="2202068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Auto Response Rule</a:t>
            </a:r>
          </a:p>
        </p:txBody>
      </p:sp>
      <p:sp>
        <p:nvSpPr>
          <p:cNvPr id="204" name="Google Shape;204;p21"/>
          <p:cNvSpPr txBox="1">
            <a:spLocks noGrp="1"/>
          </p:cNvSpPr>
          <p:nvPr>
            <p:ph type="body" idx="2"/>
          </p:nvPr>
        </p:nvSpPr>
        <p:spPr>
          <a:xfrm>
            <a:off x="373969" y="1383937"/>
            <a:ext cx="11522700" cy="4835400"/>
          </a:xfrm>
          <a:prstGeom prst="rect">
            <a:avLst/>
          </a:prstGeom>
          <a:noFill/>
          <a:ln>
            <a:noFill/>
          </a:ln>
        </p:spPr>
        <p:txBody>
          <a:bodyPr spcFirstLastPara="1" wrap="square" lIns="91425" tIns="45700" rIns="91425" bIns="45700" anchor="t" anchorCtr="0">
            <a:noAutofit/>
          </a:bodyPr>
          <a:lstStyle/>
          <a:p>
            <a:pPr marL="0" indent="0">
              <a:lnSpc>
                <a:spcPct val="150000"/>
              </a:lnSpc>
              <a:spcBef>
                <a:spcPts val="0"/>
              </a:spcBef>
              <a:buNone/>
            </a:pPr>
            <a:r>
              <a:rPr lang="en-US" sz="2000" b="1" dirty="0">
                <a:solidFill>
                  <a:srgbClr val="333333"/>
                </a:solidFill>
              </a:rPr>
              <a:t>Business Scenario:</a:t>
            </a:r>
          </a:p>
          <a:p>
            <a:pPr marL="171450" indent="-171450">
              <a:lnSpc>
                <a:spcPct val="150000"/>
              </a:lnSpc>
              <a:spcBef>
                <a:spcPts val="0"/>
              </a:spcBef>
            </a:pPr>
            <a:r>
              <a:rPr lang="en-US" sz="2000" dirty="0">
                <a:solidFill>
                  <a:srgbClr val="333333"/>
                </a:solidFill>
              </a:rPr>
              <a:t>Imagine </a:t>
            </a:r>
            <a:r>
              <a:rPr lang="en-US" sz="2000" b="0" i="0" dirty="0">
                <a:solidFill>
                  <a:srgbClr val="333333"/>
                </a:solidFill>
                <a:effectLst/>
              </a:rPr>
              <a:t>you </a:t>
            </a:r>
            <a:r>
              <a:rPr lang="en-US" sz="2000" dirty="0">
                <a:solidFill>
                  <a:srgbClr val="333333"/>
                </a:solidFill>
              </a:rPr>
              <a:t>are running </a:t>
            </a:r>
            <a:r>
              <a:rPr lang="en-US" sz="2000" b="0" i="0" dirty="0">
                <a:solidFill>
                  <a:srgbClr val="333333"/>
                </a:solidFill>
                <a:effectLst/>
              </a:rPr>
              <a:t>an </a:t>
            </a:r>
            <a:r>
              <a:rPr lang="en-US" sz="2000" dirty="0">
                <a:solidFill>
                  <a:srgbClr val="333333"/>
                </a:solidFill>
              </a:rPr>
              <a:t>e-commerce business</a:t>
            </a:r>
            <a:r>
              <a:rPr lang="en-US" sz="2000" b="0" i="0" dirty="0">
                <a:solidFill>
                  <a:srgbClr val="333333"/>
                </a:solidFill>
                <a:effectLst/>
              </a:rPr>
              <a:t>.</a:t>
            </a:r>
            <a:endParaRPr lang="en-US" dirty="0"/>
          </a:p>
          <a:p>
            <a:pPr marL="171450" indent="-171450">
              <a:lnSpc>
                <a:spcPct val="150000"/>
              </a:lnSpc>
              <a:spcBef>
                <a:spcPts val="0"/>
              </a:spcBef>
            </a:pPr>
            <a:r>
              <a:rPr lang="en-US" sz="2000" dirty="0">
                <a:solidFill>
                  <a:srgbClr val="333333"/>
                </a:solidFill>
              </a:rPr>
              <a:t>A potential customer fills out a contact form on your website, and they’re expecting a response.</a:t>
            </a:r>
            <a:endParaRPr lang="en-US" dirty="0"/>
          </a:p>
          <a:p>
            <a:pPr marL="171450" indent="-171450">
              <a:lnSpc>
                <a:spcPct val="150000"/>
              </a:lnSpc>
              <a:spcBef>
                <a:spcPts val="0"/>
              </a:spcBef>
            </a:pPr>
            <a:r>
              <a:rPr lang="en-US" sz="2000" dirty="0">
                <a:solidFill>
                  <a:srgbClr val="333333"/>
                </a:solidFill>
              </a:rPr>
              <a:t>But your customer service team is busy </a:t>
            </a:r>
            <a:r>
              <a:rPr lang="en-US" sz="2000" b="0" i="0" dirty="0">
                <a:solidFill>
                  <a:srgbClr val="333333"/>
                </a:solidFill>
                <a:effectLst/>
              </a:rPr>
              <a:t>or </a:t>
            </a:r>
            <a:r>
              <a:rPr lang="en-US" sz="2000" dirty="0">
                <a:solidFill>
                  <a:srgbClr val="333333"/>
                </a:solidFill>
              </a:rPr>
              <a:t>the request comes </a:t>
            </a:r>
            <a:r>
              <a:rPr lang="en-US" sz="2000" b="0" i="0" dirty="0">
                <a:solidFill>
                  <a:srgbClr val="333333"/>
                </a:solidFill>
                <a:effectLst/>
              </a:rPr>
              <a:t>in </a:t>
            </a:r>
            <a:r>
              <a:rPr lang="en-US" sz="2000" dirty="0">
                <a:solidFill>
                  <a:srgbClr val="333333"/>
                </a:solidFill>
              </a:rPr>
              <a:t>after working hours.</a:t>
            </a:r>
            <a:endParaRPr lang="en-US" dirty="0"/>
          </a:p>
          <a:p>
            <a:pPr marL="171450" indent="-171450">
              <a:lnSpc>
                <a:spcPct val="150000"/>
              </a:lnSpc>
              <a:spcBef>
                <a:spcPts val="0"/>
              </a:spcBef>
            </a:pPr>
            <a:r>
              <a:rPr lang="en-US" sz="2000" dirty="0">
                <a:solidFill>
                  <a:srgbClr val="333333"/>
                </a:solidFill>
              </a:rPr>
              <a:t>If </a:t>
            </a:r>
            <a:r>
              <a:rPr lang="en-US" sz="2000" b="0" i="0" dirty="0">
                <a:solidFill>
                  <a:srgbClr val="333333"/>
                </a:solidFill>
                <a:effectLst/>
              </a:rPr>
              <a:t>the </a:t>
            </a:r>
            <a:r>
              <a:rPr lang="en-US" sz="2000" dirty="0">
                <a:solidFill>
                  <a:srgbClr val="333333"/>
                </a:solidFill>
              </a:rPr>
              <a:t>customer doesn’t hear back immediately, they might go to a competitor</a:t>
            </a:r>
            <a:r>
              <a:rPr lang="en-US" sz="2000" b="0" i="0" dirty="0">
                <a:solidFill>
                  <a:srgbClr val="333333"/>
                </a:solidFill>
                <a:effectLst/>
              </a:rPr>
              <a:t>.</a:t>
            </a:r>
            <a:endParaRPr lang="en-US" dirty="0"/>
          </a:p>
          <a:p>
            <a:pPr marL="0" indent="0">
              <a:lnSpc>
                <a:spcPct val="150000"/>
              </a:lnSpc>
              <a:spcBef>
                <a:spcPts val="0"/>
              </a:spcBef>
              <a:buNone/>
            </a:pPr>
            <a:br>
              <a:rPr lang="en-US" sz="1800" dirty="0">
                <a:highlight>
                  <a:srgbClr val="FFFFFF"/>
                </a:highlight>
                <a:latin typeface="Roboto"/>
                <a:ea typeface="Roboto"/>
                <a:cs typeface="Roboto"/>
              </a:rPr>
            </a:br>
            <a:r>
              <a:rPr lang="en-US" sz="1800" b="1" dirty="0">
                <a:solidFill>
                  <a:srgbClr val="3C4043"/>
                </a:solidFill>
                <a:highlight>
                  <a:srgbClr val="FFFFFF"/>
                </a:highlight>
                <a:latin typeface="Roboto"/>
                <a:ea typeface="Roboto"/>
                <a:cs typeface="Roboto"/>
              </a:rPr>
              <a:t>Solution:</a:t>
            </a:r>
            <a:endParaRPr sz="1800" b="1" dirty="0">
              <a:solidFill>
                <a:srgbClr val="3C4043"/>
              </a:solidFill>
              <a:highlight>
                <a:srgbClr val="FFFFFF"/>
              </a:highlight>
              <a:latin typeface="Roboto"/>
              <a:ea typeface="Roboto"/>
              <a:cs typeface="Roboto"/>
              <a:sym typeface="Roboto"/>
            </a:endParaRPr>
          </a:p>
          <a:p>
            <a:pPr marL="342900" indent="-342900">
              <a:lnSpc>
                <a:spcPct val="150000"/>
              </a:lnSpc>
              <a:spcBef>
                <a:spcPts val="0"/>
              </a:spcBef>
            </a:pPr>
            <a:r>
              <a:rPr lang="en-US" sz="2000" dirty="0">
                <a:solidFill>
                  <a:srgbClr val="3C4043"/>
                </a:solidFill>
                <a:highlight>
                  <a:srgbClr val="FFFFFF"/>
                </a:highlight>
              </a:rPr>
              <a:t>Implement some automation that whenever a customer reaches out via email or a web form, they receive an instant automated response.</a:t>
            </a:r>
          </a:p>
          <a:p>
            <a:pPr marL="342900" indent="-342900">
              <a:lnSpc>
                <a:spcPct val="150000"/>
              </a:lnSpc>
              <a:spcBef>
                <a:spcPts val="0"/>
              </a:spcBef>
            </a:pPr>
            <a:r>
              <a:rPr lang="en-US" sz="2000" dirty="0">
                <a:solidFill>
                  <a:srgbClr val="3C4043"/>
                </a:solidFill>
                <a:highlight>
                  <a:srgbClr val="FFFFFF"/>
                </a:highlight>
              </a:rPr>
              <a:t>It helps maintain engagement with customers, even when your service team is unavailable.</a:t>
            </a: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indent="-50800">
              <a:lnSpc>
                <a:spcPct val="150000"/>
              </a:lnSpc>
              <a:spcBef>
                <a:spcPts val="0"/>
              </a:spcBef>
              <a:buNone/>
            </a:pPr>
            <a:endParaRPr lang="en-US" sz="1050">
              <a:solidFill>
                <a:srgbClr val="3C4043"/>
              </a:solidFill>
              <a:highlight>
                <a:srgbClr val="FFFFFF"/>
              </a:highlight>
              <a:latin typeface="Roboto"/>
              <a:ea typeface="Roboto"/>
              <a:cs typeface="Roboto"/>
            </a:endParaRPr>
          </a:p>
        </p:txBody>
      </p:sp>
    </p:spTree>
    <p:extLst>
      <p:ext uri="{BB962C8B-B14F-4D97-AF65-F5344CB8AC3E}">
        <p14:creationId xmlns:p14="http://schemas.microsoft.com/office/powerpoint/2010/main" val="3200036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Auto Response Rule</a:t>
            </a:r>
          </a:p>
        </p:txBody>
      </p:sp>
      <p:sp>
        <p:nvSpPr>
          <p:cNvPr id="204" name="Google Shape;204;p21"/>
          <p:cNvSpPr txBox="1">
            <a:spLocks noGrp="1"/>
          </p:cNvSpPr>
          <p:nvPr>
            <p:ph type="body" idx="2"/>
          </p:nvPr>
        </p:nvSpPr>
        <p:spPr>
          <a:xfrm>
            <a:off x="373969" y="1383937"/>
            <a:ext cx="11522700" cy="4835400"/>
          </a:xfrm>
          <a:prstGeom prst="rect">
            <a:avLst/>
          </a:prstGeom>
          <a:noFill/>
          <a:ln>
            <a:noFill/>
          </a:ln>
        </p:spPr>
        <p:txBody>
          <a:bodyPr spcFirstLastPara="1" wrap="square" lIns="91425" tIns="45700" rIns="91425" bIns="45700" anchor="t" anchorCtr="0">
            <a:noAutofit/>
          </a:bodyPr>
          <a:lstStyle/>
          <a:p>
            <a:pPr marL="0" indent="0">
              <a:lnSpc>
                <a:spcPct val="150000"/>
              </a:lnSpc>
              <a:spcBef>
                <a:spcPts val="0"/>
              </a:spcBef>
              <a:buNone/>
            </a:pPr>
            <a:r>
              <a:rPr lang="en-US" sz="2000" b="1" dirty="0">
                <a:solidFill>
                  <a:srgbClr val="333333"/>
                </a:solidFill>
                <a:latin typeface="Arial Nova"/>
              </a:rPr>
              <a:t>Introduction:</a:t>
            </a:r>
            <a:r>
              <a:rPr lang="en-US" sz="2000" dirty="0">
                <a:solidFill>
                  <a:srgbClr val="333333"/>
                </a:solidFill>
                <a:latin typeface="Arial Nova"/>
              </a:rPr>
              <a:t> </a:t>
            </a:r>
          </a:p>
          <a:p>
            <a:pPr marL="171450" indent="-171450">
              <a:lnSpc>
                <a:spcPct val="150000"/>
              </a:lnSpc>
              <a:spcBef>
                <a:spcPts val="0"/>
              </a:spcBef>
            </a:pPr>
            <a:r>
              <a:rPr lang="en-US" sz="2000" dirty="0">
                <a:solidFill>
                  <a:srgbClr val="333333"/>
                </a:solidFill>
              </a:rPr>
              <a:t>Automation tool that automatically sends responses through emails.</a:t>
            </a:r>
            <a:endParaRPr lang="en-US" sz="2000" dirty="0"/>
          </a:p>
          <a:p>
            <a:pPr marL="171450" indent="-171450">
              <a:lnSpc>
                <a:spcPct val="150000"/>
              </a:lnSpc>
              <a:spcBef>
                <a:spcPts val="0"/>
              </a:spcBef>
            </a:pPr>
            <a:r>
              <a:rPr lang="en-US" sz="2000" dirty="0">
                <a:solidFill>
                  <a:srgbClr val="333333"/>
                </a:solidFill>
              </a:rPr>
              <a:t>Auto Response Rules were introduced as part of Salesforce’s Sales Cloud &amp; Service cloud to enhance Lead management &amp; Case management.</a:t>
            </a:r>
          </a:p>
          <a:p>
            <a:pPr marL="171450" indent="-171450">
              <a:lnSpc>
                <a:spcPct val="150000"/>
              </a:lnSpc>
              <a:spcBef>
                <a:spcPts val="0"/>
              </a:spcBef>
            </a:pPr>
            <a:r>
              <a:rPr lang="en-US" sz="2000" dirty="0">
                <a:solidFill>
                  <a:srgbClr val="333333"/>
                </a:solidFill>
              </a:rPr>
              <a:t>Available for Lead and Case in Salesforce</a:t>
            </a:r>
          </a:p>
          <a:p>
            <a:pPr marL="171450" indent="-171450">
              <a:lnSpc>
                <a:spcPct val="150000"/>
              </a:lnSpc>
              <a:spcBef>
                <a:spcPts val="0"/>
              </a:spcBef>
            </a:pPr>
            <a:r>
              <a:rPr lang="en-US" sz="2000" dirty="0">
                <a:solidFill>
                  <a:srgbClr val="333333"/>
                </a:solidFill>
              </a:rPr>
              <a:t>There can be multiple auto response rules but only 1 is active at a time</a:t>
            </a:r>
          </a:p>
          <a:p>
            <a:pPr marL="171450" indent="-171450">
              <a:lnSpc>
                <a:spcPct val="150000"/>
              </a:lnSpc>
              <a:spcBef>
                <a:spcPts val="0"/>
              </a:spcBef>
            </a:pPr>
            <a:r>
              <a:rPr lang="en-US" sz="2000" dirty="0">
                <a:solidFill>
                  <a:srgbClr val="333333"/>
                </a:solidFill>
              </a:rPr>
              <a:t>Email responses can be tracked in the Activity History related list</a:t>
            </a:r>
          </a:p>
          <a:p>
            <a:pPr marL="0" indent="0">
              <a:lnSpc>
                <a:spcPct val="150000"/>
              </a:lnSpc>
              <a:spcBef>
                <a:spcPts val="0"/>
              </a:spcBef>
              <a:buNone/>
            </a:pPr>
            <a:endParaRPr lang="en-US" sz="2000">
              <a:solidFill>
                <a:srgbClr val="333333"/>
              </a:solidFill>
            </a:endParaRPr>
          </a:p>
        </p:txBody>
      </p:sp>
    </p:spTree>
    <p:extLst>
      <p:ext uri="{BB962C8B-B14F-4D97-AF65-F5344CB8AC3E}">
        <p14:creationId xmlns:p14="http://schemas.microsoft.com/office/powerpoint/2010/main" val="3896376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Auto Response Rule</a:t>
            </a:r>
          </a:p>
        </p:txBody>
      </p:sp>
      <p:sp>
        <p:nvSpPr>
          <p:cNvPr id="204" name="Google Shape;204;p21"/>
          <p:cNvSpPr txBox="1">
            <a:spLocks noGrp="1"/>
          </p:cNvSpPr>
          <p:nvPr>
            <p:ph type="body" idx="2"/>
          </p:nvPr>
        </p:nvSpPr>
        <p:spPr>
          <a:xfrm>
            <a:off x="373969" y="1383937"/>
            <a:ext cx="11522700" cy="4835400"/>
          </a:xfrm>
          <a:prstGeom prst="rect">
            <a:avLst/>
          </a:prstGeom>
          <a:noFill/>
          <a:ln>
            <a:noFill/>
          </a:ln>
        </p:spPr>
        <p:txBody>
          <a:bodyPr spcFirstLastPara="1" wrap="square" lIns="91425" tIns="45700" rIns="91425" bIns="45700" anchor="t" anchorCtr="0">
            <a:noAutofit/>
          </a:bodyPr>
          <a:lstStyle/>
          <a:p>
            <a:pPr>
              <a:buNone/>
            </a:pPr>
            <a:r>
              <a:rPr lang="en-US" sz="2400" b="1" dirty="0"/>
              <a:t>Why Is It Necessary?</a:t>
            </a:r>
            <a:endParaRPr lang="en-US" sz="2400" dirty="0"/>
          </a:p>
          <a:p>
            <a:pPr marL="285750" indent="-285750"/>
            <a:r>
              <a:rPr lang="en-US" sz="2000" b="1" dirty="0">
                <a:solidFill>
                  <a:srgbClr val="333333"/>
                </a:solidFill>
              </a:rPr>
              <a:t>Improves customer experience</a:t>
            </a:r>
            <a:r>
              <a:rPr lang="en-US" sz="2000" dirty="0">
                <a:solidFill>
                  <a:srgbClr val="333333"/>
                </a:solidFill>
              </a:rPr>
              <a:t> by sending immediate confirmation.</a:t>
            </a:r>
            <a:endParaRPr lang="en-US" sz="2000" dirty="0"/>
          </a:p>
          <a:p>
            <a:pPr marL="285750" indent="-285750"/>
            <a:r>
              <a:rPr lang="en-US" sz="2000" b="1" dirty="0">
                <a:solidFill>
                  <a:srgbClr val="333333"/>
                </a:solidFill>
              </a:rPr>
              <a:t>Prevents </a:t>
            </a:r>
            <a:r>
              <a:rPr lang="en-US" sz="2000" dirty="0">
                <a:solidFill>
                  <a:srgbClr val="333333"/>
                </a:solidFill>
              </a:rPr>
              <a:t>leads from going</a:t>
            </a:r>
            <a:r>
              <a:rPr lang="en-US" sz="2000" b="1" dirty="0">
                <a:solidFill>
                  <a:srgbClr val="333333"/>
                </a:solidFill>
              </a:rPr>
              <a:t> cold/unattended</a:t>
            </a:r>
            <a:r>
              <a:rPr lang="en-US" sz="2000" dirty="0">
                <a:solidFill>
                  <a:srgbClr val="333333"/>
                </a:solidFill>
              </a:rPr>
              <a:t>.</a:t>
            </a:r>
            <a:endParaRPr lang="en-US" sz="2000" dirty="0"/>
          </a:p>
          <a:p>
            <a:pPr marL="285750" indent="-285750"/>
            <a:r>
              <a:rPr lang="en-US" sz="2000" dirty="0">
                <a:solidFill>
                  <a:srgbClr val="333333"/>
                </a:solidFill>
              </a:rPr>
              <a:t>Allows </a:t>
            </a:r>
            <a:r>
              <a:rPr lang="en-US" sz="2000" b="1" dirty="0">
                <a:solidFill>
                  <a:srgbClr val="333333"/>
                </a:solidFill>
              </a:rPr>
              <a:t>your team to focus on high-priority tasks</a:t>
            </a:r>
            <a:r>
              <a:rPr lang="en-US" sz="2000" dirty="0">
                <a:solidFill>
                  <a:srgbClr val="333333"/>
                </a:solidFill>
              </a:rPr>
              <a:t> while </a:t>
            </a:r>
            <a:r>
              <a:rPr lang="en-US" sz="2000" b="1" dirty="0">
                <a:solidFill>
                  <a:srgbClr val="333333"/>
                </a:solidFill>
              </a:rPr>
              <a:t>still acknowledging customer inquiries.</a:t>
            </a:r>
          </a:p>
          <a:p>
            <a:pPr marL="0" indent="0">
              <a:buNone/>
            </a:pPr>
            <a:endParaRPr lang="en-US" sz="1800">
              <a:solidFill>
                <a:srgbClr val="333333"/>
              </a:solidFill>
            </a:endParaRPr>
          </a:p>
          <a:p>
            <a:pPr marL="50800" indent="0">
              <a:buNone/>
            </a:pPr>
            <a:r>
              <a:rPr lang="en-US" sz="2400" b="1" dirty="0"/>
              <a:t>Implementation Steps:</a:t>
            </a:r>
            <a:endParaRPr lang="en-US" sz="2400" dirty="0">
              <a:solidFill>
                <a:srgbClr val="333333"/>
              </a:solidFill>
            </a:endParaRPr>
          </a:p>
          <a:p>
            <a:r>
              <a:rPr lang="en-US" sz="2000" b="1" dirty="0">
                <a:solidFill>
                  <a:srgbClr val="333333"/>
                </a:solidFill>
              </a:rPr>
              <a:t>Navigate to Setup:</a:t>
            </a:r>
            <a:r>
              <a:rPr lang="en-US" sz="2000" dirty="0">
                <a:solidFill>
                  <a:srgbClr val="333333"/>
                </a:solidFill>
              </a:rPr>
              <a:t> Go to the Salesforce Setup and search for "Auto Response Rules."</a:t>
            </a:r>
            <a:endParaRPr lang="en-US" sz="2000" dirty="0"/>
          </a:p>
          <a:p>
            <a:r>
              <a:rPr lang="en-US" sz="2000" b="1" dirty="0">
                <a:solidFill>
                  <a:srgbClr val="333333"/>
                </a:solidFill>
              </a:rPr>
              <a:t>Create New Rule:</a:t>
            </a:r>
            <a:r>
              <a:rPr lang="en-US" sz="2000" dirty="0">
                <a:solidFill>
                  <a:srgbClr val="333333"/>
                </a:solidFill>
              </a:rPr>
              <a:t> Click on "New" to create a rule for either leads or cases.</a:t>
            </a:r>
            <a:endParaRPr lang="en-US" sz="2000" dirty="0"/>
          </a:p>
          <a:p>
            <a:r>
              <a:rPr lang="en-US" sz="2000" b="1" dirty="0">
                <a:solidFill>
                  <a:srgbClr val="333333"/>
                </a:solidFill>
              </a:rPr>
              <a:t>Define Criteria:</a:t>
            </a:r>
            <a:r>
              <a:rPr lang="en-US" sz="2000" dirty="0">
                <a:solidFill>
                  <a:srgbClr val="333333"/>
                </a:solidFill>
              </a:rPr>
              <a:t> Set criteria, such as the source of the lead or the case priority.</a:t>
            </a:r>
            <a:endParaRPr lang="en-US" sz="2000" dirty="0"/>
          </a:p>
          <a:p>
            <a:r>
              <a:rPr lang="en-US" sz="2000" b="1" dirty="0">
                <a:solidFill>
                  <a:srgbClr val="333333"/>
                </a:solidFill>
              </a:rPr>
              <a:t>Assign Response Templates:</a:t>
            </a:r>
            <a:r>
              <a:rPr lang="en-US" sz="2000" dirty="0">
                <a:solidFill>
                  <a:srgbClr val="333333"/>
                </a:solidFill>
              </a:rPr>
              <a:t> Choose an email template that the customer will receive.</a:t>
            </a:r>
            <a:endParaRPr lang="en-US" sz="2000" dirty="0"/>
          </a:p>
          <a:p>
            <a:r>
              <a:rPr lang="en-US" sz="2000" b="1" dirty="0">
                <a:solidFill>
                  <a:srgbClr val="333333"/>
                </a:solidFill>
              </a:rPr>
              <a:t>Activate the Rule:</a:t>
            </a:r>
            <a:r>
              <a:rPr lang="en-US" sz="2000" dirty="0">
                <a:solidFill>
                  <a:srgbClr val="333333"/>
                </a:solidFill>
              </a:rPr>
              <a:t> Make sure to activate the rule</a:t>
            </a:r>
            <a:endParaRPr lang="en-US" sz="2000" dirty="0"/>
          </a:p>
          <a:p>
            <a:pPr marL="0" indent="0">
              <a:lnSpc>
                <a:spcPct val="150000"/>
              </a:lnSpc>
              <a:spcBef>
                <a:spcPts val="0"/>
              </a:spcBef>
              <a:buNone/>
            </a:pPr>
            <a:endParaRPr lang="en-US" sz="2000">
              <a:solidFill>
                <a:srgbClr val="333333"/>
              </a:solidFill>
              <a:latin typeface="Arial Nova"/>
            </a:endParaRPr>
          </a:p>
        </p:txBody>
      </p:sp>
    </p:spTree>
    <p:extLst>
      <p:ext uri="{BB962C8B-B14F-4D97-AF65-F5344CB8AC3E}">
        <p14:creationId xmlns:p14="http://schemas.microsoft.com/office/powerpoint/2010/main" val="4290460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fontAlgn="base">
              <a:spcBef>
                <a:spcPts val="0"/>
              </a:spcBef>
            </a:pPr>
            <a:r>
              <a:rPr lang="en-IN"/>
              <a:t>Example of Auto-Response Rules</a:t>
            </a:r>
          </a:p>
        </p:txBody>
      </p:sp>
      <p:sp>
        <p:nvSpPr>
          <p:cNvPr id="204" name="Google Shape;204;p21"/>
          <p:cNvSpPr txBox="1">
            <a:spLocks noGrp="1"/>
          </p:cNvSpPr>
          <p:nvPr>
            <p:ph type="body" idx="2"/>
          </p:nvPr>
        </p:nvSpPr>
        <p:spPr>
          <a:xfrm>
            <a:off x="373969" y="1383937"/>
            <a:ext cx="11522700" cy="4835400"/>
          </a:xfrm>
          <a:prstGeom prst="rect">
            <a:avLst/>
          </a:prstGeom>
          <a:noFill/>
          <a:ln>
            <a:noFill/>
          </a:ln>
        </p:spPr>
        <p:txBody>
          <a:bodyPr spcFirstLastPara="1" wrap="square" lIns="91425" tIns="45700" rIns="91425" bIns="45700" anchor="t" anchorCtr="0">
            <a:noAutofit/>
          </a:bodyPr>
          <a:lstStyle/>
          <a:p>
            <a:pPr marL="228605" lvl="0" indent="-50805" algn="l" rtl="0">
              <a:lnSpc>
                <a:spcPct val="150000"/>
              </a:lnSpc>
              <a:spcBef>
                <a:spcPts val="0"/>
              </a:spcBef>
              <a:spcAft>
                <a:spcPts val="0"/>
              </a:spcAft>
              <a:buClr>
                <a:srgbClr val="3F3F3F"/>
              </a:buClr>
              <a:buSzPts val="2800"/>
              <a:buNone/>
            </a:pPr>
            <a:r>
              <a:rPr lang="en-US" sz="1800">
                <a:solidFill>
                  <a:srgbClr val="3C4043"/>
                </a:solidFill>
                <a:highlight>
                  <a:srgbClr val="FFFFFF"/>
                </a:highlight>
                <a:latin typeface="Roboto"/>
                <a:ea typeface="Roboto"/>
                <a:cs typeface="Roboto"/>
                <a:sym typeface="Roboto"/>
              </a:rPr>
              <a:t>          </a:t>
            </a: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a:ea typeface="Roboto"/>
              <a:cs typeface="Roboto"/>
              <a:sym typeface="Roboto"/>
            </a:endParaRPr>
          </a:p>
        </p:txBody>
      </p:sp>
      <p:pic>
        <p:nvPicPr>
          <p:cNvPr id="2" name="Picture 1" descr="A screenshot of a computer&#10;&#10;Description automatically generated">
            <a:extLst>
              <a:ext uri="{FF2B5EF4-FFF2-40B4-BE49-F238E27FC236}">
                <a16:creationId xmlns:a16="http://schemas.microsoft.com/office/drawing/2014/main" id="{4D4EDE3B-BB37-CD24-EC91-E70AD99E20F5}"/>
              </a:ext>
            </a:extLst>
          </p:cNvPr>
          <p:cNvPicPr>
            <a:picLocks noChangeAspect="1"/>
          </p:cNvPicPr>
          <p:nvPr/>
        </p:nvPicPr>
        <p:blipFill>
          <a:blip r:embed="rId3"/>
          <a:stretch>
            <a:fillRect/>
          </a:stretch>
        </p:blipFill>
        <p:spPr>
          <a:xfrm>
            <a:off x="1037166" y="1443639"/>
            <a:ext cx="10456334" cy="4700972"/>
          </a:xfrm>
          <a:prstGeom prst="rect">
            <a:avLst/>
          </a:prstGeom>
        </p:spPr>
      </p:pic>
    </p:spTree>
    <p:extLst>
      <p:ext uri="{BB962C8B-B14F-4D97-AF65-F5344CB8AC3E}">
        <p14:creationId xmlns:p14="http://schemas.microsoft.com/office/powerpoint/2010/main" val="3531216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US"/>
              <a:t>Escalation Rules</a:t>
            </a:r>
          </a:p>
        </p:txBody>
      </p:sp>
      <p:sp>
        <p:nvSpPr>
          <p:cNvPr id="204" name="Google Shape;204;p21"/>
          <p:cNvSpPr txBox="1">
            <a:spLocks noGrp="1"/>
          </p:cNvSpPr>
          <p:nvPr>
            <p:ph type="body" idx="2"/>
          </p:nvPr>
        </p:nvSpPr>
        <p:spPr>
          <a:xfrm>
            <a:off x="373969" y="1299270"/>
            <a:ext cx="11522700" cy="4835400"/>
          </a:xfrm>
          <a:prstGeom prst="rect">
            <a:avLst/>
          </a:prstGeom>
          <a:noFill/>
          <a:ln>
            <a:noFill/>
          </a:ln>
        </p:spPr>
        <p:txBody>
          <a:bodyPr spcFirstLastPara="1" wrap="square" lIns="91425" tIns="45700" rIns="91425" bIns="45700" anchor="t" anchorCtr="0">
            <a:noAutofit/>
          </a:bodyPr>
          <a:lstStyle/>
          <a:p>
            <a:pPr marL="0" indent="0">
              <a:lnSpc>
                <a:spcPct val="150000"/>
              </a:lnSpc>
              <a:spcBef>
                <a:spcPts val="0"/>
              </a:spcBef>
              <a:buNone/>
            </a:pPr>
            <a:r>
              <a:rPr lang="en-US" sz="2000" b="1">
                <a:solidFill>
                  <a:srgbClr val="333333"/>
                </a:solidFill>
              </a:rPr>
              <a:t>Business Scenario:</a:t>
            </a:r>
          </a:p>
          <a:p>
            <a:pPr marL="171450" indent="-171450">
              <a:lnSpc>
                <a:spcPct val="150000"/>
              </a:lnSpc>
            </a:pPr>
            <a:r>
              <a:rPr lang="en-US" sz="2000">
                <a:solidFill>
                  <a:srgbClr val="333333"/>
                </a:solidFill>
              </a:rPr>
              <a:t>A customer purchases a high-end smartphone from your E-Commerce platform, but after receiving the product, they notice that the phone is defective. </a:t>
            </a:r>
          </a:p>
          <a:p>
            <a:pPr marL="171450" indent="-171450">
              <a:lnSpc>
                <a:spcPct val="150000"/>
              </a:lnSpc>
            </a:pPr>
            <a:r>
              <a:rPr lang="en-US" sz="2000">
                <a:solidFill>
                  <a:srgbClr val="333333"/>
                </a:solidFill>
              </a:rPr>
              <a:t>The customer immediately raises a support ticket with your customer service team, explaining the issue and requesting a replacement.</a:t>
            </a:r>
          </a:p>
          <a:p>
            <a:pPr marL="171450" indent="-171450">
              <a:lnSpc>
                <a:spcPct val="150000"/>
              </a:lnSpc>
              <a:spcBef>
                <a:spcPts val="0"/>
              </a:spcBef>
            </a:pPr>
            <a:r>
              <a:rPr lang="en-US" sz="2000">
                <a:solidFill>
                  <a:srgbClr val="333333"/>
                </a:solidFill>
              </a:rPr>
              <a:t>For the customer, the issue is urgent, as they have spent a significant amount of money and expect a quick resolution. However, your customer support team is overloaded with other requests, and the case might be overlooked or delayed.</a:t>
            </a:r>
            <a:endParaRPr lang="en-US"/>
          </a:p>
          <a:p>
            <a:pPr marL="171450" indent="-171450">
              <a:lnSpc>
                <a:spcPct val="150000"/>
              </a:lnSpc>
              <a:spcBef>
                <a:spcPts val="0"/>
              </a:spcBef>
            </a:pPr>
            <a:r>
              <a:rPr lang="en-US" sz="2000">
                <a:solidFill>
                  <a:srgbClr val="333333"/>
                </a:solidFill>
              </a:rPr>
              <a:t>The customer reports the issue via the platform’s support portal, and a case is automatically created in Salesforce. The customer expects a response within 4 hours, but no one has yet responded to the case.</a:t>
            </a:r>
          </a:p>
          <a:p>
            <a:pPr marL="228600" indent="-50800">
              <a:lnSpc>
                <a:spcPct val="150000"/>
              </a:lnSpc>
              <a:spcBef>
                <a:spcPts val="0"/>
              </a:spcBef>
              <a:buNone/>
            </a:pPr>
            <a:endParaRPr lang="en-US"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lang="en-US"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lang="en-US" sz="1800">
              <a:solidFill>
                <a:srgbClr val="3C4043"/>
              </a:solidFill>
              <a:highlight>
                <a:srgbClr val="FFFFFF"/>
              </a:highlight>
              <a:latin typeface="Roboto"/>
              <a:ea typeface="Roboto"/>
              <a:cs typeface="Roboto"/>
            </a:endParaRPr>
          </a:p>
          <a:p>
            <a:pPr marL="228600" indent="-50800">
              <a:lnSpc>
                <a:spcPct val="150000"/>
              </a:lnSpc>
              <a:spcBef>
                <a:spcPts val="0"/>
              </a:spcBef>
              <a:buNone/>
            </a:pPr>
            <a:endParaRPr lang="en-US" sz="1050">
              <a:solidFill>
                <a:srgbClr val="3C4043"/>
              </a:solidFill>
              <a:highlight>
                <a:srgbClr val="FFFFFF"/>
              </a:highlight>
              <a:latin typeface="Roboto"/>
              <a:ea typeface="Roboto"/>
              <a:cs typeface="Roboto"/>
            </a:endParaRPr>
          </a:p>
        </p:txBody>
      </p:sp>
    </p:spTree>
    <p:extLst>
      <p:ext uri="{BB962C8B-B14F-4D97-AF65-F5344CB8AC3E}">
        <p14:creationId xmlns:p14="http://schemas.microsoft.com/office/powerpoint/2010/main" val="4067473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US"/>
              <a:t>Escalation Rules</a:t>
            </a:r>
          </a:p>
        </p:txBody>
      </p:sp>
      <p:sp>
        <p:nvSpPr>
          <p:cNvPr id="204" name="Google Shape;204;p21"/>
          <p:cNvSpPr txBox="1">
            <a:spLocks noGrp="1"/>
          </p:cNvSpPr>
          <p:nvPr>
            <p:ph type="body" idx="2"/>
          </p:nvPr>
        </p:nvSpPr>
        <p:spPr>
          <a:xfrm>
            <a:off x="373969" y="1688930"/>
            <a:ext cx="11448617" cy="3472073"/>
          </a:xfrm>
          <a:prstGeom prst="rect">
            <a:avLst/>
          </a:prstGeom>
          <a:noFill/>
          <a:ln>
            <a:noFill/>
          </a:ln>
        </p:spPr>
        <p:txBody>
          <a:bodyPr spcFirstLastPara="1" wrap="square" lIns="91425" tIns="45700" rIns="91425" bIns="45700" anchor="t" anchorCtr="0">
            <a:noAutofit/>
          </a:bodyPr>
          <a:lstStyle/>
          <a:p>
            <a:pPr marL="0" indent="0">
              <a:buNone/>
            </a:pPr>
            <a:r>
              <a:rPr lang="en-US" sz="2000" b="1">
                <a:solidFill>
                  <a:srgbClr val="333333"/>
                </a:solidFill>
              </a:rPr>
              <a:t>Summary of Use Case:</a:t>
            </a:r>
          </a:p>
          <a:p>
            <a:pPr marL="285750" indent="-285750"/>
            <a:r>
              <a:rPr lang="en-US" sz="2000" b="1">
                <a:solidFill>
                  <a:srgbClr val="333333"/>
                </a:solidFill>
              </a:rPr>
              <a:t>Customer Expectations:</a:t>
            </a:r>
            <a:r>
              <a:rPr lang="en-US" sz="2000">
                <a:solidFill>
                  <a:srgbClr val="333333"/>
                </a:solidFill>
              </a:rPr>
              <a:t> The customer expects their defective mobile phone to be replaced or refunded quickly.</a:t>
            </a:r>
            <a:endParaRPr lang="en-US"/>
          </a:p>
          <a:p>
            <a:pPr marL="285750" indent="-285750"/>
            <a:endParaRPr lang="en-US" sz="2000">
              <a:solidFill>
                <a:srgbClr val="333333"/>
              </a:solidFill>
            </a:endParaRPr>
          </a:p>
          <a:p>
            <a:pPr marL="285750" indent="-285750"/>
            <a:r>
              <a:rPr lang="en-US" sz="2000" b="1">
                <a:solidFill>
                  <a:srgbClr val="333333"/>
                </a:solidFill>
              </a:rPr>
              <a:t>Risk of Escalation:</a:t>
            </a:r>
            <a:r>
              <a:rPr lang="en-US" sz="2000">
                <a:solidFill>
                  <a:srgbClr val="333333"/>
                </a:solidFill>
              </a:rPr>
              <a:t> If the issue is not resolved in a timely manner, the customer may leave negative reviews, demand compensation, or switch to a competitor.</a:t>
            </a:r>
            <a:endParaRPr lang="en-US"/>
          </a:p>
          <a:p>
            <a:pPr marL="285750" indent="-285750"/>
            <a:endParaRPr lang="en-US" sz="2000">
              <a:solidFill>
                <a:srgbClr val="333333"/>
              </a:solidFill>
            </a:endParaRPr>
          </a:p>
          <a:p>
            <a:pPr marL="285750" indent="-285750"/>
            <a:r>
              <a:rPr lang="en-US" sz="2000" b="1">
                <a:solidFill>
                  <a:srgbClr val="333333"/>
                </a:solidFill>
              </a:rPr>
              <a:t>Timely Escalation:</a:t>
            </a:r>
            <a:r>
              <a:rPr lang="en-US" sz="2000">
                <a:solidFill>
                  <a:srgbClr val="333333"/>
                </a:solidFill>
              </a:rPr>
              <a:t> Escalation ensures that urgent cases don’t get stuck at the lower levels of support, and higher authorities get involved before the situation escalates externally.</a:t>
            </a:r>
            <a:endParaRPr lang="en-US"/>
          </a:p>
        </p:txBody>
      </p:sp>
    </p:spTree>
    <p:extLst>
      <p:ext uri="{BB962C8B-B14F-4D97-AF65-F5344CB8AC3E}">
        <p14:creationId xmlns:p14="http://schemas.microsoft.com/office/powerpoint/2010/main" val="1964137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US"/>
              <a:t>Escalation Rules</a:t>
            </a:r>
          </a:p>
        </p:txBody>
      </p:sp>
      <p:sp>
        <p:nvSpPr>
          <p:cNvPr id="204" name="Google Shape;204;p21"/>
          <p:cNvSpPr txBox="1">
            <a:spLocks noGrp="1"/>
          </p:cNvSpPr>
          <p:nvPr>
            <p:ph type="body" idx="2"/>
          </p:nvPr>
        </p:nvSpPr>
        <p:spPr>
          <a:xfrm>
            <a:off x="373969" y="1309854"/>
            <a:ext cx="11448617" cy="4729566"/>
          </a:xfrm>
          <a:prstGeom prst="rect">
            <a:avLst/>
          </a:prstGeom>
          <a:noFill/>
          <a:ln>
            <a:noFill/>
          </a:ln>
        </p:spPr>
        <p:txBody>
          <a:bodyPr spcFirstLastPara="1" wrap="square" lIns="91425" tIns="45700" rIns="91425" bIns="45700" anchor="t" anchorCtr="0">
            <a:noAutofit/>
          </a:bodyPr>
          <a:lstStyle/>
          <a:p>
            <a:pPr marL="0" indent="0">
              <a:lnSpc>
                <a:spcPct val="150000"/>
              </a:lnSpc>
              <a:spcBef>
                <a:spcPts val="0"/>
              </a:spcBef>
              <a:buNone/>
            </a:pPr>
            <a:r>
              <a:rPr lang="en-US" sz="2000" b="1">
                <a:solidFill>
                  <a:srgbClr val="333333"/>
                </a:solidFill>
              </a:rPr>
              <a:t>Solution:</a:t>
            </a:r>
            <a:endParaRPr lang="en-US"/>
          </a:p>
          <a:p>
            <a:pPr marL="171450" indent="-171450">
              <a:lnSpc>
                <a:spcPct val="150000"/>
              </a:lnSpc>
              <a:spcBef>
                <a:spcPts val="0"/>
              </a:spcBef>
            </a:pPr>
            <a:r>
              <a:rPr lang="en-US" sz="2000" b="1">
                <a:solidFill>
                  <a:srgbClr val="333333"/>
                </a:solidFill>
              </a:rPr>
              <a:t>First Escalation:</a:t>
            </a:r>
            <a:r>
              <a:rPr lang="en-US" sz="2000">
                <a:solidFill>
                  <a:srgbClr val="333333"/>
                </a:solidFill>
              </a:rPr>
              <a:t> If no one responds to the case </a:t>
            </a:r>
            <a:r>
              <a:rPr lang="en-US" sz="2000" b="1">
                <a:solidFill>
                  <a:srgbClr val="333333"/>
                </a:solidFill>
              </a:rPr>
              <a:t>within 4 hours</a:t>
            </a:r>
            <a:r>
              <a:rPr lang="en-US" sz="2000">
                <a:solidFill>
                  <a:srgbClr val="333333"/>
                </a:solidFill>
              </a:rPr>
              <a:t>, escalate the case to a </a:t>
            </a:r>
            <a:r>
              <a:rPr lang="en-US" sz="2000" b="1">
                <a:solidFill>
                  <a:srgbClr val="333333"/>
                </a:solidFill>
              </a:rPr>
              <a:t>Senior Customer Support Agent</a:t>
            </a:r>
            <a:r>
              <a:rPr lang="en-US" sz="2000">
                <a:solidFill>
                  <a:srgbClr val="333333"/>
                </a:solidFill>
              </a:rPr>
              <a:t> to ensure it gets immediate attention.</a:t>
            </a:r>
            <a:endParaRPr lang="en-US"/>
          </a:p>
          <a:p>
            <a:pPr marL="171450" indent="-171450">
              <a:lnSpc>
                <a:spcPct val="150000"/>
              </a:lnSpc>
              <a:spcBef>
                <a:spcPts val="0"/>
              </a:spcBef>
            </a:pPr>
            <a:r>
              <a:rPr lang="en-US" sz="2000" b="1">
                <a:solidFill>
                  <a:srgbClr val="333333"/>
                </a:solidFill>
              </a:rPr>
              <a:t>Second Escalation:</a:t>
            </a:r>
            <a:r>
              <a:rPr lang="en-US" sz="2000">
                <a:solidFill>
                  <a:srgbClr val="333333"/>
                </a:solidFill>
              </a:rPr>
              <a:t> </a:t>
            </a:r>
            <a:r>
              <a:rPr lang="en-US" sz="2000" b="1">
                <a:solidFill>
                  <a:srgbClr val="333333"/>
                </a:solidFill>
              </a:rPr>
              <a:t>After 8 hours</a:t>
            </a:r>
            <a:r>
              <a:rPr lang="en-US" sz="2000">
                <a:solidFill>
                  <a:srgbClr val="333333"/>
                </a:solidFill>
              </a:rPr>
              <a:t>, escalate the case to the </a:t>
            </a:r>
            <a:r>
              <a:rPr lang="en-US" sz="2000" b="1">
                <a:solidFill>
                  <a:srgbClr val="333333"/>
                </a:solidFill>
              </a:rPr>
              <a:t>Customer Support Manager </a:t>
            </a:r>
            <a:r>
              <a:rPr lang="en-US" sz="2000">
                <a:solidFill>
                  <a:srgbClr val="333333"/>
                </a:solidFill>
              </a:rPr>
              <a:t>for resolution, ensuring that a replacement or refund is initiated.</a:t>
            </a:r>
            <a:endParaRPr lang="en-US"/>
          </a:p>
          <a:p>
            <a:pPr marL="171450" indent="-171450">
              <a:lnSpc>
                <a:spcPct val="150000"/>
              </a:lnSpc>
              <a:spcBef>
                <a:spcPts val="0"/>
              </a:spcBef>
            </a:pPr>
            <a:r>
              <a:rPr lang="en-US" sz="2000" b="1">
                <a:solidFill>
                  <a:srgbClr val="333333"/>
                </a:solidFill>
              </a:rPr>
              <a:t>Final Escalation:</a:t>
            </a:r>
            <a:r>
              <a:rPr lang="en-US" sz="2000">
                <a:solidFill>
                  <a:srgbClr val="333333"/>
                </a:solidFill>
              </a:rPr>
              <a:t> If the issue persists </a:t>
            </a:r>
            <a:r>
              <a:rPr lang="en-US" sz="2000" b="1">
                <a:solidFill>
                  <a:srgbClr val="333333"/>
                </a:solidFill>
              </a:rPr>
              <a:t>beyond 8 hours</a:t>
            </a:r>
            <a:r>
              <a:rPr lang="en-US" sz="2000">
                <a:solidFill>
                  <a:srgbClr val="333333"/>
                </a:solidFill>
              </a:rPr>
              <a:t>, escalate to the </a:t>
            </a:r>
            <a:r>
              <a:rPr lang="en-US" sz="2000" b="1">
                <a:solidFill>
                  <a:srgbClr val="333333"/>
                </a:solidFill>
              </a:rPr>
              <a:t>Head of Operations</a:t>
            </a:r>
            <a:r>
              <a:rPr lang="en-US" sz="2000">
                <a:solidFill>
                  <a:srgbClr val="333333"/>
                </a:solidFill>
              </a:rPr>
              <a:t> / </a:t>
            </a:r>
            <a:r>
              <a:rPr lang="en-US" sz="2000" b="1">
                <a:solidFill>
                  <a:srgbClr val="333333"/>
                </a:solidFill>
              </a:rPr>
              <a:t>Director of Customer Support</a:t>
            </a:r>
            <a:r>
              <a:rPr lang="en-US" sz="2000">
                <a:solidFill>
                  <a:srgbClr val="333333"/>
                </a:solidFill>
              </a:rPr>
              <a:t> for critical action.</a:t>
            </a:r>
            <a:endParaRPr lang="en-US"/>
          </a:p>
        </p:txBody>
      </p:sp>
    </p:spTree>
    <p:extLst>
      <p:ext uri="{BB962C8B-B14F-4D97-AF65-F5344CB8AC3E}">
        <p14:creationId xmlns:p14="http://schemas.microsoft.com/office/powerpoint/2010/main" val="2595326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2"/>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2"/>
              </a:buClr>
              <a:buSzPts val="4000"/>
              <a:buNone/>
            </a:pPr>
            <a:r>
              <a:rPr lang="en-US"/>
              <a:t>Escalation Rules</a:t>
            </a:r>
            <a:endParaRPr/>
          </a:p>
        </p:txBody>
      </p:sp>
      <p:pic>
        <p:nvPicPr>
          <p:cNvPr id="6146" name="Picture 2">
            <a:extLst>
              <a:ext uri="{FF2B5EF4-FFF2-40B4-BE49-F238E27FC236}">
                <a16:creationId xmlns:a16="http://schemas.microsoft.com/office/drawing/2014/main" id="{8166D1D0-9955-47FF-8F57-52383ABB9A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0751" y="1319108"/>
            <a:ext cx="9161080" cy="51111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Escalation Rules</a:t>
            </a:r>
            <a:endParaRPr/>
          </a:p>
          <a:p>
            <a:pPr marL="0" lvl="0" indent="0" algn="ctr" rtl="0">
              <a:lnSpc>
                <a:spcPct val="90000"/>
              </a:lnSpc>
              <a:spcBef>
                <a:spcPts val="0"/>
              </a:spcBef>
              <a:spcAft>
                <a:spcPts val="0"/>
              </a:spcAft>
              <a:buClr>
                <a:schemeClr val="accent2"/>
              </a:buClr>
              <a:buSzPts val="4000"/>
              <a:buNone/>
            </a:pPr>
            <a:endParaRPr/>
          </a:p>
        </p:txBody>
      </p:sp>
      <p:sp>
        <p:nvSpPr>
          <p:cNvPr id="216" name="Google Shape;216;p23"/>
          <p:cNvSpPr txBox="1">
            <a:spLocks noGrp="1"/>
          </p:cNvSpPr>
          <p:nvPr>
            <p:ph type="body" idx="2"/>
          </p:nvPr>
        </p:nvSpPr>
        <p:spPr>
          <a:xfrm>
            <a:off x="376983" y="1296958"/>
            <a:ext cx="11459201" cy="4869400"/>
          </a:xfrm>
          <a:prstGeom prst="rect">
            <a:avLst/>
          </a:prstGeom>
          <a:noFill/>
          <a:ln>
            <a:noFill/>
          </a:ln>
        </p:spPr>
        <p:txBody>
          <a:bodyPr spcFirstLastPara="1" wrap="square" lIns="91425" tIns="45700" rIns="91425" bIns="45700" anchor="t" anchorCtr="0">
            <a:noAutofit/>
          </a:bodyPr>
          <a:lstStyle/>
          <a:p>
            <a:pPr marL="177800" indent="0">
              <a:lnSpc>
                <a:spcPct val="150000"/>
              </a:lnSpc>
              <a:spcBef>
                <a:spcPts val="0"/>
              </a:spcBef>
              <a:buNone/>
            </a:pPr>
            <a:r>
              <a:rPr lang="en-US" sz="1800" b="1">
                <a:solidFill>
                  <a:srgbClr val="3C4043"/>
                </a:solidFill>
                <a:highlight>
                  <a:srgbClr val="FFFFFF"/>
                </a:highlight>
                <a:latin typeface="Roboto"/>
                <a:ea typeface="Roboto"/>
              </a:rPr>
              <a:t>Introduction to Escalation Rules:</a:t>
            </a:r>
          </a:p>
          <a:p>
            <a:pPr marL="463550" indent="-285750">
              <a:lnSpc>
                <a:spcPct val="150000"/>
              </a:lnSpc>
              <a:spcBef>
                <a:spcPts val="0"/>
              </a:spcBef>
            </a:pPr>
            <a:r>
              <a:rPr lang="en-US" sz="1800">
                <a:solidFill>
                  <a:srgbClr val="3C4043"/>
                </a:solidFill>
                <a:highlight>
                  <a:srgbClr val="FFFFFF"/>
                </a:highlight>
                <a:latin typeface="Roboto"/>
                <a:ea typeface="Roboto"/>
              </a:rPr>
              <a:t>Escalation rule is an automation tool that automatically escalate cases to the next level of authority based on predefined conditions.</a:t>
            </a:r>
          </a:p>
          <a:p>
            <a:pPr marL="463550" indent="-285750">
              <a:lnSpc>
                <a:spcPct val="150000"/>
              </a:lnSpc>
              <a:spcBef>
                <a:spcPts val="0"/>
              </a:spcBef>
            </a:pPr>
            <a:r>
              <a:rPr lang="en-US" sz="1800">
                <a:solidFill>
                  <a:srgbClr val="3C4043"/>
                </a:solidFill>
                <a:highlight>
                  <a:srgbClr val="FFFFFF"/>
                </a:highlight>
                <a:latin typeface="Roboto"/>
                <a:ea typeface="Roboto"/>
              </a:rPr>
              <a:t>Escalation rules help ensure that cases are resolved within the expected time frame, particularly those that are high-priority or have not been addressed in a timely manner.</a:t>
            </a:r>
          </a:p>
          <a:p>
            <a:pPr marL="463550" indent="-285750">
              <a:lnSpc>
                <a:spcPct val="150000"/>
              </a:lnSpc>
              <a:spcBef>
                <a:spcPts val="0"/>
              </a:spcBef>
            </a:pPr>
            <a:r>
              <a:rPr lang="en-US" sz="1800">
                <a:solidFill>
                  <a:srgbClr val="3C4043"/>
                </a:solidFill>
                <a:highlight>
                  <a:srgbClr val="FFFFFF"/>
                </a:highlight>
                <a:latin typeface="Roboto"/>
                <a:ea typeface="Roboto"/>
              </a:rPr>
              <a:t>Available for Case object</a:t>
            </a:r>
          </a:p>
          <a:p>
            <a:pPr marL="463550" indent="-285750">
              <a:lnSpc>
                <a:spcPct val="150000"/>
              </a:lnSpc>
              <a:spcBef>
                <a:spcPts val="0"/>
              </a:spcBef>
            </a:pPr>
            <a:r>
              <a:rPr lang="en-US" sz="1800">
                <a:solidFill>
                  <a:srgbClr val="3C4043"/>
                </a:solidFill>
                <a:highlight>
                  <a:srgbClr val="FFFFFF"/>
                </a:highlight>
                <a:latin typeface="Roboto"/>
                <a:ea typeface="Roboto"/>
                <a:cs typeface="Roboto"/>
              </a:rPr>
              <a:t>Orgs typically use one escalation rule that consists of multiple rule entries</a:t>
            </a:r>
          </a:p>
          <a:p>
            <a:pPr marL="463550" indent="-285750">
              <a:lnSpc>
                <a:spcPct val="150000"/>
              </a:lnSpc>
              <a:spcBef>
                <a:spcPts val="0"/>
              </a:spcBef>
            </a:pPr>
            <a:endParaRPr lang="en-US" sz="1800">
              <a:solidFill>
                <a:srgbClr val="3C4043"/>
              </a:solidFill>
              <a:highlight>
                <a:srgbClr val="FFFFFF"/>
              </a:highlight>
              <a:latin typeface="Roboto"/>
              <a:ea typeface="Roboto"/>
            </a:endParaRPr>
          </a:p>
          <a:p>
            <a:pPr marL="177800" indent="0">
              <a:lnSpc>
                <a:spcPct val="150000"/>
              </a:lnSpc>
              <a:spcBef>
                <a:spcPts val="0"/>
              </a:spcBef>
              <a:buNone/>
            </a:pPr>
            <a:r>
              <a:rPr lang="en-US" sz="1800" b="1">
                <a:solidFill>
                  <a:srgbClr val="3C4043"/>
                </a:solidFill>
                <a:highlight>
                  <a:srgbClr val="FFFFFF"/>
                </a:highlight>
                <a:latin typeface="Roboto"/>
                <a:ea typeface="Roboto"/>
              </a:rPr>
              <a:t>Objectives</a:t>
            </a:r>
            <a:r>
              <a:rPr lang="en-US" sz="1800">
                <a:solidFill>
                  <a:srgbClr val="3C4043"/>
                </a:solidFill>
                <a:highlight>
                  <a:srgbClr val="FFFFFF"/>
                </a:highlight>
                <a:latin typeface="Roboto"/>
                <a:ea typeface="Roboto"/>
              </a:rPr>
              <a:t>:</a:t>
            </a:r>
            <a:endParaRPr lang="en-US"/>
          </a:p>
          <a:p>
            <a:pPr marL="463550" indent="-285750">
              <a:lnSpc>
                <a:spcPct val="150000"/>
              </a:lnSpc>
              <a:spcBef>
                <a:spcPts val="0"/>
              </a:spcBef>
            </a:pPr>
            <a:r>
              <a:rPr lang="en-US" sz="1800">
                <a:solidFill>
                  <a:srgbClr val="3C4043"/>
                </a:solidFill>
                <a:highlight>
                  <a:srgbClr val="FFFFFF"/>
                </a:highlight>
                <a:latin typeface="Roboto"/>
                <a:ea typeface="Roboto"/>
                <a:cs typeface="Roboto"/>
              </a:rPr>
              <a:t>Ensures timely resolution of high-priority issues.</a:t>
            </a:r>
            <a:endParaRPr lang="en-US"/>
          </a:p>
          <a:p>
            <a:pPr marL="463550" indent="-285750">
              <a:lnSpc>
                <a:spcPct val="150000"/>
              </a:lnSpc>
              <a:spcBef>
                <a:spcPts val="0"/>
              </a:spcBef>
            </a:pPr>
            <a:r>
              <a:rPr lang="en-US" sz="1800">
                <a:solidFill>
                  <a:srgbClr val="3C4043"/>
                </a:solidFill>
                <a:highlight>
                  <a:srgbClr val="FFFFFF"/>
                </a:highlight>
                <a:latin typeface="Roboto"/>
                <a:ea typeface="Roboto"/>
                <a:cs typeface="Roboto"/>
              </a:rPr>
              <a:t>Prevent customer dissatisfaction by preventing unnecessary delays.</a:t>
            </a:r>
            <a:endParaRPr lang="en-US"/>
          </a:p>
          <a:p>
            <a:pPr marL="463550" lvl="0" indent="-285750" algn="l">
              <a:lnSpc>
                <a:spcPct val="150000"/>
              </a:lnSpc>
              <a:spcBef>
                <a:spcPts val="0"/>
              </a:spcBef>
              <a:spcAft>
                <a:spcPts val="0"/>
              </a:spcAft>
              <a:buSzPts val="2800"/>
            </a:pPr>
            <a:r>
              <a:rPr lang="en-US" sz="1800">
                <a:solidFill>
                  <a:srgbClr val="3C4043"/>
                </a:solidFill>
                <a:highlight>
                  <a:srgbClr val="FFFFFF"/>
                </a:highlight>
                <a:latin typeface="Roboto"/>
                <a:ea typeface="Roboto"/>
                <a:cs typeface="Roboto"/>
              </a:rPr>
              <a:t>Allows for a structured approach to case resolution.</a:t>
            </a:r>
            <a:endParaRPr lang="en-US"/>
          </a:p>
          <a:p>
            <a:pPr marL="177800" indent="0">
              <a:lnSpc>
                <a:spcPct val="150000"/>
              </a:lnSpc>
              <a:spcBef>
                <a:spcPts val="0"/>
              </a:spcBef>
              <a:buNone/>
            </a:pPr>
            <a:endParaRPr lang="en-US" sz="1800">
              <a:solidFill>
                <a:srgbClr val="3C4043"/>
              </a:solidFill>
              <a:highlight>
                <a:srgbClr val="FFFFFF"/>
              </a:highlight>
              <a:latin typeface="Roboto"/>
              <a:ea typeface="Roboto"/>
            </a:endParaRPr>
          </a:p>
          <a:p>
            <a:pPr marL="463550" lvl="0" indent="-285750" algn="l" rtl="0">
              <a:lnSpc>
                <a:spcPct val="150000"/>
              </a:lnSpc>
              <a:spcBef>
                <a:spcPts val="0"/>
              </a:spcBef>
              <a:spcAft>
                <a:spcPts val="0"/>
              </a:spcAft>
              <a:buClr>
                <a:srgbClr val="3F3F3F"/>
              </a:buClr>
              <a:buSzPts val="2800"/>
            </a:pPr>
            <a:endParaRPr lang="en-US" sz="1800">
              <a:solidFill>
                <a:srgbClr val="3C4043"/>
              </a:solidFill>
              <a:highlight>
                <a:srgbClr val="FFFFFF"/>
              </a:highlight>
              <a:latin typeface="Roboto"/>
              <a:ea typeface="Roboto"/>
            </a:endParaRPr>
          </a:p>
          <a:p>
            <a:pPr marL="463550" indent="-285750">
              <a:lnSpc>
                <a:spcPct val="150000"/>
              </a:lnSpc>
              <a:spcBef>
                <a:spcPts val="0"/>
              </a:spcBef>
            </a:pPr>
            <a:endParaRPr lang="en-US" sz="1800">
              <a:solidFill>
                <a:srgbClr val="3C4043"/>
              </a:solidFill>
              <a:highlight>
                <a:srgbClr val="FFFFFF"/>
              </a:highlight>
              <a:latin typeface="Roboto"/>
              <a:ea typeface="Roboto"/>
            </a:endParaRPr>
          </a:p>
          <a:p>
            <a:pPr marL="463550" indent="-285750">
              <a:lnSpc>
                <a:spcPct val="150000"/>
              </a:lnSpc>
              <a:spcBef>
                <a:spcPts val="0"/>
              </a:spcBef>
            </a:pPr>
            <a:endParaRPr lang="en-US" sz="1800">
              <a:solidFill>
                <a:srgbClr val="3C4043"/>
              </a:solidFill>
              <a:highlight>
                <a:srgbClr val="FFFFFF"/>
              </a:highlight>
              <a:latin typeface="Roboto"/>
              <a:ea typeface="Roboto"/>
            </a:endParaRPr>
          </a:p>
          <a:p>
            <a:pPr marL="463550" indent="-285750">
              <a:lnSpc>
                <a:spcPct val="150000"/>
              </a:lnSpc>
              <a:spcBef>
                <a:spcPts val="0"/>
              </a:spcBef>
            </a:pPr>
            <a:endParaRPr lang="en-US" sz="1800">
              <a:solidFill>
                <a:srgbClr val="3C4043"/>
              </a:solidFill>
              <a:highlight>
                <a:srgbClr val="FFFFFF"/>
              </a:highlight>
              <a:latin typeface="Roboto"/>
              <a:ea typeface="Roboto"/>
            </a:endParaRPr>
          </a:p>
          <a:p>
            <a:pPr marL="228600" indent="-50800">
              <a:lnSpc>
                <a:spcPct val="150000"/>
              </a:lnSpc>
              <a:spcBef>
                <a:spcPts val="0"/>
              </a:spcBef>
              <a:buNone/>
            </a:pPr>
            <a:endParaRPr lang="en-US" sz="1800">
              <a:solidFill>
                <a:srgbClr val="3C4043"/>
              </a:solidFill>
              <a:latin typeface="Roboto"/>
              <a:ea typeface="Roboto"/>
              <a:cs typeface="Roboto"/>
            </a:endParaRPr>
          </a:p>
          <a:p>
            <a:pPr marL="228600" indent="-50800">
              <a:lnSpc>
                <a:spcPct val="150000"/>
              </a:lnSpc>
              <a:spcBef>
                <a:spcPts val="0"/>
              </a:spcBef>
              <a:buNone/>
            </a:pPr>
            <a:endParaRPr lang="en-US" sz="1800">
              <a:solidFill>
                <a:srgbClr val="3C4043"/>
              </a:solidFill>
              <a:latin typeface="Roboto"/>
              <a:ea typeface="Roboto"/>
              <a:cs typeface="Roboto"/>
            </a:endParaRPr>
          </a:p>
          <a:p>
            <a:pPr marL="228600" indent="-50800">
              <a:lnSpc>
                <a:spcPct val="150000"/>
              </a:lnSpc>
              <a:spcBef>
                <a:spcPts val="0"/>
              </a:spcBef>
              <a:buNone/>
            </a:pPr>
            <a:endParaRPr lang="en-US" sz="1800">
              <a:solidFill>
                <a:srgbClr val="3C4043"/>
              </a:solidFill>
              <a:latin typeface="Roboto"/>
              <a:ea typeface="Roboto"/>
              <a:cs typeface="Roboto"/>
            </a:endParaRPr>
          </a:p>
        </p:txBody>
      </p:sp>
    </p:spTree>
    <p:extLst>
      <p:ext uri="{BB962C8B-B14F-4D97-AF65-F5344CB8AC3E}">
        <p14:creationId xmlns:p14="http://schemas.microsoft.com/office/powerpoint/2010/main" val="477958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Structure of Escalation Rules</a:t>
            </a:r>
            <a:endParaRPr/>
          </a:p>
          <a:p>
            <a:pPr marL="0" lvl="0" indent="0" algn="ctr" rtl="0">
              <a:lnSpc>
                <a:spcPct val="90000"/>
              </a:lnSpc>
              <a:spcBef>
                <a:spcPts val="0"/>
              </a:spcBef>
              <a:spcAft>
                <a:spcPts val="0"/>
              </a:spcAft>
              <a:buClr>
                <a:schemeClr val="accent2"/>
              </a:buClr>
              <a:buSzPts val="4000"/>
              <a:buNone/>
            </a:pPr>
            <a:endParaRPr/>
          </a:p>
        </p:txBody>
      </p:sp>
      <p:sp>
        <p:nvSpPr>
          <p:cNvPr id="216" name="Google Shape;216;p23"/>
          <p:cNvSpPr txBox="1">
            <a:spLocks noGrp="1"/>
          </p:cNvSpPr>
          <p:nvPr>
            <p:ph type="body" idx="2"/>
          </p:nvPr>
        </p:nvSpPr>
        <p:spPr>
          <a:xfrm>
            <a:off x="366400" y="1222875"/>
            <a:ext cx="11469784" cy="5186900"/>
          </a:xfrm>
          <a:prstGeom prst="rect">
            <a:avLst/>
          </a:prstGeom>
          <a:noFill/>
          <a:ln>
            <a:noFill/>
          </a:ln>
        </p:spPr>
        <p:txBody>
          <a:bodyPr spcFirstLastPara="1" wrap="square" lIns="91425" tIns="45700" rIns="91425" bIns="45700" anchor="t" anchorCtr="0">
            <a:noAutofit/>
          </a:bodyPr>
          <a:lstStyle/>
          <a:p>
            <a:pPr marL="463550" indent="-285750" fontAlgn="base">
              <a:lnSpc>
                <a:spcPct val="150000"/>
              </a:lnSpc>
              <a:spcBef>
                <a:spcPts val="0"/>
              </a:spcBef>
            </a:pPr>
            <a:r>
              <a:rPr lang="en-US" sz="1800" b="1">
                <a:solidFill>
                  <a:srgbClr val="3C4043"/>
                </a:solidFill>
                <a:highlight>
                  <a:srgbClr val="FFFFFF"/>
                </a:highlight>
                <a:latin typeface="Roboto"/>
                <a:ea typeface="Roboto"/>
              </a:rPr>
              <a:t>Escalation Rule</a:t>
            </a:r>
          </a:p>
          <a:p>
            <a:pPr marL="177800" indent="0" fontAlgn="base">
              <a:lnSpc>
                <a:spcPct val="150000"/>
              </a:lnSpc>
              <a:spcBef>
                <a:spcPts val="0"/>
              </a:spcBef>
              <a:buNone/>
            </a:pPr>
            <a:r>
              <a:rPr lang="en-US" sz="1800">
                <a:solidFill>
                  <a:srgbClr val="3C4043"/>
                </a:solidFill>
                <a:highlight>
                  <a:srgbClr val="FFFFFF"/>
                </a:highlight>
                <a:latin typeface="Roboto"/>
                <a:ea typeface="Roboto"/>
              </a:rPr>
              <a:t>	The escalation rule is the container for all rule entries and rule actions. Only one can be active at a 	time, and most organizations will only need to use one rule.</a:t>
            </a:r>
          </a:p>
          <a:p>
            <a:pPr marL="463550" indent="-285750" fontAlgn="base">
              <a:lnSpc>
                <a:spcPct val="150000"/>
              </a:lnSpc>
              <a:spcBef>
                <a:spcPts val="0"/>
              </a:spcBef>
            </a:pPr>
            <a:endParaRPr lang="en-US" sz="1800">
              <a:solidFill>
                <a:srgbClr val="3C4043"/>
              </a:solidFill>
              <a:highlight>
                <a:srgbClr val="FFFFFF"/>
              </a:highlight>
              <a:latin typeface="Roboto"/>
              <a:ea typeface="Roboto"/>
            </a:endParaRPr>
          </a:p>
          <a:p>
            <a:pPr marL="463550" indent="-285750" fontAlgn="base">
              <a:lnSpc>
                <a:spcPct val="150000"/>
              </a:lnSpc>
              <a:spcBef>
                <a:spcPts val="0"/>
              </a:spcBef>
            </a:pPr>
            <a:r>
              <a:rPr lang="en-US" sz="1800" b="1">
                <a:solidFill>
                  <a:srgbClr val="3C4043"/>
                </a:solidFill>
                <a:highlight>
                  <a:srgbClr val="FFFFFF"/>
                </a:highlight>
                <a:latin typeface="Roboto"/>
                <a:ea typeface="Roboto"/>
              </a:rPr>
              <a:t>Escalation Rule Entry</a:t>
            </a:r>
          </a:p>
          <a:p>
            <a:pPr marL="177800" indent="0" fontAlgn="base">
              <a:lnSpc>
                <a:spcPct val="150000"/>
              </a:lnSpc>
              <a:spcBef>
                <a:spcPts val="0"/>
              </a:spcBef>
              <a:buNone/>
            </a:pPr>
            <a:r>
              <a:rPr lang="en-US" sz="1800">
                <a:solidFill>
                  <a:srgbClr val="3C4043"/>
                </a:solidFill>
                <a:highlight>
                  <a:srgbClr val="FFFFFF"/>
                </a:highlight>
                <a:latin typeface="Roboto"/>
                <a:ea typeface="Roboto"/>
              </a:rPr>
              <a:t>	When a case is created or modified, it will look to the list of rule entries for the first match.  That 	rule entry will determine the case escalation actions.  If no rule is matched, case 	escalation will not 	occur.</a:t>
            </a:r>
          </a:p>
          <a:p>
            <a:pPr marL="463550" indent="-285750" fontAlgn="base">
              <a:lnSpc>
                <a:spcPct val="150000"/>
              </a:lnSpc>
              <a:spcBef>
                <a:spcPts val="0"/>
              </a:spcBef>
            </a:pPr>
            <a:endParaRPr lang="en-US" sz="1800">
              <a:solidFill>
                <a:srgbClr val="3C4043"/>
              </a:solidFill>
              <a:highlight>
                <a:srgbClr val="FFFFFF"/>
              </a:highlight>
              <a:latin typeface="Roboto"/>
              <a:ea typeface="Roboto"/>
            </a:endParaRPr>
          </a:p>
          <a:p>
            <a:pPr marL="463550" indent="-285750" fontAlgn="base">
              <a:lnSpc>
                <a:spcPct val="150000"/>
              </a:lnSpc>
              <a:spcBef>
                <a:spcPts val="0"/>
              </a:spcBef>
            </a:pPr>
            <a:r>
              <a:rPr lang="en-US" sz="1800" b="1">
                <a:solidFill>
                  <a:srgbClr val="3C4043"/>
                </a:solidFill>
                <a:highlight>
                  <a:srgbClr val="FFFFFF"/>
                </a:highlight>
                <a:latin typeface="Roboto"/>
                <a:ea typeface="Roboto"/>
              </a:rPr>
              <a:t>Escalation Actions</a:t>
            </a:r>
          </a:p>
          <a:p>
            <a:pPr marL="177800" indent="0" fontAlgn="base">
              <a:lnSpc>
                <a:spcPct val="150000"/>
              </a:lnSpc>
              <a:spcBef>
                <a:spcPts val="0"/>
              </a:spcBef>
              <a:buNone/>
            </a:pPr>
            <a:r>
              <a:rPr lang="en-US" sz="1800">
                <a:solidFill>
                  <a:srgbClr val="3C4043"/>
                </a:solidFill>
                <a:highlight>
                  <a:srgbClr val="FFFFFF"/>
                </a:highlight>
                <a:latin typeface="Roboto"/>
                <a:ea typeface="Roboto"/>
              </a:rPr>
              <a:t>	Each escalation rule can have many associated actions.  </a:t>
            </a:r>
          </a:p>
          <a:p>
            <a:pPr marL="228600" lvl="0" indent="-50800">
              <a:lnSpc>
                <a:spcPct val="150000"/>
              </a:lnSpc>
              <a:spcBef>
                <a:spcPts val="0"/>
              </a:spcBef>
              <a:buNone/>
            </a:pPr>
            <a:endParaRPr sz="3200">
              <a:solidFill>
                <a:srgbClr val="3C4043"/>
              </a:solidFill>
              <a:highlight>
                <a:srgbClr val="FFFFFF"/>
              </a:highlight>
              <a:latin typeface="Roboto"/>
              <a:ea typeface="Roboto"/>
            </a:endParaRPr>
          </a:p>
          <a:p>
            <a:pPr marL="228600" lvl="0" indent="-50800" algn="ctr">
              <a:lnSpc>
                <a:spcPct val="150000"/>
              </a:lnSpc>
              <a:spcBef>
                <a:spcPts val="0"/>
              </a:spcBef>
              <a:buNone/>
            </a:pPr>
            <a:endParaRPr sz="1800">
              <a:solidFill>
                <a:srgbClr val="3C4043"/>
              </a:solidFill>
              <a:highlight>
                <a:srgbClr val="FFFFFF"/>
              </a:highlight>
              <a:latin typeface="Roboto"/>
              <a:ea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p:txBody>
      </p:sp>
    </p:spTree>
    <p:extLst>
      <p:ext uri="{BB962C8B-B14F-4D97-AF65-F5344CB8AC3E}">
        <p14:creationId xmlns:p14="http://schemas.microsoft.com/office/powerpoint/2010/main" val="2236313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Create Escalation Rules</a:t>
            </a:r>
            <a:endParaRPr/>
          </a:p>
          <a:p>
            <a:pPr marL="0" lvl="0" indent="0" algn="ctr" rtl="0">
              <a:lnSpc>
                <a:spcPct val="90000"/>
              </a:lnSpc>
              <a:spcBef>
                <a:spcPts val="0"/>
              </a:spcBef>
              <a:spcAft>
                <a:spcPts val="0"/>
              </a:spcAft>
              <a:buClr>
                <a:schemeClr val="accent2"/>
              </a:buClr>
              <a:buSzPts val="4000"/>
              <a:buNone/>
            </a:pPr>
            <a:endParaRPr/>
          </a:p>
        </p:txBody>
      </p:sp>
      <p:sp>
        <p:nvSpPr>
          <p:cNvPr id="216" name="Google Shape;216;p23"/>
          <p:cNvSpPr txBox="1">
            <a:spLocks noGrp="1"/>
          </p:cNvSpPr>
          <p:nvPr>
            <p:ph type="body" idx="2"/>
          </p:nvPr>
        </p:nvSpPr>
        <p:spPr>
          <a:xfrm>
            <a:off x="366400" y="1222875"/>
            <a:ext cx="11469784" cy="5186900"/>
          </a:xfrm>
          <a:prstGeom prst="rect">
            <a:avLst/>
          </a:prstGeom>
          <a:noFill/>
          <a:ln>
            <a:noFill/>
          </a:ln>
        </p:spPr>
        <p:txBody>
          <a:bodyPr spcFirstLastPara="1" wrap="square" lIns="91425" tIns="45700" rIns="91425" bIns="45700" anchor="t" anchorCtr="0">
            <a:noAutofit/>
          </a:bodyPr>
          <a:lstStyle/>
          <a:p>
            <a:pPr marL="50800" indent="0" fontAlgn="base">
              <a:buNone/>
            </a:pPr>
            <a:r>
              <a:rPr lang="en-US" b="1"/>
              <a:t>Implementation Steps:</a:t>
            </a:r>
            <a:endParaRPr lang="en-US"/>
          </a:p>
          <a:p>
            <a:r>
              <a:rPr lang="en-US" sz="2000" b="1">
                <a:solidFill>
                  <a:srgbClr val="3C4043"/>
                </a:solidFill>
                <a:highlight>
                  <a:srgbClr val="FFFFFF"/>
                </a:highlight>
              </a:rPr>
              <a:t>Go to Setup:</a:t>
            </a:r>
            <a:r>
              <a:rPr lang="en-US" sz="2000">
                <a:solidFill>
                  <a:srgbClr val="3C4043"/>
                </a:solidFill>
                <a:highlight>
                  <a:srgbClr val="FFFFFF"/>
                </a:highlight>
              </a:rPr>
              <a:t> In Salesforce Setup, search for "Escalation Rules."</a:t>
            </a:r>
            <a:endParaRPr lang="en-US" sz="2000"/>
          </a:p>
          <a:p>
            <a:r>
              <a:rPr lang="en-US" sz="2000" b="1">
                <a:solidFill>
                  <a:srgbClr val="3C4043"/>
                </a:solidFill>
                <a:highlight>
                  <a:srgbClr val="FFFFFF"/>
                </a:highlight>
              </a:rPr>
              <a:t>Create New Rule:</a:t>
            </a:r>
            <a:r>
              <a:rPr lang="en-US" sz="2000">
                <a:solidFill>
                  <a:srgbClr val="3C4043"/>
                </a:solidFill>
                <a:highlight>
                  <a:srgbClr val="FFFFFF"/>
                </a:highlight>
              </a:rPr>
              <a:t> Click "New" to define a rule for escalation based on case priority or time.</a:t>
            </a:r>
            <a:endParaRPr lang="en-US" sz="2000"/>
          </a:p>
          <a:p>
            <a:r>
              <a:rPr lang="en-US" sz="2000" b="1">
                <a:solidFill>
                  <a:srgbClr val="3C4043"/>
                </a:solidFill>
                <a:highlight>
                  <a:srgbClr val="FFFFFF"/>
                </a:highlight>
              </a:rPr>
              <a:t>Define Criteria (Escalation Rule Entry) :</a:t>
            </a:r>
            <a:r>
              <a:rPr lang="en-US" sz="2000">
                <a:solidFill>
                  <a:srgbClr val="3C4043"/>
                </a:solidFill>
                <a:highlight>
                  <a:srgbClr val="FFFFFF"/>
                </a:highlight>
              </a:rPr>
              <a:t> Set criteria for escalation, such as "if a case is not resolved within 24 hours."</a:t>
            </a:r>
            <a:endParaRPr lang="en-US" sz="2000"/>
          </a:p>
          <a:p>
            <a:r>
              <a:rPr lang="en-US" sz="2000" b="1">
                <a:solidFill>
                  <a:srgbClr val="3C4043"/>
                </a:solidFill>
                <a:highlight>
                  <a:srgbClr val="FFFFFF"/>
                </a:highlight>
              </a:rPr>
              <a:t>Assign Users (Escalation Actions):</a:t>
            </a:r>
            <a:r>
              <a:rPr lang="en-US" sz="2000">
                <a:solidFill>
                  <a:srgbClr val="3C4043"/>
                </a:solidFill>
                <a:highlight>
                  <a:srgbClr val="FFFFFF"/>
                </a:highlight>
              </a:rPr>
              <a:t> Specify who the case should escalate to, such as a supervisor or manager.</a:t>
            </a:r>
            <a:endParaRPr lang="en-US" sz="2000"/>
          </a:p>
          <a:p>
            <a:r>
              <a:rPr lang="en-US" sz="2000" b="1">
                <a:solidFill>
                  <a:srgbClr val="3C4043"/>
                </a:solidFill>
                <a:highlight>
                  <a:srgbClr val="FFFFFF"/>
                </a:highlight>
              </a:rPr>
              <a:t>Activate the Rule:</a:t>
            </a:r>
            <a:r>
              <a:rPr lang="en-US" sz="2000">
                <a:solidFill>
                  <a:srgbClr val="3C4043"/>
                </a:solidFill>
                <a:highlight>
                  <a:srgbClr val="FFFFFF"/>
                </a:highlight>
              </a:rPr>
              <a:t> Test and activate the rule.</a:t>
            </a:r>
            <a:endParaRPr lang="en-US" sz="2000"/>
          </a:p>
          <a:p>
            <a:pPr marL="463550" indent="-285750">
              <a:lnSpc>
                <a:spcPct val="150000"/>
              </a:lnSpc>
              <a:spcBef>
                <a:spcPts val="0"/>
              </a:spcBef>
            </a:pPr>
            <a:endParaRPr lang="en-US" sz="1800" b="1">
              <a:solidFill>
                <a:srgbClr val="3C4043"/>
              </a:solidFill>
              <a:highlight>
                <a:srgbClr val="FFFFFF"/>
              </a:highlight>
              <a:latin typeface="Roboto"/>
              <a:ea typeface="Roboto"/>
            </a:endParaRPr>
          </a:p>
          <a:p>
            <a:pPr marL="228600" lvl="0" indent="-50800">
              <a:lnSpc>
                <a:spcPct val="150000"/>
              </a:lnSpc>
              <a:spcBef>
                <a:spcPts val="0"/>
              </a:spcBef>
              <a:buNone/>
            </a:pPr>
            <a:endParaRPr sz="3200">
              <a:solidFill>
                <a:srgbClr val="3C4043"/>
              </a:solidFill>
              <a:highlight>
                <a:srgbClr val="FFFFFF"/>
              </a:highlight>
              <a:latin typeface="Roboto"/>
              <a:ea typeface="Roboto"/>
            </a:endParaRPr>
          </a:p>
          <a:p>
            <a:pPr marL="228600" lvl="0" indent="-50800" algn="ctr">
              <a:lnSpc>
                <a:spcPct val="150000"/>
              </a:lnSpc>
              <a:spcBef>
                <a:spcPts val="0"/>
              </a:spcBef>
              <a:buNone/>
            </a:pPr>
            <a:endParaRPr sz="1800">
              <a:solidFill>
                <a:srgbClr val="3C4043"/>
              </a:solidFill>
              <a:highlight>
                <a:srgbClr val="FFFFFF"/>
              </a:highlight>
              <a:latin typeface="Roboto"/>
              <a:ea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p:txBody>
      </p:sp>
    </p:spTree>
    <p:extLst>
      <p:ext uri="{BB962C8B-B14F-4D97-AF65-F5344CB8AC3E}">
        <p14:creationId xmlns:p14="http://schemas.microsoft.com/office/powerpoint/2010/main" val="260476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5"/>
          <p:cNvSpPr txBox="1">
            <a:spLocks noGrp="1"/>
          </p:cNvSpPr>
          <p:nvPr>
            <p:ph type="body" idx="1"/>
          </p:nvPr>
        </p:nvSpPr>
        <p:spPr>
          <a:xfrm>
            <a:off x="373944" y="31398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err="1"/>
              <a:t>WorkFlow</a:t>
            </a:r>
            <a:endParaRPr/>
          </a:p>
          <a:p>
            <a:pPr marL="0" lvl="0" indent="0" algn="ctr" rtl="0">
              <a:lnSpc>
                <a:spcPct val="90000"/>
              </a:lnSpc>
              <a:spcBef>
                <a:spcPts val="0"/>
              </a:spcBef>
              <a:spcAft>
                <a:spcPts val="0"/>
              </a:spcAft>
              <a:buClr>
                <a:schemeClr val="accent2"/>
              </a:buClr>
              <a:buSzPts val="4000"/>
              <a:buNone/>
            </a:pPr>
            <a:endParaRPr/>
          </a:p>
        </p:txBody>
      </p:sp>
      <p:sp>
        <p:nvSpPr>
          <p:cNvPr id="228" name="Google Shape;228;p25"/>
          <p:cNvSpPr txBox="1">
            <a:spLocks noGrp="1"/>
          </p:cNvSpPr>
          <p:nvPr>
            <p:ph type="body" idx="2"/>
          </p:nvPr>
        </p:nvSpPr>
        <p:spPr>
          <a:xfrm>
            <a:off x="334650" y="1239400"/>
            <a:ext cx="11522700" cy="5297400"/>
          </a:xfrm>
          <a:prstGeom prst="rect">
            <a:avLst/>
          </a:prstGeom>
          <a:noFill/>
          <a:ln>
            <a:noFill/>
          </a:ln>
        </p:spPr>
        <p:txBody>
          <a:bodyPr spcFirstLastPara="1" wrap="square" lIns="91425" tIns="45700" rIns="91425" bIns="45700" anchor="t" anchorCtr="0">
            <a:noAutofit/>
          </a:bodyPr>
          <a:lstStyle/>
          <a:p>
            <a:pPr indent="0">
              <a:lnSpc>
                <a:spcPct val="150000"/>
              </a:lnSpc>
              <a:spcBef>
                <a:spcPts val="0"/>
              </a:spcBef>
              <a:buNone/>
            </a:pPr>
            <a:r>
              <a:rPr lang="en-US" sz="1800" b="1">
                <a:solidFill>
                  <a:srgbClr val="3C4043"/>
                </a:solidFill>
                <a:highlight>
                  <a:srgbClr val="FFFFFF"/>
                </a:highlight>
                <a:latin typeface="Roboto"/>
                <a:ea typeface="Roboto"/>
              </a:rPr>
              <a:t>Introduction:</a:t>
            </a:r>
          </a:p>
          <a:p>
            <a:pPr indent="0">
              <a:lnSpc>
                <a:spcPct val="150000"/>
              </a:lnSpc>
              <a:spcBef>
                <a:spcPts val="0"/>
              </a:spcBef>
              <a:buNone/>
            </a:pPr>
            <a:r>
              <a:rPr lang="en-US" sz="1800">
                <a:solidFill>
                  <a:srgbClr val="3C4043"/>
                </a:solidFill>
                <a:highlight>
                  <a:srgbClr val="FFFFFF"/>
                </a:highlight>
                <a:latin typeface="Roboto"/>
                <a:ea typeface="Roboto"/>
              </a:rPr>
              <a:t>Workflows are the automated processes that helps to perform actions like sending emails, creating tasks, updating fields, or sending outbound messages based on certain conditions automatically</a:t>
            </a:r>
            <a:endParaRPr lang="en-US"/>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p:txBody>
      </p:sp>
      <p:pic>
        <p:nvPicPr>
          <p:cNvPr id="2050" name="Picture 2" descr="What Are Workflow Rules">
            <a:extLst>
              <a:ext uri="{FF2B5EF4-FFF2-40B4-BE49-F238E27FC236}">
                <a16:creationId xmlns:a16="http://schemas.microsoft.com/office/drawing/2014/main" id="{3357EE32-B89C-4E33-B4C7-E1E4AA9C6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9396" y="2784851"/>
            <a:ext cx="5999578" cy="3457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548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5"/>
          <p:cNvSpPr txBox="1">
            <a:spLocks noGrp="1"/>
          </p:cNvSpPr>
          <p:nvPr>
            <p:ph type="body" idx="1"/>
          </p:nvPr>
        </p:nvSpPr>
        <p:spPr>
          <a:xfrm>
            <a:off x="373944" y="31398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Components of Workflow</a:t>
            </a:r>
            <a:endParaRPr/>
          </a:p>
          <a:p>
            <a:pPr marL="0" lvl="0" indent="0" algn="ctr" rtl="0">
              <a:lnSpc>
                <a:spcPct val="90000"/>
              </a:lnSpc>
              <a:spcBef>
                <a:spcPts val="0"/>
              </a:spcBef>
              <a:spcAft>
                <a:spcPts val="0"/>
              </a:spcAft>
              <a:buClr>
                <a:schemeClr val="accent2"/>
              </a:buClr>
              <a:buSzPts val="4000"/>
              <a:buNone/>
            </a:pPr>
            <a:endParaRPr/>
          </a:p>
        </p:txBody>
      </p:sp>
      <p:sp>
        <p:nvSpPr>
          <p:cNvPr id="228" name="Google Shape;228;p25"/>
          <p:cNvSpPr txBox="1">
            <a:spLocks noGrp="1"/>
          </p:cNvSpPr>
          <p:nvPr>
            <p:ph type="body" idx="2"/>
          </p:nvPr>
        </p:nvSpPr>
        <p:spPr>
          <a:xfrm>
            <a:off x="334650" y="1239400"/>
            <a:ext cx="11522700" cy="5297400"/>
          </a:xfrm>
          <a:prstGeom prst="rect">
            <a:avLst/>
          </a:prstGeom>
          <a:noFill/>
          <a:ln>
            <a:noFill/>
          </a:ln>
        </p:spPr>
        <p:txBody>
          <a:bodyPr spcFirstLastPara="1" wrap="square" lIns="91425" tIns="45700" rIns="91425" bIns="45700" anchor="t" anchorCtr="0">
            <a:noAutofit/>
          </a:bodyPr>
          <a:lstStyle/>
          <a:p>
            <a:pPr marL="50800" indent="0">
              <a:lnSpc>
                <a:spcPct val="150000"/>
              </a:lnSpc>
              <a:spcBef>
                <a:spcPts val="0"/>
              </a:spcBef>
              <a:buNone/>
            </a:pPr>
            <a:r>
              <a:rPr lang="en-US" sz="1800" b="1">
                <a:solidFill>
                  <a:srgbClr val="3C4043"/>
                </a:solidFill>
                <a:highlight>
                  <a:srgbClr val="FFFFFF"/>
                </a:highlight>
                <a:latin typeface="Roboto"/>
                <a:ea typeface="Roboto"/>
              </a:rPr>
              <a:t>Structure of Workflow:</a:t>
            </a:r>
          </a:p>
          <a:p>
            <a:pPr marL="50800" indent="0">
              <a:lnSpc>
                <a:spcPct val="150000"/>
              </a:lnSpc>
              <a:spcBef>
                <a:spcPts val="0"/>
              </a:spcBef>
              <a:buNone/>
            </a:pPr>
            <a:r>
              <a:rPr lang="en-US" sz="1800" b="1">
                <a:solidFill>
                  <a:srgbClr val="3C4043"/>
                </a:solidFill>
                <a:highlight>
                  <a:srgbClr val="FFFFFF"/>
                </a:highlight>
                <a:latin typeface="Roboto"/>
                <a:ea typeface="Roboto"/>
              </a:rPr>
              <a:t>1. Criteria: </a:t>
            </a:r>
            <a:r>
              <a:rPr lang="en-US" sz="1800">
                <a:solidFill>
                  <a:srgbClr val="3C4043"/>
                </a:solidFill>
                <a:highlight>
                  <a:srgbClr val="FFFFFF"/>
                </a:highlight>
                <a:latin typeface="Roboto"/>
                <a:ea typeface="Roboto"/>
              </a:rPr>
              <a:t>Criteria are conditions on basis of which the workflow will be invoked.</a:t>
            </a:r>
          </a:p>
          <a:p>
            <a:pPr marL="50800" indent="0">
              <a:lnSpc>
                <a:spcPct val="150000"/>
              </a:lnSpc>
              <a:spcBef>
                <a:spcPts val="0"/>
              </a:spcBef>
              <a:buNone/>
            </a:pPr>
            <a:r>
              <a:rPr lang="en-US" sz="1800" b="1">
                <a:solidFill>
                  <a:srgbClr val="3C4043"/>
                </a:solidFill>
                <a:highlight>
                  <a:srgbClr val="FFFFFF"/>
                </a:highlight>
                <a:latin typeface="Roboto"/>
                <a:ea typeface="Roboto"/>
              </a:rPr>
              <a:t>2. Actions: </a:t>
            </a:r>
            <a:r>
              <a:rPr lang="en-US" sz="1800">
                <a:solidFill>
                  <a:srgbClr val="3C4043"/>
                </a:solidFill>
                <a:highlight>
                  <a:srgbClr val="FFFFFF"/>
                </a:highlight>
                <a:latin typeface="Roboto"/>
                <a:ea typeface="Roboto"/>
              </a:rPr>
              <a:t>Actions occur after a record meets the criteria.</a:t>
            </a:r>
          </a:p>
          <a:p>
            <a:pPr algn="l">
              <a:buFont typeface="Arial" panose="020B0604020202020204" pitchFamily="34" charset="0"/>
              <a:buChar char="•"/>
            </a:pPr>
            <a:r>
              <a:rPr lang="en-US" sz="1800" b="1">
                <a:solidFill>
                  <a:srgbClr val="3C4043"/>
                </a:solidFill>
                <a:highlight>
                  <a:srgbClr val="FFFFFF"/>
                </a:highlight>
                <a:latin typeface="Roboto"/>
                <a:ea typeface="Roboto"/>
              </a:rPr>
              <a:t>Immediate actions: </a:t>
            </a:r>
            <a:r>
              <a:rPr lang="en-US" sz="1800">
                <a:solidFill>
                  <a:srgbClr val="3C4043"/>
                </a:solidFill>
                <a:highlight>
                  <a:srgbClr val="FFFFFF"/>
                </a:highlight>
                <a:latin typeface="Roboto"/>
                <a:ea typeface="Roboto"/>
              </a:rPr>
              <a:t>Actions that get executed immediately when a record is created or edited</a:t>
            </a:r>
          </a:p>
          <a:p>
            <a:pPr>
              <a:buFont typeface="Arial" panose="020B0604020202020204" pitchFamily="34" charset="0"/>
              <a:buChar char="•"/>
            </a:pPr>
            <a:r>
              <a:rPr lang="en-US" sz="1800" b="1">
                <a:solidFill>
                  <a:srgbClr val="3C4043"/>
                </a:solidFill>
                <a:highlight>
                  <a:srgbClr val="FFFFFF"/>
                </a:highlight>
                <a:latin typeface="Roboto"/>
                <a:ea typeface="Roboto"/>
              </a:rPr>
              <a:t>Time-dependent actions: </a:t>
            </a:r>
            <a:r>
              <a:rPr lang="en-US" sz="1800">
                <a:solidFill>
                  <a:srgbClr val="3C4043"/>
                </a:solidFill>
                <a:highlight>
                  <a:srgbClr val="FFFFFF"/>
                </a:highlight>
                <a:latin typeface="Roboto"/>
                <a:ea typeface="Roboto"/>
              </a:rPr>
              <a:t>Actions that get executed after a certain duration of time, such as 10 minutes after a record’s close date.</a:t>
            </a:r>
          </a:p>
          <a:p>
            <a:pPr marL="50800" indent="0">
              <a:buNone/>
            </a:pPr>
            <a:r>
              <a:rPr lang="en-US" sz="1800" b="1">
                <a:solidFill>
                  <a:srgbClr val="3C4043"/>
                </a:solidFill>
                <a:highlight>
                  <a:srgbClr val="FFFFFF"/>
                </a:highlight>
                <a:latin typeface="Roboto"/>
                <a:ea typeface="Roboto"/>
              </a:rPr>
              <a:t>Available Actions:</a:t>
            </a:r>
            <a:endParaRPr lang="en-US"/>
          </a:p>
          <a:p>
            <a:pPr marL="50800" indent="0">
              <a:buNone/>
            </a:pPr>
            <a:r>
              <a:rPr lang="en-US" sz="1800">
                <a:solidFill>
                  <a:srgbClr val="3C4043"/>
                </a:solidFill>
                <a:highlight>
                  <a:srgbClr val="FFFFFF"/>
                </a:highlight>
                <a:latin typeface="Roboto"/>
                <a:ea typeface="Roboto"/>
                <a:cs typeface="Roboto"/>
              </a:rPr>
              <a:t> 1. </a:t>
            </a:r>
            <a:r>
              <a:rPr lang="en-US" sz="1800" b="1">
                <a:solidFill>
                  <a:srgbClr val="3C4043"/>
                </a:solidFill>
                <a:highlight>
                  <a:srgbClr val="FFFFFF"/>
                </a:highlight>
                <a:latin typeface="Roboto"/>
                <a:ea typeface="Roboto"/>
                <a:cs typeface="Roboto"/>
              </a:rPr>
              <a:t>Field updates</a:t>
            </a:r>
            <a:r>
              <a:rPr lang="en-US" sz="1800">
                <a:solidFill>
                  <a:srgbClr val="3C4043"/>
                </a:solidFill>
                <a:highlight>
                  <a:srgbClr val="FFFFFF"/>
                </a:highlight>
                <a:latin typeface="Roboto"/>
                <a:ea typeface="Roboto"/>
                <a:cs typeface="Roboto"/>
              </a:rPr>
              <a:t> (e.g., changing the status of an order).</a:t>
            </a:r>
            <a:endParaRPr lang="en-US"/>
          </a:p>
          <a:p>
            <a:pPr marL="50800" indent="0">
              <a:buNone/>
            </a:pPr>
            <a:r>
              <a:rPr lang="en-US" sz="1800">
                <a:solidFill>
                  <a:srgbClr val="3C4043"/>
                </a:solidFill>
                <a:highlight>
                  <a:srgbClr val="FFFFFF"/>
                </a:highlight>
                <a:latin typeface="Roboto"/>
                <a:ea typeface="Roboto"/>
                <a:cs typeface="Roboto"/>
              </a:rPr>
              <a:t>    2. </a:t>
            </a:r>
            <a:r>
              <a:rPr lang="en-US" sz="1800" b="1">
                <a:solidFill>
                  <a:srgbClr val="3C4043"/>
                </a:solidFill>
                <a:highlight>
                  <a:srgbClr val="FFFFFF"/>
                </a:highlight>
                <a:latin typeface="Roboto"/>
                <a:ea typeface="Roboto"/>
                <a:cs typeface="Roboto"/>
              </a:rPr>
              <a:t>Email alerts</a:t>
            </a:r>
            <a:r>
              <a:rPr lang="en-US" sz="1800">
                <a:solidFill>
                  <a:srgbClr val="3C4043"/>
                </a:solidFill>
                <a:highlight>
                  <a:srgbClr val="FFFFFF"/>
                </a:highlight>
                <a:latin typeface="Roboto"/>
                <a:ea typeface="Roboto"/>
                <a:cs typeface="Roboto"/>
              </a:rPr>
              <a:t> (e.g., notifying the customer or staff about order status).</a:t>
            </a:r>
            <a:endParaRPr lang="en-US"/>
          </a:p>
          <a:p>
            <a:pPr marL="50800" indent="0">
              <a:buNone/>
            </a:pPr>
            <a:r>
              <a:rPr lang="en-US" sz="1800">
                <a:solidFill>
                  <a:srgbClr val="3C4043"/>
                </a:solidFill>
                <a:highlight>
                  <a:srgbClr val="FFFFFF"/>
                </a:highlight>
                <a:latin typeface="Roboto"/>
                <a:ea typeface="Roboto"/>
                <a:cs typeface="Roboto"/>
              </a:rPr>
              <a:t> 3. </a:t>
            </a:r>
            <a:r>
              <a:rPr lang="en-US" sz="1800" b="1">
                <a:solidFill>
                  <a:srgbClr val="3C4043"/>
                </a:solidFill>
                <a:highlight>
                  <a:srgbClr val="FFFFFF"/>
                </a:highlight>
                <a:latin typeface="Roboto"/>
                <a:ea typeface="Roboto"/>
                <a:cs typeface="Roboto"/>
              </a:rPr>
              <a:t>Task creation</a:t>
            </a:r>
            <a:r>
              <a:rPr lang="en-US" sz="1800">
                <a:solidFill>
                  <a:srgbClr val="3C4043"/>
                </a:solidFill>
                <a:highlight>
                  <a:srgbClr val="FFFFFF"/>
                </a:highlight>
                <a:latin typeface="Roboto"/>
                <a:ea typeface="Roboto"/>
                <a:cs typeface="Roboto"/>
              </a:rPr>
              <a:t> (e.g., creating a task for the warehouse team to ship the product).</a:t>
            </a:r>
            <a:endParaRPr lang="en-US"/>
          </a:p>
          <a:p>
            <a:pPr marL="50800" indent="0">
              <a:buNone/>
            </a:pPr>
            <a:r>
              <a:rPr lang="en-US" sz="1800">
                <a:solidFill>
                  <a:srgbClr val="3C4043"/>
                </a:solidFill>
                <a:highlight>
                  <a:srgbClr val="FFFFFF"/>
                </a:highlight>
                <a:latin typeface="Roboto"/>
                <a:ea typeface="Roboto"/>
                <a:cs typeface="Roboto"/>
              </a:rPr>
              <a:t>    4. </a:t>
            </a:r>
            <a:r>
              <a:rPr lang="en-US" sz="1800" b="1">
                <a:solidFill>
                  <a:srgbClr val="3C4043"/>
                </a:solidFill>
                <a:highlight>
                  <a:srgbClr val="FFFFFF"/>
                </a:highlight>
                <a:latin typeface="Roboto"/>
                <a:ea typeface="Roboto"/>
                <a:cs typeface="Roboto"/>
              </a:rPr>
              <a:t>Outbound messages</a:t>
            </a:r>
            <a:r>
              <a:rPr lang="en-US" sz="1800">
                <a:solidFill>
                  <a:srgbClr val="3C4043"/>
                </a:solidFill>
                <a:highlight>
                  <a:srgbClr val="FFFFFF"/>
                </a:highlight>
                <a:latin typeface="Roboto"/>
                <a:ea typeface="Roboto"/>
                <a:cs typeface="Roboto"/>
              </a:rPr>
              <a:t> (e.g., sending order data to another system for shipping).</a:t>
            </a:r>
            <a:endParaRPr lang="en-US"/>
          </a:p>
          <a:p>
            <a:pPr marL="50800" indent="0">
              <a:buNone/>
            </a:pPr>
            <a:endParaRPr lang="en-US" sz="1800" b="1">
              <a:solidFill>
                <a:srgbClr val="3C4043"/>
              </a:solidFill>
              <a:highlight>
                <a:srgbClr val="FFFFFF"/>
              </a:highlight>
              <a:latin typeface="Roboto"/>
              <a:ea typeface="Roboto"/>
            </a:endParaRPr>
          </a:p>
          <a:p>
            <a:pPr indent="0">
              <a:lnSpc>
                <a:spcPct val="150000"/>
              </a:lnSpc>
              <a:spcBef>
                <a:spcPts val="0"/>
              </a:spcBef>
              <a:buNone/>
            </a:pPr>
            <a:endParaRPr lang="en-US" sz="1800">
              <a:solidFill>
                <a:srgbClr val="3C4043"/>
              </a:solidFill>
              <a:highlight>
                <a:srgbClr val="FFFFFF"/>
              </a:highlight>
              <a:latin typeface="Roboto"/>
              <a:ea typeface="Roboto"/>
              <a:sym typeface="Roboto"/>
            </a:endParaRPr>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p:txBody>
      </p:sp>
    </p:spTree>
    <p:extLst>
      <p:ext uri="{BB962C8B-B14F-4D97-AF65-F5344CB8AC3E}">
        <p14:creationId xmlns:p14="http://schemas.microsoft.com/office/powerpoint/2010/main" val="1998610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5"/>
          <p:cNvSpPr txBox="1">
            <a:spLocks noGrp="1"/>
          </p:cNvSpPr>
          <p:nvPr>
            <p:ph type="body" idx="1"/>
          </p:nvPr>
        </p:nvSpPr>
        <p:spPr>
          <a:xfrm>
            <a:off x="373944" y="31398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Components of Workflow</a:t>
            </a:r>
            <a:endParaRPr/>
          </a:p>
          <a:p>
            <a:pPr marL="0" lvl="0" indent="0" algn="ctr" rtl="0">
              <a:lnSpc>
                <a:spcPct val="90000"/>
              </a:lnSpc>
              <a:spcBef>
                <a:spcPts val="0"/>
              </a:spcBef>
              <a:spcAft>
                <a:spcPts val="0"/>
              </a:spcAft>
              <a:buClr>
                <a:schemeClr val="accent2"/>
              </a:buClr>
              <a:buSzPts val="4000"/>
              <a:buNone/>
            </a:pPr>
            <a:endParaRPr/>
          </a:p>
        </p:txBody>
      </p:sp>
      <p:sp>
        <p:nvSpPr>
          <p:cNvPr id="228" name="Google Shape;228;p25"/>
          <p:cNvSpPr txBox="1">
            <a:spLocks noGrp="1"/>
          </p:cNvSpPr>
          <p:nvPr>
            <p:ph type="body" idx="2"/>
          </p:nvPr>
        </p:nvSpPr>
        <p:spPr>
          <a:xfrm>
            <a:off x="366400" y="1239400"/>
            <a:ext cx="11469784" cy="5159817"/>
          </a:xfrm>
          <a:prstGeom prst="rect">
            <a:avLst/>
          </a:prstGeom>
          <a:noFill/>
          <a:ln>
            <a:noFill/>
          </a:ln>
        </p:spPr>
        <p:txBody>
          <a:bodyPr spcFirstLastPara="1" wrap="square" lIns="91425" tIns="45700" rIns="91425" bIns="45700" anchor="t" anchorCtr="0">
            <a:noAutofit/>
          </a:bodyPr>
          <a:lstStyle/>
          <a:p>
            <a:pPr marL="50800" indent="0">
              <a:buNone/>
            </a:pPr>
            <a:r>
              <a:rPr lang="en-US" sz="1800" b="1">
                <a:solidFill>
                  <a:srgbClr val="3C4043"/>
                </a:solidFill>
                <a:highlight>
                  <a:srgbClr val="FFFFFF"/>
                </a:highlight>
                <a:latin typeface="Roboto"/>
                <a:ea typeface="Roboto"/>
                <a:sym typeface="Roboto"/>
              </a:rPr>
              <a:t>E</a:t>
            </a:r>
            <a:r>
              <a:rPr lang="en-US" sz="1800" b="1">
                <a:solidFill>
                  <a:srgbClr val="3C4043"/>
                </a:solidFill>
                <a:highlight>
                  <a:srgbClr val="FFFFFF"/>
                </a:highlight>
                <a:latin typeface="Roboto"/>
                <a:ea typeface="Roboto"/>
              </a:rPr>
              <a:t>valuation criteria:</a:t>
            </a:r>
          </a:p>
          <a:p>
            <a:pPr marL="342900" indent="-342900">
              <a:buAutoNum type="arabicPeriod"/>
            </a:pPr>
            <a:r>
              <a:rPr lang="en-US" sz="1800" b="1">
                <a:solidFill>
                  <a:srgbClr val="3C4043"/>
                </a:solidFill>
                <a:highlight>
                  <a:srgbClr val="FFFFFF"/>
                </a:highlight>
              </a:rPr>
              <a:t>When a New Record is Created:</a:t>
            </a:r>
            <a:endParaRPr lang="en-US" sz="1800"/>
          </a:p>
          <a:p>
            <a:pPr marL="800100" lvl="1">
              <a:buSzPts val="2800"/>
              <a:buFont typeface="Courier New"/>
              <a:buChar char="o"/>
            </a:pPr>
            <a:r>
              <a:rPr lang="en-US" sz="1800">
                <a:solidFill>
                  <a:srgbClr val="3C4043"/>
                </a:solidFill>
                <a:highlight>
                  <a:srgbClr val="FFFFFF"/>
                </a:highlight>
              </a:rPr>
              <a:t>If a new order is created, and the </a:t>
            </a:r>
            <a:r>
              <a:rPr lang="en-US" sz="1800" b="1">
                <a:solidFill>
                  <a:srgbClr val="3C4043"/>
                </a:solidFill>
                <a:highlight>
                  <a:srgbClr val="FFFFFF"/>
                </a:highlight>
              </a:rPr>
              <a:t>order status is already set to "Shipped"</a:t>
            </a:r>
            <a:r>
              <a:rPr lang="en-US" sz="1800">
                <a:solidFill>
                  <a:srgbClr val="3C4043"/>
                </a:solidFill>
                <a:highlight>
                  <a:srgbClr val="FFFFFF"/>
                </a:highlight>
              </a:rPr>
              <a:t> at the time of creation, the workflow will </a:t>
            </a:r>
            <a:r>
              <a:rPr lang="en-US" sz="1800" b="1">
                <a:solidFill>
                  <a:srgbClr val="3C4043"/>
                </a:solidFill>
                <a:highlight>
                  <a:srgbClr val="FFFFFF"/>
                </a:highlight>
              </a:rPr>
              <a:t>fire immediately</a:t>
            </a:r>
            <a:r>
              <a:rPr lang="en-US" sz="1800">
                <a:solidFill>
                  <a:srgbClr val="3C4043"/>
                </a:solidFill>
                <a:highlight>
                  <a:srgbClr val="FFFFFF"/>
                </a:highlight>
              </a:rPr>
              <a:t> and send the shipping confirmation email.</a:t>
            </a:r>
            <a:endParaRPr lang="en-US" sz="1800"/>
          </a:p>
          <a:p>
            <a:pPr marL="285750" indent="-285750">
              <a:buAutoNum type="arabicPeriod"/>
            </a:pPr>
            <a:r>
              <a:rPr lang="en-US" sz="1800" b="1">
                <a:solidFill>
                  <a:srgbClr val="3C4043"/>
                </a:solidFill>
                <a:highlight>
                  <a:srgbClr val="FFFFFF"/>
                </a:highlight>
              </a:rPr>
              <a:t>When a Record is Edited:</a:t>
            </a:r>
            <a:endParaRPr lang="en-US"/>
          </a:p>
          <a:p>
            <a:pPr marL="742950" lvl="1">
              <a:buSzPts val="2800"/>
              <a:buFont typeface="Courier New"/>
              <a:buChar char="o"/>
            </a:pPr>
            <a:r>
              <a:rPr lang="en-US" sz="1800">
                <a:solidFill>
                  <a:srgbClr val="3C4043"/>
                </a:solidFill>
                <a:highlight>
                  <a:srgbClr val="FFFFFF"/>
                </a:highlight>
              </a:rPr>
              <a:t>Let’s say an order was created with the status "Processing." The workflow </a:t>
            </a:r>
            <a:r>
              <a:rPr lang="en-US" sz="1800" b="1">
                <a:solidFill>
                  <a:srgbClr val="3C4043"/>
                </a:solidFill>
                <a:highlight>
                  <a:srgbClr val="FFFFFF"/>
                </a:highlight>
              </a:rPr>
              <a:t>will not trigger</a:t>
            </a:r>
            <a:r>
              <a:rPr lang="en-US" sz="1800">
                <a:solidFill>
                  <a:srgbClr val="3C4043"/>
                </a:solidFill>
                <a:highlight>
                  <a:srgbClr val="FFFFFF"/>
                </a:highlight>
              </a:rPr>
              <a:t> yet, because the status does not meet the criteria ("Shipped").</a:t>
            </a:r>
            <a:endParaRPr lang="en-US" sz="1800"/>
          </a:p>
          <a:p>
            <a:pPr marL="742950" lvl="1">
              <a:buSzPts val="2800"/>
              <a:buFont typeface="Courier New"/>
              <a:buChar char="o"/>
            </a:pPr>
            <a:r>
              <a:rPr lang="en-US" sz="1800">
                <a:solidFill>
                  <a:srgbClr val="3C4043"/>
                </a:solidFill>
                <a:highlight>
                  <a:srgbClr val="FFFFFF"/>
                </a:highlight>
              </a:rPr>
              <a:t>Later, if the order status is updated to "Shipped," the workflow will </a:t>
            </a:r>
            <a:r>
              <a:rPr lang="en-US" sz="1800" b="1">
                <a:solidFill>
                  <a:srgbClr val="3C4043"/>
                </a:solidFill>
                <a:highlight>
                  <a:srgbClr val="FFFFFF"/>
                </a:highlight>
              </a:rPr>
              <a:t>trigger at this point</a:t>
            </a:r>
            <a:r>
              <a:rPr lang="en-US" sz="1800">
                <a:solidFill>
                  <a:srgbClr val="3C4043"/>
                </a:solidFill>
                <a:highlight>
                  <a:srgbClr val="FFFFFF"/>
                </a:highlight>
              </a:rPr>
              <a:t>, and the customer will receive the shipping confirmation email.</a:t>
            </a:r>
            <a:endParaRPr lang="en-US" sz="1800"/>
          </a:p>
          <a:p>
            <a:pPr marL="285750" indent="-285750">
              <a:buAutoNum type="arabicPeriod"/>
            </a:pPr>
            <a:r>
              <a:rPr lang="en-US" sz="1800" b="1">
                <a:solidFill>
                  <a:srgbClr val="3C4043"/>
                </a:solidFill>
                <a:highlight>
                  <a:srgbClr val="FFFFFF"/>
                </a:highlight>
              </a:rPr>
              <a:t>When a Record is Created and every time it’s edited to subsequently meet the criteria :</a:t>
            </a:r>
            <a:endParaRPr lang="en-US"/>
          </a:p>
          <a:p>
            <a:pPr marL="742950" lvl="1">
              <a:buSzPts val="2800"/>
              <a:buFont typeface="Courier New"/>
              <a:buChar char="o"/>
            </a:pPr>
            <a:r>
              <a:rPr lang="en-US" sz="1800">
                <a:solidFill>
                  <a:srgbClr val="3C4043"/>
                </a:solidFill>
                <a:highlight>
                  <a:srgbClr val="FFFFFF"/>
                </a:highlight>
              </a:rPr>
              <a:t>If the order status changes from "Shipped" to something else (e.g., "Out for Delivery"), and then changes </a:t>
            </a:r>
            <a:r>
              <a:rPr lang="en-US" sz="1800" b="1">
                <a:solidFill>
                  <a:srgbClr val="3C4043"/>
                </a:solidFill>
                <a:highlight>
                  <a:srgbClr val="FFFFFF"/>
                </a:highlight>
              </a:rPr>
              <a:t>back</a:t>
            </a:r>
            <a:r>
              <a:rPr lang="en-US" sz="1800">
                <a:solidFill>
                  <a:srgbClr val="3C4043"/>
                </a:solidFill>
                <a:highlight>
                  <a:srgbClr val="FFFFFF"/>
                </a:highlight>
              </a:rPr>
              <a:t> to "Shipped," the workflow will </a:t>
            </a:r>
            <a:r>
              <a:rPr lang="en-US" sz="1800" b="1">
                <a:solidFill>
                  <a:srgbClr val="3C4043"/>
                </a:solidFill>
                <a:highlight>
                  <a:srgbClr val="FFFFFF"/>
                </a:highlight>
              </a:rPr>
              <a:t>trigger again</a:t>
            </a:r>
            <a:r>
              <a:rPr lang="en-US" sz="1800">
                <a:solidFill>
                  <a:srgbClr val="3C4043"/>
                </a:solidFill>
                <a:highlight>
                  <a:srgbClr val="FFFFFF"/>
                </a:highlight>
              </a:rPr>
              <a:t> because the status newly meets the criteria after the edit.</a:t>
            </a:r>
          </a:p>
          <a:p>
            <a:pPr marL="742950" lvl="1">
              <a:buSzPts val="2800"/>
              <a:buFont typeface="Courier New"/>
              <a:buChar char="o"/>
            </a:pPr>
            <a:r>
              <a:rPr lang="en-US" sz="1800">
                <a:solidFill>
                  <a:srgbClr val="3C4043"/>
                </a:solidFill>
                <a:highlight>
                  <a:srgbClr val="FFFFFF"/>
                </a:highlight>
              </a:rPr>
              <a:t>However, if the status remains "Shipped" and other fields are edited (like the delivery address), the workflow </a:t>
            </a:r>
            <a:r>
              <a:rPr lang="en-US" sz="1800" b="1">
                <a:solidFill>
                  <a:srgbClr val="3C4043"/>
                </a:solidFill>
                <a:highlight>
                  <a:srgbClr val="FFFFFF"/>
                </a:highlight>
              </a:rPr>
              <a:t>will not trigger</a:t>
            </a:r>
            <a:r>
              <a:rPr lang="en-US" sz="1800">
                <a:solidFill>
                  <a:srgbClr val="3C4043"/>
                </a:solidFill>
                <a:highlight>
                  <a:srgbClr val="FFFFFF"/>
                </a:highlight>
              </a:rPr>
              <a:t> again, because the criteria were already met before the edit.</a:t>
            </a:r>
            <a:endParaRPr lang="en-US"/>
          </a:p>
          <a:p>
            <a:pPr marL="50800" indent="0">
              <a:buNone/>
            </a:pPr>
            <a:endParaRPr lang="en-US" sz="1800" b="1">
              <a:solidFill>
                <a:srgbClr val="3C4043"/>
              </a:solidFill>
              <a:highlight>
                <a:srgbClr val="FFFFFF"/>
              </a:highlight>
              <a:latin typeface="Roboto"/>
              <a:ea typeface="Roboto"/>
            </a:endParaRPr>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endParaRPr>
          </a:p>
        </p:txBody>
      </p:sp>
    </p:spTree>
    <p:extLst>
      <p:ext uri="{BB962C8B-B14F-4D97-AF65-F5344CB8AC3E}">
        <p14:creationId xmlns:p14="http://schemas.microsoft.com/office/powerpoint/2010/main" val="662947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5"/>
          <p:cNvSpPr txBox="1">
            <a:spLocks noGrp="1"/>
          </p:cNvSpPr>
          <p:nvPr>
            <p:ph type="body" idx="1"/>
          </p:nvPr>
        </p:nvSpPr>
        <p:spPr>
          <a:xfrm>
            <a:off x="373944" y="31398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Workflow</a:t>
            </a:r>
            <a:endParaRPr/>
          </a:p>
          <a:p>
            <a:pPr marL="0" lvl="0" indent="0" algn="ctr" rtl="0">
              <a:lnSpc>
                <a:spcPct val="90000"/>
              </a:lnSpc>
              <a:spcBef>
                <a:spcPts val="0"/>
              </a:spcBef>
              <a:spcAft>
                <a:spcPts val="0"/>
              </a:spcAft>
              <a:buClr>
                <a:schemeClr val="accent2"/>
              </a:buClr>
              <a:buSzPts val="4000"/>
              <a:buNone/>
            </a:pPr>
            <a:endParaRPr/>
          </a:p>
        </p:txBody>
      </p:sp>
      <p:sp>
        <p:nvSpPr>
          <p:cNvPr id="228" name="Google Shape;228;p25"/>
          <p:cNvSpPr txBox="1">
            <a:spLocks noGrp="1"/>
          </p:cNvSpPr>
          <p:nvPr>
            <p:ph type="body" idx="2"/>
          </p:nvPr>
        </p:nvSpPr>
        <p:spPr>
          <a:xfrm>
            <a:off x="334650" y="1239400"/>
            <a:ext cx="11522700" cy="5297400"/>
          </a:xfrm>
          <a:prstGeom prst="rect">
            <a:avLst/>
          </a:prstGeom>
          <a:noFill/>
          <a:ln>
            <a:noFill/>
          </a:ln>
        </p:spPr>
        <p:txBody>
          <a:bodyPr spcFirstLastPara="1" wrap="square" lIns="91425" tIns="45700" rIns="91425" bIns="45700" anchor="t" anchorCtr="0">
            <a:noAutofit/>
          </a:bodyPr>
          <a:lstStyle/>
          <a:p>
            <a:pPr marL="457200" lvl="0" indent="0">
              <a:lnSpc>
                <a:spcPct val="150000"/>
              </a:lnSpc>
              <a:spcBef>
                <a:spcPts val="0"/>
              </a:spcBef>
              <a:buFont typeface="Arial"/>
              <a:buNone/>
            </a:pPr>
            <a:endParaRPr sz="1800">
              <a:solidFill>
                <a:srgbClr val="3C4043"/>
              </a:solidFill>
              <a:highlight>
                <a:srgbClr val="FFFFFF"/>
              </a:highlight>
              <a:latin typeface="Roboto"/>
              <a:ea typeface="Roboto"/>
              <a:sym typeface="Roboto"/>
            </a:endParaRPr>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p:txBody>
      </p:sp>
      <p:pic>
        <p:nvPicPr>
          <p:cNvPr id="2" name="Picture 1" descr="A screenshot of a computer&#10;&#10;Description automatically generated">
            <a:extLst>
              <a:ext uri="{FF2B5EF4-FFF2-40B4-BE49-F238E27FC236}">
                <a16:creationId xmlns:a16="http://schemas.microsoft.com/office/drawing/2014/main" id="{792F5457-63BD-CB5F-6060-C02A09F8E3B3}"/>
              </a:ext>
            </a:extLst>
          </p:cNvPr>
          <p:cNvPicPr>
            <a:picLocks noChangeAspect="1"/>
          </p:cNvPicPr>
          <p:nvPr/>
        </p:nvPicPr>
        <p:blipFill>
          <a:blip r:embed="rId3"/>
          <a:stretch>
            <a:fillRect/>
          </a:stretch>
        </p:blipFill>
        <p:spPr>
          <a:xfrm>
            <a:off x="750454" y="1348441"/>
            <a:ext cx="10702637" cy="4830755"/>
          </a:xfrm>
          <a:prstGeom prst="rect">
            <a:avLst/>
          </a:prstGeom>
        </p:spPr>
      </p:pic>
    </p:spTree>
    <p:extLst>
      <p:ext uri="{BB962C8B-B14F-4D97-AF65-F5344CB8AC3E}">
        <p14:creationId xmlns:p14="http://schemas.microsoft.com/office/powerpoint/2010/main" val="4280024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6"/>
          <p:cNvSpPr txBox="1">
            <a:spLocks noGrp="1"/>
          </p:cNvSpPr>
          <p:nvPr>
            <p:ph type="body" idx="1"/>
          </p:nvPr>
        </p:nvSpPr>
        <p:spPr>
          <a:xfrm>
            <a:off x="373944" y="29088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Process Builder</a:t>
            </a:r>
            <a:endParaRPr/>
          </a:p>
          <a:p>
            <a:pPr marL="0" lvl="0" indent="0" algn="ctr" rtl="0">
              <a:lnSpc>
                <a:spcPct val="90000"/>
              </a:lnSpc>
              <a:spcBef>
                <a:spcPts val="0"/>
              </a:spcBef>
              <a:spcAft>
                <a:spcPts val="0"/>
              </a:spcAft>
              <a:buClr>
                <a:schemeClr val="accent2"/>
              </a:buClr>
              <a:buSzPts val="4000"/>
              <a:buNone/>
            </a:pPr>
            <a:endParaRPr/>
          </a:p>
        </p:txBody>
      </p:sp>
      <p:sp>
        <p:nvSpPr>
          <p:cNvPr id="234" name="Google Shape;234;p26"/>
          <p:cNvSpPr txBox="1">
            <a:spLocks noGrp="1"/>
          </p:cNvSpPr>
          <p:nvPr>
            <p:ph type="body" idx="2"/>
          </p:nvPr>
        </p:nvSpPr>
        <p:spPr>
          <a:xfrm>
            <a:off x="334650" y="1156775"/>
            <a:ext cx="11522700" cy="5231400"/>
          </a:xfrm>
          <a:prstGeom prst="rect">
            <a:avLst/>
          </a:prstGeom>
          <a:noFill/>
          <a:ln>
            <a:noFill/>
          </a:ln>
        </p:spPr>
        <p:txBody>
          <a:bodyPr spcFirstLastPara="1" wrap="square" lIns="91425" tIns="45700" rIns="91425" bIns="45700" anchor="t" anchorCtr="0">
            <a:noAutofit/>
          </a:bodyPr>
          <a:lstStyle/>
          <a:p>
            <a:pPr marL="336550" lvl="1" indent="-285750">
              <a:spcBef>
                <a:spcPts val="1000"/>
              </a:spcBef>
              <a:buSzPts val="2800"/>
            </a:pPr>
            <a:r>
              <a:rPr lang="en-US" sz="1800">
                <a:solidFill>
                  <a:srgbClr val="3C4043"/>
                </a:solidFill>
                <a:highlight>
                  <a:srgbClr val="FFFFFF"/>
                </a:highlight>
                <a:latin typeface="Roboto"/>
                <a:ea typeface="Roboto"/>
              </a:rPr>
              <a:t>Process Builder Salesforce is basically an automated tool that allows you to control the order of actions or evaluate the criteria for a record.</a:t>
            </a:r>
          </a:p>
          <a:p>
            <a:pPr marL="50800" lvl="1" indent="0">
              <a:spcBef>
                <a:spcPts val="1000"/>
              </a:spcBef>
              <a:buSzPts val="2800"/>
              <a:buNone/>
            </a:pPr>
            <a:endParaRPr lang="en-US" sz="1800">
              <a:solidFill>
                <a:srgbClr val="3C4043"/>
              </a:solidFill>
              <a:highlight>
                <a:srgbClr val="FFFFFF"/>
              </a:highlight>
              <a:latin typeface="Roboto"/>
              <a:ea typeface="Roboto"/>
            </a:endParaRPr>
          </a:p>
          <a:p>
            <a:pPr marL="336550" lvl="1" indent="-285750" fontAlgn="base">
              <a:spcBef>
                <a:spcPts val="1000"/>
              </a:spcBef>
              <a:buSzPts val="2800"/>
            </a:pPr>
            <a:r>
              <a:rPr lang="en-US" sz="1800">
                <a:solidFill>
                  <a:srgbClr val="3C4043"/>
                </a:solidFill>
                <a:highlight>
                  <a:srgbClr val="FFFFFF"/>
                </a:highlight>
                <a:latin typeface="Roboto"/>
                <a:ea typeface="Roboto"/>
              </a:rPr>
              <a:t>Process Builder supports three types of processes for your automation needs. The type determines what triggers the process.</a:t>
            </a:r>
          </a:p>
          <a:p>
            <a:pPr marL="50800" lvl="1" indent="0" fontAlgn="base">
              <a:spcBef>
                <a:spcPts val="1000"/>
              </a:spcBef>
              <a:buSzPts val="2800"/>
              <a:buNone/>
            </a:pPr>
            <a:r>
              <a:rPr lang="en-US" sz="1800">
                <a:solidFill>
                  <a:srgbClr val="3C4043"/>
                </a:solidFill>
                <a:highlight>
                  <a:srgbClr val="FFFFFF"/>
                </a:highlight>
                <a:latin typeface="Roboto"/>
                <a:ea typeface="Roboto"/>
              </a:rPr>
              <a:t> a) A record change process starts when a record is created or updated.</a:t>
            </a:r>
          </a:p>
          <a:p>
            <a:pPr marL="50800" lvl="1" indent="0" fontAlgn="base">
              <a:spcBef>
                <a:spcPts val="1000"/>
              </a:spcBef>
              <a:buSzPts val="2800"/>
              <a:buNone/>
            </a:pPr>
            <a:r>
              <a:rPr lang="en-US" sz="1800">
                <a:solidFill>
                  <a:srgbClr val="3C4043"/>
                </a:solidFill>
                <a:highlight>
                  <a:srgbClr val="FFFFFF"/>
                </a:highlight>
                <a:latin typeface="Roboto"/>
                <a:ea typeface="Roboto"/>
              </a:rPr>
              <a:t> b) An event process starts when a platform event message is received.</a:t>
            </a:r>
          </a:p>
          <a:p>
            <a:pPr marL="50800" lvl="1" indent="0" fontAlgn="base">
              <a:spcBef>
                <a:spcPts val="1000"/>
              </a:spcBef>
              <a:buSzPts val="2800"/>
              <a:buNone/>
            </a:pPr>
            <a:r>
              <a:rPr lang="en-US" sz="1800">
                <a:solidFill>
                  <a:srgbClr val="3C4043"/>
                </a:solidFill>
                <a:highlight>
                  <a:srgbClr val="FFFFFF"/>
                </a:highlight>
                <a:latin typeface="Roboto"/>
                <a:ea typeface="Roboto"/>
              </a:rPr>
              <a:t> c) An invocable process starts when something else, like another process, invokes it.</a:t>
            </a:r>
          </a:p>
          <a:p>
            <a:pPr marL="0" lvl="0" indent="0" algn="l" rtl="0">
              <a:lnSpc>
                <a:spcPct val="115000"/>
              </a:lnSpc>
              <a:spcBef>
                <a:spcPts val="1100"/>
              </a:spcBef>
              <a:spcAft>
                <a:spcPts val="0"/>
              </a:spcAft>
              <a:buNone/>
            </a:pPr>
            <a:endParaRPr sz="1800">
              <a:solidFill>
                <a:srgbClr val="3C4043"/>
              </a:solidFill>
              <a:latin typeface="Roboto"/>
              <a:ea typeface="Roboto"/>
              <a:cs typeface="Roboto"/>
              <a:sym typeface="Roboto"/>
            </a:endParaRPr>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Font typeface="Arial"/>
              <a:buNone/>
            </a:pPr>
            <a:endParaRPr sz="1050">
              <a:solidFill>
                <a:srgbClr val="3C4043"/>
              </a:solidFill>
              <a:highlight>
                <a:srgbClr val="FFFFFF"/>
              </a:highlight>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6"/>
          <p:cNvSpPr txBox="1">
            <a:spLocks noGrp="1"/>
          </p:cNvSpPr>
          <p:nvPr>
            <p:ph type="body" idx="1"/>
          </p:nvPr>
        </p:nvSpPr>
        <p:spPr>
          <a:xfrm>
            <a:off x="373944" y="29088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Process Builder vs. Workflow</a:t>
            </a:r>
            <a:endParaRPr/>
          </a:p>
          <a:p>
            <a:pPr marL="0" lvl="0" indent="0" algn="ctr" rtl="0">
              <a:lnSpc>
                <a:spcPct val="90000"/>
              </a:lnSpc>
              <a:spcBef>
                <a:spcPts val="0"/>
              </a:spcBef>
              <a:spcAft>
                <a:spcPts val="0"/>
              </a:spcAft>
              <a:buClr>
                <a:schemeClr val="accent2"/>
              </a:buClr>
              <a:buSzPts val="4000"/>
              <a:buNone/>
            </a:pPr>
            <a:endParaRPr/>
          </a:p>
        </p:txBody>
      </p:sp>
      <p:sp>
        <p:nvSpPr>
          <p:cNvPr id="234" name="Google Shape;234;p26"/>
          <p:cNvSpPr txBox="1">
            <a:spLocks noGrp="1"/>
          </p:cNvSpPr>
          <p:nvPr>
            <p:ph type="body" idx="2"/>
          </p:nvPr>
        </p:nvSpPr>
        <p:spPr>
          <a:xfrm>
            <a:off x="334650" y="1156775"/>
            <a:ext cx="11522700" cy="5231400"/>
          </a:xfrm>
          <a:prstGeom prst="rect">
            <a:avLst/>
          </a:prstGeom>
          <a:noFill/>
          <a:ln>
            <a:noFill/>
          </a:ln>
        </p:spPr>
        <p:txBody>
          <a:bodyPr spcFirstLastPara="1" wrap="square" lIns="91425" tIns="45700" rIns="91425" bIns="45700" anchor="t" anchorCtr="0">
            <a:noAutofit/>
          </a:bodyPr>
          <a:lstStyle/>
          <a:p>
            <a:pPr marL="50800" lvl="1" indent="0" fontAlgn="base">
              <a:spcBef>
                <a:spcPts val="1000"/>
              </a:spcBef>
              <a:buSzPts val="2800"/>
              <a:buFont typeface="Arial"/>
              <a:buNone/>
            </a:pPr>
            <a:r>
              <a:rPr lang="en-US" sz="1800">
                <a:solidFill>
                  <a:srgbClr val="3C4043"/>
                </a:solidFill>
                <a:highlight>
                  <a:srgbClr val="FFFFFF"/>
                </a:highlight>
                <a:latin typeface="Roboto"/>
                <a:ea typeface="Roboto"/>
              </a:rPr>
              <a:t>Use the more powerful and flexible Process Builder to perform the same actions as Workflow. </a:t>
            </a:r>
          </a:p>
          <a:p>
            <a:pPr marL="50800" lvl="1" indent="0" fontAlgn="base">
              <a:spcBef>
                <a:spcPts val="1000"/>
              </a:spcBef>
              <a:buSzPts val="2800"/>
              <a:buFont typeface="Arial"/>
              <a:buNone/>
            </a:pPr>
            <a:endParaRPr lang="en-US" sz="1800">
              <a:solidFill>
                <a:srgbClr val="3C4043"/>
              </a:solidFill>
              <a:highlight>
                <a:srgbClr val="FFFFFF"/>
              </a:highlight>
              <a:latin typeface="Roboto"/>
              <a:ea typeface="Roboto"/>
            </a:endParaRPr>
          </a:p>
          <a:p>
            <a:pPr marL="50800" lvl="1" indent="0" fontAlgn="base">
              <a:spcBef>
                <a:spcPts val="1000"/>
              </a:spcBef>
              <a:buSzPts val="2800"/>
              <a:buFont typeface="Arial"/>
              <a:buNone/>
            </a:pPr>
            <a:r>
              <a:rPr lang="en-US" sz="1800">
                <a:solidFill>
                  <a:srgbClr val="3C4043"/>
                </a:solidFill>
                <a:highlight>
                  <a:srgbClr val="FFFFFF"/>
                </a:highlight>
                <a:latin typeface="Roboto"/>
                <a:ea typeface="Roboto"/>
              </a:rPr>
              <a:t>With Process Builder, you can:</a:t>
            </a:r>
          </a:p>
          <a:p>
            <a:pPr lvl="1" fontAlgn="base">
              <a:spcBef>
                <a:spcPts val="1000"/>
              </a:spcBef>
              <a:buSzPts val="2800"/>
              <a:buFont typeface="Arial"/>
              <a:buChar char="•"/>
            </a:pPr>
            <a:r>
              <a:rPr lang="en-US" sz="1800">
                <a:solidFill>
                  <a:srgbClr val="3C4043"/>
                </a:solidFill>
                <a:highlight>
                  <a:srgbClr val="FFFFFF"/>
                </a:highlight>
                <a:latin typeface="Roboto"/>
                <a:ea typeface="Roboto"/>
              </a:rPr>
              <a:t>Create a record of any object type</a:t>
            </a:r>
          </a:p>
          <a:p>
            <a:pPr lvl="1" fontAlgn="base">
              <a:spcBef>
                <a:spcPts val="1000"/>
              </a:spcBef>
              <a:buSzPts val="2800"/>
              <a:buFont typeface="Arial"/>
              <a:buChar char="•"/>
            </a:pPr>
            <a:r>
              <a:rPr lang="en-US" sz="1800">
                <a:solidFill>
                  <a:srgbClr val="3C4043"/>
                </a:solidFill>
                <a:highlight>
                  <a:srgbClr val="FFFFFF"/>
                </a:highlight>
                <a:latin typeface="Roboto"/>
                <a:ea typeface="Roboto"/>
              </a:rPr>
              <a:t>Update any related record—not just the record or its parent</a:t>
            </a:r>
          </a:p>
          <a:p>
            <a:pPr lvl="1" fontAlgn="base">
              <a:spcBef>
                <a:spcPts val="1000"/>
              </a:spcBef>
              <a:buSzPts val="2800"/>
              <a:buFont typeface="Arial"/>
              <a:buChar char="•"/>
            </a:pPr>
            <a:r>
              <a:rPr lang="en-US" sz="1800">
                <a:solidFill>
                  <a:srgbClr val="3C4043"/>
                </a:solidFill>
                <a:highlight>
                  <a:srgbClr val="FFFFFF"/>
                </a:highlight>
                <a:latin typeface="Roboto"/>
                <a:ea typeface="Roboto"/>
              </a:rPr>
              <a:t>Use a quick action to create a record, update a record, or log a call</a:t>
            </a:r>
          </a:p>
          <a:p>
            <a:pPr lvl="1" fontAlgn="base">
              <a:spcBef>
                <a:spcPts val="1000"/>
              </a:spcBef>
              <a:buSzPts val="2800"/>
              <a:buFont typeface="Arial"/>
              <a:buChar char="•"/>
            </a:pPr>
            <a:r>
              <a:rPr lang="en-US" sz="1800">
                <a:solidFill>
                  <a:srgbClr val="3C4043"/>
                </a:solidFill>
                <a:highlight>
                  <a:srgbClr val="FFFFFF"/>
                </a:highlight>
                <a:latin typeface="Roboto"/>
                <a:ea typeface="Roboto"/>
              </a:rPr>
              <a:t>Invoke a process from another process</a:t>
            </a:r>
          </a:p>
          <a:p>
            <a:pPr lvl="1" fontAlgn="base">
              <a:spcBef>
                <a:spcPts val="1000"/>
              </a:spcBef>
              <a:buSzPts val="2800"/>
              <a:buFont typeface="Arial"/>
              <a:buChar char="•"/>
            </a:pPr>
            <a:r>
              <a:rPr lang="en-US" sz="1800">
                <a:solidFill>
                  <a:srgbClr val="3C4043"/>
                </a:solidFill>
                <a:highlight>
                  <a:srgbClr val="FFFFFF"/>
                </a:highlight>
                <a:latin typeface="Roboto"/>
                <a:ea typeface="Roboto"/>
              </a:rPr>
              <a:t>Launch a flow—you can’t schedule this action with workflow</a:t>
            </a:r>
          </a:p>
          <a:p>
            <a:pPr lvl="1" fontAlgn="base">
              <a:spcBef>
                <a:spcPts val="1000"/>
              </a:spcBef>
              <a:buSzPts val="2800"/>
              <a:buFont typeface="Arial"/>
              <a:buChar char="•"/>
            </a:pPr>
            <a:r>
              <a:rPr lang="en-US" sz="1800">
                <a:solidFill>
                  <a:srgbClr val="3C4043"/>
                </a:solidFill>
                <a:highlight>
                  <a:srgbClr val="FFFFFF"/>
                </a:highlight>
                <a:latin typeface="Roboto"/>
                <a:ea typeface="Roboto"/>
              </a:rPr>
              <a:t>Send an email</a:t>
            </a:r>
          </a:p>
          <a:p>
            <a:pPr lvl="1" fontAlgn="base">
              <a:spcBef>
                <a:spcPts val="1000"/>
              </a:spcBef>
              <a:buSzPts val="2800"/>
              <a:buFont typeface="Arial"/>
              <a:buChar char="•"/>
            </a:pPr>
            <a:r>
              <a:rPr lang="en-US" sz="1800">
                <a:solidFill>
                  <a:srgbClr val="3C4043"/>
                </a:solidFill>
                <a:highlight>
                  <a:srgbClr val="FFFFFF"/>
                </a:highlight>
                <a:latin typeface="Roboto"/>
                <a:ea typeface="Roboto"/>
              </a:rPr>
              <a:t>Send a custom notification</a:t>
            </a:r>
          </a:p>
          <a:p>
            <a:pPr lvl="1" fontAlgn="base">
              <a:spcBef>
                <a:spcPts val="1000"/>
              </a:spcBef>
              <a:buSzPts val="2800"/>
              <a:buFont typeface="Arial"/>
              <a:buChar char="•"/>
            </a:pPr>
            <a:r>
              <a:rPr lang="en-US" sz="1800">
                <a:solidFill>
                  <a:srgbClr val="3C4043"/>
                </a:solidFill>
                <a:highlight>
                  <a:srgbClr val="FFFFFF"/>
                </a:highlight>
                <a:latin typeface="Roboto"/>
                <a:ea typeface="Roboto"/>
              </a:rPr>
              <a:t>Post to Chatter</a:t>
            </a:r>
          </a:p>
          <a:p>
            <a:pPr lvl="1" fontAlgn="base">
              <a:spcBef>
                <a:spcPts val="1000"/>
              </a:spcBef>
              <a:buSzPts val="2800"/>
              <a:buFont typeface="Arial"/>
              <a:buChar char="•"/>
            </a:pPr>
            <a:r>
              <a:rPr lang="en-US" sz="1800">
                <a:solidFill>
                  <a:srgbClr val="3C4043"/>
                </a:solidFill>
                <a:highlight>
                  <a:srgbClr val="FFFFFF"/>
                </a:highlight>
                <a:latin typeface="Roboto"/>
                <a:ea typeface="Roboto"/>
              </a:rPr>
              <a:t>Submit a record for approval</a:t>
            </a:r>
          </a:p>
          <a:p>
            <a:pPr marL="0" lvl="0" indent="0" algn="l" rtl="0">
              <a:lnSpc>
                <a:spcPct val="115000"/>
              </a:lnSpc>
              <a:spcBef>
                <a:spcPts val="1100"/>
              </a:spcBef>
              <a:spcAft>
                <a:spcPts val="0"/>
              </a:spcAft>
              <a:buNone/>
            </a:pPr>
            <a:endParaRPr sz="1800">
              <a:solidFill>
                <a:srgbClr val="3C4043"/>
              </a:solidFill>
              <a:latin typeface="Roboto"/>
              <a:ea typeface="Roboto"/>
              <a:cs typeface="Roboto"/>
              <a:sym typeface="Roboto"/>
            </a:endParaRPr>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Font typeface="Arial"/>
              <a:buNone/>
            </a:pPr>
            <a:endParaRPr sz="1050">
              <a:solidFill>
                <a:srgbClr val="3C4043"/>
              </a:solidFill>
              <a:highlight>
                <a:srgbClr val="FFFFFF"/>
              </a:highlight>
              <a:latin typeface="Roboto"/>
              <a:ea typeface="Roboto"/>
              <a:cs typeface="Roboto"/>
              <a:sym typeface="Roboto"/>
            </a:endParaRPr>
          </a:p>
        </p:txBody>
      </p:sp>
    </p:spTree>
    <p:extLst>
      <p:ext uri="{BB962C8B-B14F-4D97-AF65-F5344CB8AC3E}">
        <p14:creationId xmlns:p14="http://schemas.microsoft.com/office/powerpoint/2010/main" val="867638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6"/>
          <p:cNvSpPr txBox="1">
            <a:spLocks noGrp="1"/>
          </p:cNvSpPr>
          <p:nvPr>
            <p:ph type="body" idx="1"/>
          </p:nvPr>
        </p:nvSpPr>
        <p:spPr>
          <a:xfrm>
            <a:off x="373944" y="29088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Example of Process Builder</a:t>
            </a:r>
            <a:endParaRPr/>
          </a:p>
          <a:p>
            <a:pPr marL="0" lvl="0" indent="0" algn="ctr" rtl="0">
              <a:lnSpc>
                <a:spcPct val="90000"/>
              </a:lnSpc>
              <a:spcBef>
                <a:spcPts val="0"/>
              </a:spcBef>
              <a:spcAft>
                <a:spcPts val="0"/>
              </a:spcAft>
              <a:buClr>
                <a:schemeClr val="accent2"/>
              </a:buClr>
              <a:buSzPts val="4000"/>
              <a:buNone/>
            </a:pPr>
            <a:endParaRPr/>
          </a:p>
        </p:txBody>
      </p:sp>
      <p:sp>
        <p:nvSpPr>
          <p:cNvPr id="234" name="Google Shape;234;p26"/>
          <p:cNvSpPr txBox="1">
            <a:spLocks noGrp="1"/>
          </p:cNvSpPr>
          <p:nvPr>
            <p:ph type="body" idx="2"/>
          </p:nvPr>
        </p:nvSpPr>
        <p:spPr>
          <a:xfrm>
            <a:off x="334650" y="1156775"/>
            <a:ext cx="11522700" cy="5231400"/>
          </a:xfrm>
          <a:prstGeom prst="rect">
            <a:avLst/>
          </a:prstGeom>
          <a:noFill/>
          <a:ln>
            <a:noFill/>
          </a:ln>
        </p:spPr>
        <p:txBody>
          <a:bodyPr spcFirstLastPara="1" wrap="square" lIns="91425" tIns="45700" rIns="91425" bIns="45700" anchor="t" anchorCtr="0">
            <a:noAutofit/>
          </a:bodyPr>
          <a:lstStyle/>
          <a:p>
            <a:pPr marL="533400" lvl="1" indent="0" fontAlgn="base">
              <a:spcBef>
                <a:spcPts val="1000"/>
              </a:spcBef>
              <a:buSzPts val="2800"/>
              <a:buNone/>
            </a:pPr>
            <a:endParaRPr lang="en-US" sz="180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Font typeface="Arial"/>
              <a:buNone/>
            </a:pPr>
            <a:endParaRPr sz="1050">
              <a:solidFill>
                <a:srgbClr val="3C4043"/>
              </a:solidFill>
              <a:highlight>
                <a:srgbClr val="FFFFFF"/>
              </a:highlight>
              <a:latin typeface="Roboto"/>
              <a:ea typeface="Roboto"/>
              <a:cs typeface="Roboto"/>
              <a:sym typeface="Roboto"/>
            </a:endParaRPr>
          </a:p>
        </p:txBody>
      </p:sp>
      <p:pic>
        <p:nvPicPr>
          <p:cNvPr id="8194" name="Picture 2" descr="Screenshot of example process">
            <a:extLst>
              <a:ext uri="{FF2B5EF4-FFF2-40B4-BE49-F238E27FC236}">
                <a16:creationId xmlns:a16="http://schemas.microsoft.com/office/drawing/2014/main" id="{2BBAF5C2-A1B1-49D5-8785-DD7FE38948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1387" y="1156776"/>
            <a:ext cx="7669213" cy="523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7927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6"/>
          <p:cNvSpPr txBox="1">
            <a:spLocks noGrp="1"/>
          </p:cNvSpPr>
          <p:nvPr>
            <p:ph type="body" idx="1"/>
          </p:nvPr>
        </p:nvSpPr>
        <p:spPr>
          <a:xfrm>
            <a:off x="373944" y="29088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US"/>
              <a:t>Process Builder and Workflow Migration</a:t>
            </a:r>
            <a:endParaRPr/>
          </a:p>
          <a:p>
            <a:pPr marL="0" lvl="0" indent="0" algn="ctr" rtl="0">
              <a:lnSpc>
                <a:spcPct val="90000"/>
              </a:lnSpc>
              <a:spcBef>
                <a:spcPts val="0"/>
              </a:spcBef>
              <a:spcAft>
                <a:spcPts val="0"/>
              </a:spcAft>
              <a:buClr>
                <a:schemeClr val="accent2"/>
              </a:buClr>
              <a:buSzPts val="4000"/>
              <a:buNone/>
            </a:pPr>
            <a:endParaRPr/>
          </a:p>
        </p:txBody>
      </p:sp>
      <p:sp>
        <p:nvSpPr>
          <p:cNvPr id="234" name="Google Shape;234;p26"/>
          <p:cNvSpPr txBox="1">
            <a:spLocks noGrp="1"/>
          </p:cNvSpPr>
          <p:nvPr>
            <p:ph type="body" idx="2"/>
          </p:nvPr>
        </p:nvSpPr>
        <p:spPr>
          <a:xfrm>
            <a:off x="334650" y="1156775"/>
            <a:ext cx="11522700" cy="5231400"/>
          </a:xfrm>
          <a:prstGeom prst="rect">
            <a:avLst/>
          </a:prstGeom>
          <a:noFill/>
          <a:ln>
            <a:noFill/>
          </a:ln>
        </p:spPr>
        <p:txBody>
          <a:bodyPr spcFirstLastPara="1" wrap="square" lIns="91425" tIns="45700" rIns="91425" bIns="45700" anchor="t" anchorCtr="0">
            <a:noAutofit/>
          </a:bodyPr>
          <a:lstStyle/>
          <a:p>
            <a:pPr marL="50800" lvl="1" indent="0">
              <a:spcBef>
                <a:spcPts val="1000"/>
              </a:spcBef>
              <a:buNone/>
            </a:pPr>
            <a:endParaRPr lang="en-US" sz="1800">
              <a:solidFill>
                <a:srgbClr val="3C4043"/>
              </a:solidFill>
              <a:highlight>
                <a:srgbClr val="FFFFFF"/>
              </a:highlight>
              <a:latin typeface="Roboto"/>
              <a:ea typeface="Roboto"/>
            </a:endParaRPr>
          </a:p>
          <a:p>
            <a:pPr marL="50800" lvl="1" indent="0">
              <a:spcBef>
                <a:spcPts val="1000"/>
              </a:spcBef>
              <a:buNone/>
            </a:pPr>
            <a:r>
              <a:rPr lang="en-US" sz="1800">
                <a:solidFill>
                  <a:srgbClr val="3C4043"/>
                </a:solidFill>
                <a:highlight>
                  <a:srgbClr val="FFFFFF"/>
                </a:highlight>
                <a:latin typeface="Roboto"/>
                <a:ea typeface="Roboto"/>
              </a:rPr>
              <a:t>Starting Summer'23 Process Builder and Workflows can no longer be created.</a:t>
            </a:r>
            <a:endParaRPr lang="en-US"/>
          </a:p>
          <a:p>
            <a:pPr marL="0" lvl="0" indent="0" algn="l" rtl="0">
              <a:lnSpc>
                <a:spcPct val="115000"/>
              </a:lnSpc>
              <a:spcBef>
                <a:spcPts val="1100"/>
              </a:spcBef>
              <a:spcAft>
                <a:spcPts val="0"/>
              </a:spcAft>
              <a:buNone/>
            </a:pPr>
            <a:endParaRPr sz="1800">
              <a:solidFill>
                <a:srgbClr val="3C4043"/>
              </a:solidFill>
              <a:latin typeface="Roboto"/>
              <a:ea typeface="Roboto"/>
              <a:cs typeface="Roboto"/>
              <a:sym typeface="Roboto"/>
            </a:endParaRPr>
          </a:p>
          <a:p>
            <a:pPr marL="0" lvl="0" indent="0" algn="l" rtl="0">
              <a:lnSpc>
                <a:spcPct val="150000"/>
              </a:lnSpc>
              <a:spcBef>
                <a:spcPts val="0"/>
              </a:spcBef>
              <a:spcAft>
                <a:spcPts val="0"/>
              </a:spcAft>
              <a:buNone/>
            </a:pPr>
            <a:r>
              <a:rPr lang="en-US"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a:ea typeface="Roboto"/>
              <a:cs typeface="Roboto"/>
            </a:endParaRPr>
          </a:p>
          <a:p>
            <a:pPr marL="228600" lvl="0" indent="-50800" algn="l" rtl="0">
              <a:lnSpc>
                <a:spcPct val="150000"/>
              </a:lnSpc>
              <a:spcBef>
                <a:spcPts val="0"/>
              </a:spcBef>
              <a:spcAft>
                <a:spcPts val="0"/>
              </a:spcAft>
              <a:buClr>
                <a:srgbClr val="3F3F3F"/>
              </a:buClr>
              <a:buSzPts val="2800"/>
              <a:buFont typeface="Arial"/>
              <a:buNone/>
            </a:pPr>
            <a:endParaRPr sz="1050">
              <a:solidFill>
                <a:srgbClr val="3C4043"/>
              </a:solidFill>
              <a:highlight>
                <a:srgbClr val="FFFFFF"/>
              </a:highlight>
              <a:latin typeface="Roboto"/>
              <a:ea typeface="Roboto"/>
              <a:cs typeface="Roboto"/>
            </a:endParaRPr>
          </a:p>
        </p:txBody>
      </p:sp>
    </p:spTree>
    <p:extLst>
      <p:ext uri="{BB962C8B-B14F-4D97-AF65-F5344CB8AC3E}">
        <p14:creationId xmlns:p14="http://schemas.microsoft.com/office/powerpoint/2010/main" val="685609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Approval Process</a:t>
            </a:r>
            <a:endParaRPr/>
          </a:p>
          <a:p>
            <a:pPr marL="0" lvl="0" indent="0" algn="ctr" rtl="0">
              <a:lnSpc>
                <a:spcPct val="90000"/>
              </a:lnSpc>
              <a:spcBef>
                <a:spcPts val="0"/>
              </a:spcBef>
              <a:spcAft>
                <a:spcPts val="0"/>
              </a:spcAft>
              <a:buClr>
                <a:schemeClr val="accent2"/>
              </a:buClr>
              <a:buSzPts val="4000"/>
              <a:buNone/>
            </a:pPr>
            <a:endParaRPr/>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463550" indent="-285750" fontAlgn="base">
              <a:lnSpc>
                <a:spcPct val="150000"/>
              </a:lnSpc>
              <a:spcBef>
                <a:spcPts val="0"/>
              </a:spcBef>
            </a:pPr>
            <a:r>
              <a:rPr lang="en-US" sz="1800">
                <a:solidFill>
                  <a:srgbClr val="3C4043"/>
                </a:solidFill>
                <a:highlight>
                  <a:srgbClr val="FFFFFF"/>
                </a:highlight>
                <a:latin typeface="Roboto"/>
                <a:ea typeface="Roboto"/>
              </a:rPr>
              <a:t>Approval Process in Salesforce is an automated process that automates how Salesforce records are approved in your org. </a:t>
            </a:r>
          </a:p>
          <a:p>
            <a:pPr marL="463550" indent="-285750" fontAlgn="base">
              <a:lnSpc>
                <a:spcPct val="150000"/>
              </a:lnSpc>
              <a:spcBef>
                <a:spcPts val="0"/>
              </a:spcBef>
            </a:pPr>
            <a:r>
              <a:rPr lang="en-US" sz="1800">
                <a:solidFill>
                  <a:srgbClr val="3C4043"/>
                </a:solidFill>
                <a:highlight>
                  <a:srgbClr val="FFFFFF"/>
                </a:highlight>
                <a:latin typeface="Roboto"/>
                <a:ea typeface="Roboto"/>
              </a:rPr>
              <a:t>Approval Process in Salesforce is a combination of steps for a record to be approved/rejected either by a user, queue or public groups. </a:t>
            </a:r>
          </a:p>
          <a:p>
            <a:pPr marL="463550" indent="-285750" fontAlgn="base">
              <a:lnSpc>
                <a:spcPct val="150000"/>
              </a:lnSpc>
              <a:spcBef>
                <a:spcPts val="0"/>
              </a:spcBef>
            </a:pPr>
            <a:r>
              <a:rPr lang="en-US" sz="1800">
                <a:solidFill>
                  <a:srgbClr val="3C4043"/>
                </a:solidFill>
                <a:highlight>
                  <a:srgbClr val="FFFFFF"/>
                </a:highlight>
                <a:latin typeface="Roboto"/>
                <a:ea typeface="Roboto"/>
              </a:rPr>
              <a:t>An approval process also specifies the actions to take when a record is approved, rejected, recalled, or first submitted for approval.</a:t>
            </a:r>
          </a:p>
          <a:p>
            <a:pPr marL="463550" indent="-285750" fontAlgn="base">
              <a:lnSpc>
                <a:spcPct val="150000"/>
              </a:lnSpc>
              <a:spcBef>
                <a:spcPts val="0"/>
              </a:spcBef>
            </a:pPr>
            <a:r>
              <a:rPr lang="en-US" sz="1800">
                <a:solidFill>
                  <a:srgbClr val="3C4043"/>
                </a:solidFill>
                <a:highlight>
                  <a:srgbClr val="FFFFFF"/>
                </a:highlight>
                <a:latin typeface="Roboto"/>
                <a:ea typeface="Roboto"/>
              </a:rPr>
              <a:t>For example, when an employee creates a time-off request, have Salesforce automatically sends an approval request to the employee’s manager.</a:t>
            </a: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Approval Process</a:t>
            </a:r>
            <a:endParaRPr/>
          </a:p>
          <a:p>
            <a:pPr marL="0" lvl="0" indent="0" algn="ctr" rtl="0">
              <a:lnSpc>
                <a:spcPct val="90000"/>
              </a:lnSpc>
              <a:spcBef>
                <a:spcPts val="0"/>
              </a:spcBef>
              <a:spcAft>
                <a:spcPts val="0"/>
              </a:spcAft>
              <a:buClr>
                <a:schemeClr val="accent2"/>
              </a:buClr>
              <a:buSzPts val="4000"/>
              <a:buNone/>
            </a:pPr>
            <a:endParaRPr/>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177800" indent="0" fontAlgn="base">
              <a:lnSpc>
                <a:spcPct val="150000"/>
              </a:lnSpc>
              <a:spcBef>
                <a:spcPts val="0"/>
              </a:spcBef>
              <a:buNone/>
            </a:pPr>
            <a:r>
              <a:rPr lang="en-US" sz="1800" b="1">
                <a:solidFill>
                  <a:srgbClr val="3C4043"/>
                </a:solidFill>
                <a:highlight>
                  <a:srgbClr val="FFFFFF"/>
                </a:highlight>
                <a:latin typeface="Roboto"/>
                <a:ea typeface="Roboto"/>
              </a:rPr>
              <a:t>Make sure you preplan before you start configuring the Approval process in salesforce because this will help you design the approval process in the most optimized ways. </a:t>
            </a:r>
          </a:p>
          <a:p>
            <a:pPr marL="177800" indent="0" fontAlgn="base">
              <a:lnSpc>
                <a:spcPct val="150000"/>
              </a:lnSpc>
              <a:spcBef>
                <a:spcPts val="0"/>
              </a:spcBef>
              <a:buNone/>
            </a:pPr>
            <a:endParaRPr lang="en-US" sz="1800" b="1">
              <a:solidFill>
                <a:srgbClr val="3C4043"/>
              </a:solidFill>
              <a:highlight>
                <a:srgbClr val="FFFFFF"/>
              </a:highlight>
              <a:latin typeface="Roboto"/>
              <a:ea typeface="Roboto"/>
            </a:endParaRPr>
          </a:p>
          <a:p>
            <a:pPr marL="177800" indent="0" fontAlgn="base">
              <a:lnSpc>
                <a:spcPct val="150000"/>
              </a:lnSpc>
              <a:spcBef>
                <a:spcPts val="0"/>
              </a:spcBef>
              <a:buNone/>
            </a:pPr>
            <a:r>
              <a:rPr lang="en-US" sz="1800" b="1">
                <a:solidFill>
                  <a:srgbClr val="3C4043"/>
                </a:solidFill>
                <a:highlight>
                  <a:srgbClr val="FFFFFF"/>
                </a:highlight>
                <a:latin typeface="Roboto"/>
                <a:ea typeface="Roboto"/>
              </a:rPr>
              <a:t>Preplanning includes of:</a:t>
            </a:r>
          </a:p>
          <a:p>
            <a:pPr marL="463550" indent="-285750" fontAlgn="base">
              <a:lnSpc>
                <a:spcPct val="150000"/>
              </a:lnSpc>
              <a:spcBef>
                <a:spcPts val="0"/>
              </a:spcBef>
            </a:pPr>
            <a:r>
              <a:rPr lang="en-US" sz="1800">
                <a:solidFill>
                  <a:srgbClr val="3C4043"/>
                </a:solidFill>
                <a:highlight>
                  <a:srgbClr val="FFFFFF"/>
                </a:highlight>
                <a:latin typeface="Roboto"/>
                <a:ea typeface="Roboto"/>
              </a:rPr>
              <a:t>Creation of Required fields</a:t>
            </a:r>
          </a:p>
          <a:p>
            <a:pPr marL="463550" indent="-285750" fontAlgn="base">
              <a:lnSpc>
                <a:spcPct val="150000"/>
              </a:lnSpc>
              <a:spcBef>
                <a:spcPts val="0"/>
              </a:spcBef>
            </a:pPr>
            <a:r>
              <a:rPr lang="en-US" sz="1800">
                <a:solidFill>
                  <a:srgbClr val="3C4043"/>
                </a:solidFill>
                <a:highlight>
                  <a:srgbClr val="FFFFFF"/>
                </a:highlight>
                <a:latin typeface="Roboto"/>
                <a:ea typeface="Roboto"/>
              </a:rPr>
              <a:t>Identify the object for the Approval process</a:t>
            </a:r>
          </a:p>
          <a:p>
            <a:pPr marL="463550" indent="-285750" fontAlgn="base">
              <a:lnSpc>
                <a:spcPct val="150000"/>
              </a:lnSpc>
              <a:spcBef>
                <a:spcPts val="0"/>
              </a:spcBef>
            </a:pPr>
            <a:r>
              <a:rPr lang="en-US" sz="1800">
                <a:solidFill>
                  <a:srgbClr val="3C4043"/>
                </a:solidFill>
                <a:highlight>
                  <a:srgbClr val="FFFFFF"/>
                </a:highlight>
                <a:latin typeface="Roboto"/>
                <a:ea typeface="Roboto"/>
              </a:rPr>
              <a:t>Email Template</a:t>
            </a:r>
          </a:p>
          <a:p>
            <a:pPr marL="463550" indent="-285750" fontAlgn="base">
              <a:lnSpc>
                <a:spcPct val="150000"/>
              </a:lnSpc>
              <a:spcBef>
                <a:spcPts val="0"/>
              </a:spcBef>
            </a:pPr>
            <a:r>
              <a:rPr lang="en-US" sz="1800">
                <a:solidFill>
                  <a:srgbClr val="3C4043"/>
                </a:solidFill>
                <a:highlight>
                  <a:srgbClr val="FFFFFF"/>
                </a:highlight>
                <a:latin typeface="Roboto"/>
                <a:ea typeface="Roboto"/>
              </a:rPr>
              <a:t>Final Approval Actions like unlock record or change the status of the record</a:t>
            </a:r>
            <a:endParaRPr sz="180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p:txBody>
      </p:sp>
    </p:spTree>
    <p:extLst>
      <p:ext uri="{BB962C8B-B14F-4D97-AF65-F5344CB8AC3E}">
        <p14:creationId xmlns:p14="http://schemas.microsoft.com/office/powerpoint/2010/main" val="614483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Approval Process</a:t>
            </a:r>
            <a:endParaRPr/>
          </a:p>
          <a:p>
            <a:pPr marL="0" lvl="0" indent="0" algn="ctr" rtl="0">
              <a:lnSpc>
                <a:spcPct val="90000"/>
              </a:lnSpc>
              <a:spcBef>
                <a:spcPts val="0"/>
              </a:spcBef>
              <a:spcAft>
                <a:spcPts val="0"/>
              </a:spcAft>
              <a:buClr>
                <a:schemeClr val="accent2"/>
              </a:buClr>
              <a:buSzPts val="4000"/>
              <a:buNone/>
            </a:pPr>
            <a:endParaRPr/>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177800" indent="0" fontAlgn="base">
              <a:lnSpc>
                <a:spcPct val="150000"/>
              </a:lnSpc>
              <a:spcBef>
                <a:spcPts val="0"/>
              </a:spcBef>
              <a:buNone/>
            </a:pPr>
            <a:r>
              <a:rPr lang="en-US" sz="1800" b="1">
                <a:solidFill>
                  <a:srgbClr val="3C4043"/>
                </a:solidFill>
                <a:highlight>
                  <a:srgbClr val="FFFFFF"/>
                </a:highlight>
                <a:latin typeface="Roboto"/>
                <a:ea typeface="Roboto"/>
              </a:rPr>
              <a:t>Here is list of steps for approval process in salesforce :</a:t>
            </a:r>
          </a:p>
          <a:p>
            <a:pPr marL="463550" indent="-285750" fontAlgn="base">
              <a:lnSpc>
                <a:spcPct val="150000"/>
              </a:lnSpc>
              <a:spcBef>
                <a:spcPts val="0"/>
              </a:spcBef>
            </a:pPr>
            <a:r>
              <a:rPr lang="en-US" sz="1800">
                <a:solidFill>
                  <a:srgbClr val="3C4043"/>
                </a:solidFill>
                <a:highlight>
                  <a:srgbClr val="FFFFFF"/>
                </a:highlight>
                <a:latin typeface="Roboto"/>
                <a:ea typeface="Roboto"/>
              </a:rPr>
              <a:t>Setup -&gt; Create -&gt; Workflow and Approval -&gt; Approval Process</a:t>
            </a:r>
          </a:p>
          <a:p>
            <a:pPr marL="463550" indent="-285750" fontAlgn="base">
              <a:lnSpc>
                <a:spcPct val="150000"/>
              </a:lnSpc>
              <a:spcBef>
                <a:spcPts val="0"/>
              </a:spcBef>
            </a:pPr>
            <a:r>
              <a:rPr lang="en-US" sz="1800">
                <a:solidFill>
                  <a:srgbClr val="3C4043"/>
                </a:solidFill>
                <a:highlight>
                  <a:srgbClr val="FFFFFF"/>
                </a:highlight>
                <a:latin typeface="Roboto"/>
                <a:ea typeface="Roboto"/>
              </a:rPr>
              <a:t>Select object for approval process to be written</a:t>
            </a:r>
          </a:p>
          <a:p>
            <a:pPr marL="463550" indent="-285750" fontAlgn="base">
              <a:lnSpc>
                <a:spcPct val="150000"/>
              </a:lnSpc>
              <a:spcBef>
                <a:spcPts val="0"/>
              </a:spcBef>
            </a:pPr>
            <a:r>
              <a:rPr lang="en-US" sz="1800">
                <a:solidFill>
                  <a:srgbClr val="3C4043"/>
                </a:solidFill>
                <a:highlight>
                  <a:srgbClr val="FFFFFF"/>
                </a:highlight>
                <a:latin typeface="Roboto"/>
                <a:ea typeface="Roboto"/>
              </a:rPr>
              <a:t>Click on Create New Approval Process</a:t>
            </a:r>
          </a:p>
          <a:p>
            <a:pPr marL="463550" indent="-285750" fontAlgn="base">
              <a:lnSpc>
                <a:spcPct val="150000"/>
              </a:lnSpc>
              <a:spcBef>
                <a:spcPts val="0"/>
              </a:spcBef>
            </a:pPr>
            <a:r>
              <a:rPr lang="en-US" sz="1800">
                <a:solidFill>
                  <a:srgbClr val="3C4043"/>
                </a:solidFill>
                <a:highlight>
                  <a:srgbClr val="FFFFFF"/>
                </a:highlight>
                <a:latin typeface="Roboto"/>
                <a:ea typeface="Roboto"/>
              </a:rPr>
              <a:t>Select Standard Setup Wizard from drop down</a:t>
            </a:r>
          </a:p>
          <a:p>
            <a:pPr marL="463550" indent="-285750" fontAlgn="base">
              <a:lnSpc>
                <a:spcPct val="150000"/>
              </a:lnSpc>
              <a:spcBef>
                <a:spcPts val="0"/>
              </a:spcBef>
            </a:pPr>
            <a:r>
              <a:rPr lang="en-US" sz="1800">
                <a:solidFill>
                  <a:srgbClr val="3C4043"/>
                </a:solidFill>
                <a:highlight>
                  <a:srgbClr val="FFFFFF"/>
                </a:highlight>
                <a:latin typeface="Roboto"/>
                <a:ea typeface="Roboto"/>
              </a:rPr>
              <a:t>Enter the Process name, Unique Name and description for your process</a:t>
            </a:r>
          </a:p>
          <a:p>
            <a:pPr marL="463550" indent="-285750" fontAlgn="base">
              <a:lnSpc>
                <a:spcPct val="150000"/>
              </a:lnSpc>
              <a:spcBef>
                <a:spcPts val="0"/>
              </a:spcBef>
            </a:pPr>
            <a:r>
              <a:rPr lang="en-US" sz="1800">
                <a:solidFill>
                  <a:srgbClr val="3C4043"/>
                </a:solidFill>
                <a:highlight>
                  <a:srgbClr val="FFFFFF"/>
                </a:highlight>
                <a:latin typeface="Roboto"/>
                <a:ea typeface="Roboto"/>
              </a:rPr>
              <a:t>Specify Entry criteria</a:t>
            </a: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p:txBody>
      </p:sp>
    </p:spTree>
    <p:extLst>
      <p:ext uri="{BB962C8B-B14F-4D97-AF65-F5344CB8AC3E}">
        <p14:creationId xmlns:p14="http://schemas.microsoft.com/office/powerpoint/2010/main" val="282496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Approval Process</a:t>
            </a:r>
            <a:endParaRPr/>
          </a:p>
          <a:p>
            <a:pPr marL="0" lvl="0" indent="0" algn="ctr" rtl="0">
              <a:lnSpc>
                <a:spcPct val="90000"/>
              </a:lnSpc>
              <a:spcBef>
                <a:spcPts val="0"/>
              </a:spcBef>
              <a:spcAft>
                <a:spcPts val="0"/>
              </a:spcAft>
              <a:buClr>
                <a:schemeClr val="accent2"/>
              </a:buClr>
              <a:buSzPts val="4000"/>
              <a:buNone/>
            </a:pPr>
            <a:endParaRPr/>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177800" indent="0" fontAlgn="base">
              <a:lnSpc>
                <a:spcPct val="150000"/>
              </a:lnSpc>
              <a:spcBef>
                <a:spcPts val="0"/>
              </a:spcBef>
              <a:buNone/>
            </a:pPr>
            <a:r>
              <a:rPr lang="en-US" sz="1800" b="1">
                <a:solidFill>
                  <a:srgbClr val="3C4043"/>
                </a:solidFill>
                <a:highlight>
                  <a:srgbClr val="FFFFFF"/>
                </a:highlight>
                <a:latin typeface="Roboto"/>
                <a:ea typeface="Roboto"/>
              </a:rPr>
              <a:t>Here is list of sections to be configured in salesforce approval process:</a:t>
            </a:r>
          </a:p>
          <a:p>
            <a:pPr marL="463550" indent="-285750" fontAlgn="base">
              <a:lnSpc>
                <a:spcPct val="150000"/>
              </a:lnSpc>
              <a:spcBef>
                <a:spcPts val="0"/>
              </a:spcBef>
            </a:pPr>
            <a:r>
              <a:rPr lang="en-US" sz="1800" b="1">
                <a:solidFill>
                  <a:srgbClr val="3C4043"/>
                </a:solidFill>
                <a:highlight>
                  <a:srgbClr val="FFFFFF"/>
                </a:highlight>
                <a:latin typeface="Roboto"/>
                <a:ea typeface="Roboto"/>
              </a:rPr>
              <a:t>Process Definition Detail </a:t>
            </a:r>
            <a:r>
              <a:rPr lang="en-US" sz="1800">
                <a:solidFill>
                  <a:srgbClr val="3C4043"/>
                </a:solidFill>
                <a:highlight>
                  <a:srgbClr val="FFFFFF"/>
                </a:highlight>
                <a:latin typeface="Roboto"/>
                <a:ea typeface="Roboto"/>
              </a:rPr>
              <a:t>– Approval Process Header level details like name, email template etc.</a:t>
            </a:r>
          </a:p>
          <a:p>
            <a:pPr marL="463550" indent="-285750" fontAlgn="base">
              <a:lnSpc>
                <a:spcPct val="150000"/>
              </a:lnSpc>
              <a:spcBef>
                <a:spcPts val="0"/>
              </a:spcBef>
            </a:pPr>
            <a:r>
              <a:rPr lang="en-US" sz="1800" b="1">
                <a:solidFill>
                  <a:srgbClr val="3C4043"/>
                </a:solidFill>
                <a:highlight>
                  <a:srgbClr val="FFFFFF"/>
                </a:highlight>
                <a:latin typeface="Roboto"/>
                <a:ea typeface="Roboto"/>
              </a:rPr>
              <a:t>Initial Submission Actions</a:t>
            </a:r>
            <a:r>
              <a:rPr lang="en-US" sz="1800">
                <a:solidFill>
                  <a:srgbClr val="3C4043"/>
                </a:solidFill>
                <a:highlight>
                  <a:srgbClr val="FFFFFF"/>
                </a:highlight>
                <a:latin typeface="Roboto"/>
                <a:ea typeface="Roboto"/>
              </a:rPr>
              <a:t> – It will be executed when the user clicks on ‘Submit for Approval’ on the object record.</a:t>
            </a:r>
          </a:p>
          <a:p>
            <a:pPr marL="463550" indent="-285750" fontAlgn="base">
              <a:lnSpc>
                <a:spcPct val="150000"/>
              </a:lnSpc>
              <a:spcBef>
                <a:spcPts val="0"/>
              </a:spcBef>
            </a:pPr>
            <a:r>
              <a:rPr lang="en-US" sz="1800" b="1">
                <a:solidFill>
                  <a:srgbClr val="3C4043"/>
                </a:solidFill>
                <a:highlight>
                  <a:srgbClr val="FFFFFF"/>
                </a:highlight>
                <a:latin typeface="Roboto"/>
                <a:ea typeface="Roboto"/>
              </a:rPr>
              <a:t>Approval Steps </a:t>
            </a:r>
            <a:r>
              <a:rPr lang="en-US" sz="1800">
                <a:solidFill>
                  <a:srgbClr val="3C4043"/>
                </a:solidFill>
                <a:highlight>
                  <a:srgbClr val="FFFFFF"/>
                </a:highlight>
                <a:latin typeface="Roboto"/>
                <a:ea typeface="Roboto"/>
              </a:rPr>
              <a:t>– Details of Steps criteria and the approvers</a:t>
            </a:r>
          </a:p>
          <a:p>
            <a:pPr marL="463550" indent="-285750" fontAlgn="base">
              <a:lnSpc>
                <a:spcPct val="150000"/>
              </a:lnSpc>
              <a:spcBef>
                <a:spcPts val="0"/>
              </a:spcBef>
            </a:pPr>
            <a:r>
              <a:rPr lang="en-US" sz="1800" b="1">
                <a:solidFill>
                  <a:srgbClr val="3C4043"/>
                </a:solidFill>
                <a:highlight>
                  <a:srgbClr val="FFFFFF"/>
                </a:highlight>
                <a:latin typeface="Roboto"/>
                <a:ea typeface="Roboto"/>
              </a:rPr>
              <a:t>Final Approval Actions </a:t>
            </a:r>
            <a:r>
              <a:rPr lang="en-US" sz="1800">
                <a:solidFill>
                  <a:srgbClr val="3C4043"/>
                </a:solidFill>
                <a:highlight>
                  <a:srgbClr val="FFFFFF"/>
                </a:highlight>
                <a:latin typeface="Roboto"/>
                <a:ea typeface="Roboto"/>
              </a:rPr>
              <a:t>– It will be executed after all the approval process steps have been approved.</a:t>
            </a:r>
          </a:p>
          <a:p>
            <a:pPr marL="463550" indent="-285750" fontAlgn="base">
              <a:lnSpc>
                <a:spcPct val="150000"/>
              </a:lnSpc>
              <a:spcBef>
                <a:spcPts val="0"/>
              </a:spcBef>
            </a:pPr>
            <a:r>
              <a:rPr lang="en-US" sz="1800" b="1">
                <a:solidFill>
                  <a:srgbClr val="3C4043"/>
                </a:solidFill>
                <a:highlight>
                  <a:srgbClr val="FFFFFF"/>
                </a:highlight>
                <a:latin typeface="Roboto"/>
                <a:ea typeface="Roboto"/>
              </a:rPr>
              <a:t>Final Rejection Actions </a:t>
            </a:r>
            <a:r>
              <a:rPr lang="en-US" sz="1800">
                <a:solidFill>
                  <a:srgbClr val="3C4043"/>
                </a:solidFill>
                <a:highlight>
                  <a:srgbClr val="FFFFFF"/>
                </a:highlight>
                <a:latin typeface="Roboto"/>
                <a:ea typeface="Roboto"/>
              </a:rPr>
              <a:t>– It will be executed if one of the approval process steps have been rejected.</a:t>
            </a:r>
          </a:p>
          <a:p>
            <a:pPr marL="463550" indent="-285750" fontAlgn="base">
              <a:lnSpc>
                <a:spcPct val="150000"/>
              </a:lnSpc>
              <a:spcBef>
                <a:spcPts val="0"/>
              </a:spcBef>
            </a:pPr>
            <a:r>
              <a:rPr lang="en-US" sz="1800" b="1">
                <a:solidFill>
                  <a:srgbClr val="3C4043"/>
                </a:solidFill>
                <a:highlight>
                  <a:srgbClr val="FFFFFF"/>
                </a:highlight>
                <a:latin typeface="Roboto"/>
                <a:ea typeface="Roboto"/>
              </a:rPr>
              <a:t>Recall Actions </a:t>
            </a:r>
            <a:r>
              <a:rPr lang="en-US" sz="1800">
                <a:solidFill>
                  <a:srgbClr val="3C4043"/>
                </a:solidFill>
                <a:highlight>
                  <a:srgbClr val="FFFFFF"/>
                </a:highlight>
                <a:latin typeface="Roboto"/>
                <a:ea typeface="Roboto"/>
              </a:rPr>
              <a:t>– It will be executed if one of the approval process steps have been recalled.</a:t>
            </a: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p:txBody>
      </p:sp>
    </p:spTree>
    <p:extLst>
      <p:ext uri="{BB962C8B-B14F-4D97-AF65-F5344CB8AC3E}">
        <p14:creationId xmlns:p14="http://schemas.microsoft.com/office/powerpoint/2010/main" val="3728681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Approval Process</a:t>
            </a:r>
            <a:endParaRPr/>
          </a:p>
          <a:p>
            <a:pPr marL="0" lvl="0" indent="0" algn="ctr" rtl="0">
              <a:lnSpc>
                <a:spcPct val="90000"/>
              </a:lnSpc>
              <a:spcBef>
                <a:spcPts val="0"/>
              </a:spcBef>
              <a:spcAft>
                <a:spcPts val="0"/>
              </a:spcAft>
              <a:buClr>
                <a:schemeClr val="accent2"/>
              </a:buClr>
              <a:buSzPts val="4000"/>
              <a:buNone/>
            </a:pPr>
            <a:endParaRPr/>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a:solidFill>
                <a:srgbClr val="3C4043"/>
              </a:solidFill>
              <a:latin typeface="Roboto"/>
              <a:ea typeface="Roboto"/>
              <a:cs typeface="Roboto"/>
              <a:sym typeface="Roboto"/>
            </a:endParaRPr>
          </a:p>
        </p:txBody>
      </p:sp>
      <p:pic>
        <p:nvPicPr>
          <p:cNvPr id="1026" name="Picture 2">
            <a:extLst>
              <a:ext uri="{FF2B5EF4-FFF2-40B4-BE49-F238E27FC236}">
                <a16:creationId xmlns:a16="http://schemas.microsoft.com/office/drawing/2014/main" id="{79C774A9-3598-4628-8BE7-9D634626EE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4566" y="1014413"/>
            <a:ext cx="9439422" cy="482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612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9"/>
          <p:cNvSpPr txBox="1">
            <a:spLocks noGrp="1"/>
          </p:cNvSpPr>
          <p:nvPr>
            <p:ph type="body" idx="1"/>
          </p:nvPr>
        </p:nvSpPr>
        <p:spPr>
          <a:xfrm>
            <a:off x="803275" y="1175107"/>
            <a:ext cx="4852942" cy="762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3F3F3F"/>
              </a:buClr>
              <a:buSzPts val="7200"/>
              <a:buNone/>
            </a:pPr>
            <a:r>
              <a:rPr lang="en-US"/>
              <a:t>Thank You</a:t>
            </a:r>
            <a:endParaRPr/>
          </a:p>
        </p:txBody>
      </p:sp>
    </p:spTree>
  </p:cSld>
  <p:clrMapOvr>
    <a:masterClrMapping/>
  </p:clrMapOvr>
</p:sld>
</file>

<file path=ppt/theme/theme1.xml><?xml version="1.0" encoding="utf-8"?>
<a:theme xmlns:a="http://schemas.openxmlformats.org/drawingml/2006/main" name="Cover and End Slide Master">
  <a:themeElements>
    <a:clrScheme name="Test1">
      <a:dk1>
        <a:srgbClr val="000000"/>
      </a:dk1>
      <a:lt1>
        <a:srgbClr val="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Test1">
      <a:dk1>
        <a:srgbClr val="000000"/>
      </a:dk1>
      <a:lt1>
        <a:srgbClr val="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72838459BBD64385CD2F40386C567F" ma:contentTypeVersion="13" ma:contentTypeDescription="Create a new document." ma:contentTypeScope="" ma:versionID="a1e738963b02d2357a25c24de22c504c">
  <xsd:schema xmlns:xsd="http://www.w3.org/2001/XMLSchema" xmlns:xs="http://www.w3.org/2001/XMLSchema" xmlns:p="http://schemas.microsoft.com/office/2006/metadata/properties" xmlns:ns2="0dab33a2-3426-4df1-aeb3-da106cc11362" xmlns:ns3="b7344c0c-05a4-4c29-b46a-b10958ceeffc" targetNamespace="http://schemas.microsoft.com/office/2006/metadata/properties" ma:root="true" ma:fieldsID="b5b1afaab406d47f6c6a7130c3b1fa6b" ns2:_="" ns3:_="">
    <xsd:import namespace="0dab33a2-3426-4df1-aeb3-da106cc11362"/>
    <xsd:import namespace="b7344c0c-05a4-4c29-b46a-b10958ceef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ab33a2-3426-4df1-aeb3-da106cc113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ab39e78-2f50-40ad-9103-f4aa2192ce9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344c0c-05a4-4c29-b46a-b10958ceeff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88ba81c-112d-44cd-a1c5-92790c1b0ece}" ma:internalName="TaxCatchAll" ma:showField="CatchAllData" ma:web="b7344c0c-05a4-4c29-b46a-b10958ceef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dab33a2-3426-4df1-aeb3-da106cc11362">
      <Terms xmlns="http://schemas.microsoft.com/office/infopath/2007/PartnerControls"/>
    </lcf76f155ced4ddcb4097134ff3c332f>
    <TaxCatchAll xmlns="b7344c0c-05a4-4c29-b46a-b10958ceeffc" xsi:nil="true"/>
  </documentManagement>
</p:properties>
</file>

<file path=customXml/itemProps1.xml><?xml version="1.0" encoding="utf-8"?>
<ds:datastoreItem xmlns:ds="http://schemas.openxmlformats.org/officeDocument/2006/customXml" ds:itemID="{C8445D9B-55B1-461C-9EB2-C2B30E960AE4}"/>
</file>

<file path=customXml/itemProps2.xml><?xml version="1.0" encoding="utf-8"?>
<ds:datastoreItem xmlns:ds="http://schemas.openxmlformats.org/officeDocument/2006/customXml" ds:itemID="{2D3DFB19-993E-4523-8033-E8DC3384FD0D}"/>
</file>

<file path=customXml/itemProps3.xml><?xml version="1.0" encoding="utf-8"?>
<ds:datastoreItem xmlns:ds="http://schemas.openxmlformats.org/officeDocument/2006/customXml" ds:itemID="{0B7E7963-7AA8-4FC8-B047-E809B229FD7A}"/>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26</Notes>
  <HiddenSlides>0</HiddenSlides>
  <ScaleCrop>false</ScaleCrop>
  <HeadingPairs>
    <vt:vector size="4" baseType="variant">
      <vt:variant>
        <vt:lpstr>Theme</vt:lpstr>
      </vt:variant>
      <vt:variant>
        <vt:i4>2</vt:i4>
      </vt:variant>
      <vt:variant>
        <vt:lpstr>Slide Titles</vt:lpstr>
      </vt:variant>
      <vt:variant>
        <vt:i4>27</vt:i4>
      </vt:variant>
    </vt:vector>
  </HeadingPairs>
  <TitlesOfParts>
    <vt:vector size="29" baseType="lpstr">
      <vt:lpstr>Cover and End Slide Master</vt:lpstr>
      <vt:lpstr>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12</cp:revision>
  <dcterms:modified xsi:type="dcterms:W3CDTF">2024-09-12T03:48:13Z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0x010100F472838459BBD64385CD2F40386C567F</vt:lpwstr>
  </property>
</Properties>
</file>