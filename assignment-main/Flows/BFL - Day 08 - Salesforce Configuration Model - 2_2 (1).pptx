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64" r:id="rId2"/>
  </p:sldMasterIdLst>
  <p:notesMasterIdLst>
    <p:notesMasterId r:id="rId36"/>
  </p:notesMasterIdLst>
  <p:sldIdLst>
    <p:sldId id="256" r:id="rId3"/>
    <p:sldId id="277" r:id="rId4"/>
    <p:sldId id="309" r:id="rId5"/>
    <p:sldId id="311" r:id="rId6"/>
    <p:sldId id="310" r:id="rId7"/>
    <p:sldId id="317" r:id="rId8"/>
    <p:sldId id="318" r:id="rId9"/>
    <p:sldId id="299" r:id="rId10"/>
    <p:sldId id="315" r:id="rId11"/>
    <p:sldId id="314" r:id="rId12"/>
    <p:sldId id="298" r:id="rId13"/>
    <p:sldId id="295" r:id="rId14"/>
    <p:sldId id="258" r:id="rId15"/>
    <p:sldId id="312" r:id="rId16"/>
    <p:sldId id="313" r:id="rId17"/>
    <p:sldId id="300" r:id="rId18"/>
    <p:sldId id="319" r:id="rId19"/>
    <p:sldId id="294" r:id="rId20"/>
    <p:sldId id="301" r:id="rId21"/>
    <p:sldId id="278" r:id="rId22"/>
    <p:sldId id="260" r:id="rId23"/>
    <p:sldId id="302" r:id="rId24"/>
    <p:sldId id="281" r:id="rId25"/>
    <p:sldId id="320" r:id="rId26"/>
    <p:sldId id="261" r:id="rId27"/>
    <p:sldId id="307" r:id="rId28"/>
    <p:sldId id="304" r:id="rId29"/>
    <p:sldId id="305" r:id="rId30"/>
    <p:sldId id="306" r:id="rId31"/>
    <p:sldId id="308" r:id="rId32"/>
    <p:sldId id="316" r:id="rId33"/>
    <p:sldId id="321" r:id="rId34"/>
    <p:sldId id="276" r:id="rId35"/>
  </p:sldIdLst>
  <p:sldSz cx="12192000" cy="6858000"/>
  <p:notesSz cx="6858000" cy="9144000"/>
  <p:embeddedFontLst>
    <p:embeddedFont>
      <p:font typeface="Calibri" panose="020F0502020204030204" pitchFamily="34" charset="0"/>
      <p:regular r:id="rId37"/>
      <p:bold r:id="rId38"/>
      <p:italic r:id="rId39"/>
      <p:boldItalic r:id="rId40"/>
    </p:embeddedFont>
    <p:embeddedFont>
      <p:font typeface="Roboto" panose="020000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424">
          <p15:clr>
            <a:srgbClr val="A4A3A4"/>
          </p15:clr>
        </p15:guide>
        <p15:guide id="2" pos="381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8EED93-8B1A-42D9-B044-A5DE5C5E38F9}" v="1" dt="2022-02-03T02:57:07.094"/>
  </p1510:revLst>
</p1510:revInfo>
</file>

<file path=ppt/tableStyles.xml><?xml version="1.0" encoding="utf-8"?>
<a:tblStyleLst xmlns:a="http://schemas.openxmlformats.org/drawingml/2006/main" def="{C5506C4D-7EEC-4CB1-95DF-D9B22A299A20}">
  <a:tblStyle styleId="{C5506C4D-7EEC-4CB1-95DF-D9B22A299A20}"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CF4"/>
          </a:solidFill>
        </a:fill>
      </a:tcStyle>
    </a:wholeTbl>
    <a:band1H>
      <a:tcTxStyle/>
      <a:tcStyle>
        <a:tcBdr/>
        <a:fill>
          <a:solidFill>
            <a:srgbClr val="CCD8E8"/>
          </a:solidFill>
        </a:fill>
      </a:tcStyle>
    </a:band1H>
    <a:band2H>
      <a:tcTxStyle/>
      <a:tcStyle>
        <a:tcBdr/>
      </a:tcStyle>
    </a:band2H>
    <a:band1V>
      <a:tcTxStyle/>
      <a:tcStyle>
        <a:tcBdr/>
        <a:fill>
          <a:solidFill>
            <a:srgbClr val="CCD8E8"/>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912" y="78"/>
      </p:cViewPr>
      <p:guideLst>
        <p:guide orient="horz" pos="2424"/>
        <p:guide pos="3816"/>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3.fntdata"/><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6.fntdata"/><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presProps" Target="presProps.xml"/><Relationship Id="rId53" Type="http://schemas.openxmlformats.org/officeDocument/2006/relationships/customXml" Target="../customXml/item3.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8.fntdata"/><Relationship Id="rId52" Type="http://schemas.openxmlformats.org/officeDocument/2006/relationships/customXml" Target="../customXml/item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7.fntdata"/><Relationship Id="rId48"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customXml" Target="../customXml/item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2.fntdata"/><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4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eta Kushwaha" userId="0f5c5b1c-2b64-4adf-aff1-552681bbf0ce" providerId="ADAL" clId="{E38EED93-8B1A-42D9-B044-A5DE5C5E38F9}"/>
    <pc:docChg chg="undo custSel addSld delSld modSld sldOrd">
      <pc:chgData name="Geeta Kushwaha" userId="0f5c5b1c-2b64-4adf-aff1-552681bbf0ce" providerId="ADAL" clId="{E38EED93-8B1A-42D9-B044-A5DE5C5E38F9}" dt="2022-02-03T04:26:28.085" v="808" actId="14100"/>
      <pc:docMkLst>
        <pc:docMk/>
      </pc:docMkLst>
      <pc:sldChg chg="addSp delSp modSp mod">
        <pc:chgData name="Geeta Kushwaha" userId="0f5c5b1c-2b64-4adf-aff1-552681bbf0ce" providerId="ADAL" clId="{E38EED93-8B1A-42D9-B044-A5DE5C5E38F9}" dt="2022-02-03T03:02:15.102" v="699" actId="1076"/>
        <pc:sldMkLst>
          <pc:docMk/>
          <pc:sldMk cId="0" sldId="261"/>
        </pc:sldMkLst>
        <pc:picChg chg="add del mod">
          <ac:chgData name="Geeta Kushwaha" userId="0f5c5b1c-2b64-4adf-aff1-552681bbf0ce" providerId="ADAL" clId="{E38EED93-8B1A-42D9-B044-A5DE5C5E38F9}" dt="2022-02-03T03:01:57.343" v="697" actId="478"/>
          <ac:picMkLst>
            <pc:docMk/>
            <pc:sldMk cId="0" sldId="261"/>
            <ac:picMk id="3" creationId="{45C24566-ABA3-4921-B44E-4BDB96F30D46}"/>
          </ac:picMkLst>
        </pc:picChg>
        <pc:picChg chg="add mod">
          <ac:chgData name="Geeta Kushwaha" userId="0f5c5b1c-2b64-4adf-aff1-552681bbf0ce" providerId="ADAL" clId="{E38EED93-8B1A-42D9-B044-A5DE5C5E38F9}" dt="2022-02-03T03:02:15.102" v="699" actId="1076"/>
          <ac:picMkLst>
            <pc:docMk/>
            <pc:sldMk cId="0" sldId="261"/>
            <ac:picMk id="5" creationId="{D7ECAF1A-BF60-4569-B5B0-4878E4D029F4}"/>
          </ac:picMkLst>
        </pc:picChg>
        <pc:picChg chg="del">
          <ac:chgData name="Geeta Kushwaha" userId="0f5c5b1c-2b64-4adf-aff1-552681bbf0ce" providerId="ADAL" clId="{E38EED93-8B1A-42D9-B044-A5DE5C5E38F9}" dt="2022-02-03T03:01:48.859" v="694" actId="478"/>
          <ac:picMkLst>
            <pc:docMk/>
            <pc:sldMk cId="0" sldId="261"/>
            <ac:picMk id="7" creationId="{AF94CF6D-6B3D-49EB-BBF0-1D708429D823}"/>
          </ac:picMkLst>
        </pc:picChg>
      </pc:sldChg>
      <pc:sldChg chg="addSp delSp modSp mod">
        <pc:chgData name="Geeta Kushwaha" userId="0f5c5b1c-2b64-4adf-aff1-552681bbf0ce" providerId="ADAL" clId="{E38EED93-8B1A-42D9-B044-A5DE5C5E38F9}" dt="2022-02-03T02:46:40.344" v="616" actId="20577"/>
        <pc:sldMkLst>
          <pc:docMk/>
          <pc:sldMk cId="280404331" sldId="305"/>
        </pc:sldMkLst>
        <pc:spChg chg="mod">
          <ac:chgData name="Geeta Kushwaha" userId="0f5c5b1c-2b64-4adf-aff1-552681bbf0ce" providerId="ADAL" clId="{E38EED93-8B1A-42D9-B044-A5DE5C5E38F9}" dt="2022-02-03T02:46:40.344" v="616" actId="20577"/>
          <ac:spMkLst>
            <pc:docMk/>
            <pc:sldMk cId="280404331" sldId="305"/>
            <ac:spMk id="259" creationId="{00000000-0000-0000-0000-000000000000}"/>
          </ac:spMkLst>
        </pc:spChg>
        <pc:picChg chg="add mod">
          <ac:chgData name="Geeta Kushwaha" userId="0f5c5b1c-2b64-4adf-aff1-552681bbf0ce" providerId="ADAL" clId="{E38EED93-8B1A-42D9-B044-A5DE5C5E38F9}" dt="2022-02-03T02:46:14.566" v="583" actId="14100"/>
          <ac:picMkLst>
            <pc:docMk/>
            <pc:sldMk cId="280404331" sldId="305"/>
            <ac:picMk id="3" creationId="{A659EE9F-2AA7-4888-8C2E-C4790DBE9644}"/>
          </ac:picMkLst>
        </pc:picChg>
        <pc:picChg chg="del">
          <ac:chgData name="Geeta Kushwaha" userId="0f5c5b1c-2b64-4adf-aff1-552681bbf0ce" providerId="ADAL" clId="{E38EED93-8B1A-42D9-B044-A5DE5C5E38F9}" dt="2022-02-03T02:45:34.892" v="576" actId="478"/>
          <ac:picMkLst>
            <pc:docMk/>
            <pc:sldMk cId="280404331" sldId="305"/>
            <ac:picMk id="4" creationId="{992BBBFC-AF85-493B-A028-9CC693D938A7}"/>
          </ac:picMkLst>
        </pc:picChg>
      </pc:sldChg>
      <pc:sldChg chg="addSp delSp modSp mod">
        <pc:chgData name="Geeta Kushwaha" userId="0f5c5b1c-2b64-4adf-aff1-552681bbf0ce" providerId="ADAL" clId="{E38EED93-8B1A-42D9-B044-A5DE5C5E38F9}" dt="2022-02-03T03:04:15.477" v="709" actId="14100"/>
        <pc:sldMkLst>
          <pc:docMk/>
          <pc:sldMk cId="3158258659" sldId="306"/>
        </pc:sldMkLst>
        <pc:picChg chg="del">
          <ac:chgData name="Geeta Kushwaha" userId="0f5c5b1c-2b64-4adf-aff1-552681bbf0ce" providerId="ADAL" clId="{E38EED93-8B1A-42D9-B044-A5DE5C5E38F9}" dt="2022-02-03T03:03:25.761" v="706" actId="478"/>
          <ac:picMkLst>
            <pc:docMk/>
            <pc:sldMk cId="3158258659" sldId="306"/>
            <ac:picMk id="3" creationId="{CB61B098-6CE4-4856-9EAC-4DF70AA8743A}"/>
          </ac:picMkLst>
        </pc:picChg>
        <pc:picChg chg="add mod">
          <ac:chgData name="Geeta Kushwaha" userId="0f5c5b1c-2b64-4adf-aff1-552681bbf0ce" providerId="ADAL" clId="{E38EED93-8B1A-42D9-B044-A5DE5C5E38F9}" dt="2022-02-03T03:04:15.477" v="709" actId="14100"/>
          <ac:picMkLst>
            <pc:docMk/>
            <pc:sldMk cId="3158258659" sldId="306"/>
            <ac:picMk id="4" creationId="{33BC9292-755D-4B1F-BE77-E3D243B1CBFE}"/>
          </ac:picMkLst>
        </pc:picChg>
      </pc:sldChg>
      <pc:sldChg chg="addSp delSp modSp mod">
        <pc:chgData name="Geeta Kushwaha" userId="0f5c5b1c-2b64-4adf-aff1-552681bbf0ce" providerId="ADAL" clId="{E38EED93-8B1A-42D9-B044-A5DE5C5E38F9}" dt="2022-02-03T03:03:08.487" v="705" actId="14100"/>
        <pc:sldMkLst>
          <pc:docMk/>
          <pc:sldMk cId="4176546716" sldId="307"/>
        </pc:sldMkLst>
        <pc:picChg chg="del">
          <ac:chgData name="Geeta Kushwaha" userId="0f5c5b1c-2b64-4adf-aff1-552681bbf0ce" providerId="ADAL" clId="{E38EED93-8B1A-42D9-B044-A5DE5C5E38F9}" dt="2022-02-03T03:02:26.800" v="700" actId="478"/>
          <ac:picMkLst>
            <pc:docMk/>
            <pc:sldMk cId="4176546716" sldId="307"/>
            <ac:picMk id="3" creationId="{C5503AE0-E783-4250-9A9B-C4A4F3936AFB}"/>
          </ac:picMkLst>
        </pc:picChg>
        <pc:picChg chg="add mod">
          <ac:chgData name="Geeta Kushwaha" userId="0f5c5b1c-2b64-4adf-aff1-552681bbf0ce" providerId="ADAL" clId="{E38EED93-8B1A-42D9-B044-A5DE5C5E38F9}" dt="2022-02-03T03:03:08.487" v="705" actId="14100"/>
          <ac:picMkLst>
            <pc:docMk/>
            <pc:sldMk cId="4176546716" sldId="307"/>
            <ac:picMk id="4" creationId="{99DD20C6-9AB7-47F5-9B34-F4A348BBA297}"/>
          </ac:picMkLst>
        </pc:picChg>
      </pc:sldChg>
      <pc:sldChg chg="addSp delSp modSp mod">
        <pc:chgData name="Geeta Kushwaha" userId="0f5c5b1c-2b64-4adf-aff1-552681bbf0ce" providerId="ADAL" clId="{E38EED93-8B1A-42D9-B044-A5DE5C5E38F9}" dt="2022-02-03T02:47:59.470" v="622" actId="14100"/>
        <pc:sldMkLst>
          <pc:docMk/>
          <pc:sldMk cId="3883679133" sldId="308"/>
        </pc:sldMkLst>
        <pc:picChg chg="del">
          <ac:chgData name="Geeta Kushwaha" userId="0f5c5b1c-2b64-4adf-aff1-552681bbf0ce" providerId="ADAL" clId="{E38EED93-8B1A-42D9-B044-A5DE5C5E38F9}" dt="2022-02-03T02:47:17.106" v="617" actId="478"/>
          <ac:picMkLst>
            <pc:docMk/>
            <pc:sldMk cId="3883679133" sldId="308"/>
            <ac:picMk id="3" creationId="{A1EC08AE-6A22-4D16-818B-0947B63B7749}"/>
          </ac:picMkLst>
        </pc:picChg>
        <pc:picChg chg="add mod">
          <ac:chgData name="Geeta Kushwaha" userId="0f5c5b1c-2b64-4adf-aff1-552681bbf0ce" providerId="ADAL" clId="{E38EED93-8B1A-42D9-B044-A5DE5C5E38F9}" dt="2022-02-03T02:47:59.470" v="622" actId="14100"/>
          <ac:picMkLst>
            <pc:docMk/>
            <pc:sldMk cId="3883679133" sldId="308"/>
            <ac:picMk id="4" creationId="{E0A24CD1-A73A-467A-A8AA-FA8FC7323690}"/>
          </ac:picMkLst>
        </pc:picChg>
      </pc:sldChg>
      <pc:sldChg chg="modSp new mod">
        <pc:chgData name="Geeta Kushwaha" userId="0f5c5b1c-2b64-4adf-aff1-552681bbf0ce" providerId="ADAL" clId="{E38EED93-8B1A-42D9-B044-A5DE5C5E38F9}" dt="2022-02-03T02:23:05.295" v="450" actId="20577"/>
        <pc:sldMkLst>
          <pc:docMk/>
          <pc:sldMk cId="1602446973" sldId="317"/>
        </pc:sldMkLst>
        <pc:spChg chg="mod">
          <ac:chgData name="Geeta Kushwaha" userId="0f5c5b1c-2b64-4adf-aff1-552681bbf0ce" providerId="ADAL" clId="{E38EED93-8B1A-42D9-B044-A5DE5C5E38F9}" dt="2022-02-02T07:19:21.462" v="1"/>
          <ac:spMkLst>
            <pc:docMk/>
            <pc:sldMk cId="1602446973" sldId="317"/>
            <ac:spMk id="2" creationId="{F2A50E3C-96C0-4801-8578-FB4C62DCBE82}"/>
          </ac:spMkLst>
        </pc:spChg>
        <pc:spChg chg="mod">
          <ac:chgData name="Geeta Kushwaha" userId="0f5c5b1c-2b64-4adf-aff1-552681bbf0ce" providerId="ADAL" clId="{E38EED93-8B1A-42D9-B044-A5DE5C5E38F9}" dt="2022-02-03T02:23:05.295" v="450" actId="20577"/>
          <ac:spMkLst>
            <pc:docMk/>
            <pc:sldMk cId="1602446973" sldId="317"/>
            <ac:spMk id="3" creationId="{5BFD8003-CFEE-4912-8F7C-2EBD648ADE62}"/>
          </ac:spMkLst>
        </pc:spChg>
      </pc:sldChg>
      <pc:sldChg chg="addSp modSp add mod">
        <pc:chgData name="Geeta Kushwaha" userId="0f5c5b1c-2b64-4adf-aff1-552681bbf0ce" providerId="ADAL" clId="{E38EED93-8B1A-42D9-B044-A5DE5C5E38F9}" dt="2022-02-03T02:25:18.342" v="456" actId="14100"/>
        <pc:sldMkLst>
          <pc:docMk/>
          <pc:sldMk cId="3176815438" sldId="318"/>
        </pc:sldMkLst>
        <pc:spChg chg="mod">
          <ac:chgData name="Geeta Kushwaha" userId="0f5c5b1c-2b64-4adf-aff1-552681bbf0ce" providerId="ADAL" clId="{E38EED93-8B1A-42D9-B044-A5DE5C5E38F9}" dt="2022-02-03T02:25:09.251" v="452" actId="6549"/>
          <ac:spMkLst>
            <pc:docMk/>
            <pc:sldMk cId="3176815438" sldId="318"/>
            <ac:spMk id="3" creationId="{5BFD8003-CFEE-4912-8F7C-2EBD648ADE62}"/>
          </ac:spMkLst>
        </pc:spChg>
        <pc:picChg chg="add mod">
          <ac:chgData name="Geeta Kushwaha" userId="0f5c5b1c-2b64-4adf-aff1-552681bbf0ce" providerId="ADAL" clId="{E38EED93-8B1A-42D9-B044-A5DE5C5E38F9}" dt="2022-02-03T02:25:18.342" v="456" actId="14100"/>
          <ac:picMkLst>
            <pc:docMk/>
            <pc:sldMk cId="3176815438" sldId="318"/>
            <ac:picMk id="5" creationId="{F016451F-9905-4B9C-8499-4533619AC71E}"/>
          </ac:picMkLst>
        </pc:picChg>
      </pc:sldChg>
      <pc:sldChg chg="modSp new mod ord">
        <pc:chgData name="Geeta Kushwaha" userId="0f5c5b1c-2b64-4adf-aff1-552681bbf0ce" providerId="ADAL" clId="{E38EED93-8B1A-42D9-B044-A5DE5C5E38F9}" dt="2022-02-03T02:27:20.150" v="575" actId="20577"/>
        <pc:sldMkLst>
          <pc:docMk/>
          <pc:sldMk cId="3789802431" sldId="319"/>
        </pc:sldMkLst>
        <pc:spChg chg="mod">
          <ac:chgData name="Geeta Kushwaha" userId="0f5c5b1c-2b64-4adf-aff1-552681bbf0ce" providerId="ADAL" clId="{E38EED93-8B1A-42D9-B044-A5DE5C5E38F9}" dt="2022-02-03T02:26:32.342" v="477" actId="20577"/>
          <ac:spMkLst>
            <pc:docMk/>
            <pc:sldMk cId="3789802431" sldId="319"/>
            <ac:spMk id="2" creationId="{F540228F-A5A3-4B85-9A8B-38F195954DF8}"/>
          </ac:spMkLst>
        </pc:spChg>
        <pc:spChg chg="mod">
          <ac:chgData name="Geeta Kushwaha" userId="0f5c5b1c-2b64-4adf-aff1-552681bbf0ce" providerId="ADAL" clId="{E38EED93-8B1A-42D9-B044-A5DE5C5E38F9}" dt="2022-02-03T02:27:20.150" v="575" actId="20577"/>
          <ac:spMkLst>
            <pc:docMk/>
            <pc:sldMk cId="3789802431" sldId="319"/>
            <ac:spMk id="3" creationId="{19296014-FD5C-4E95-8235-024840CD2696}"/>
          </ac:spMkLst>
        </pc:spChg>
      </pc:sldChg>
      <pc:sldChg chg="addSp delSp modSp add mod ord">
        <pc:chgData name="Geeta Kushwaha" userId="0f5c5b1c-2b64-4adf-aff1-552681bbf0ce" providerId="ADAL" clId="{E38EED93-8B1A-42D9-B044-A5DE5C5E38F9}" dt="2022-02-03T03:13:15.055" v="716" actId="14100"/>
        <pc:sldMkLst>
          <pc:docMk/>
          <pc:sldMk cId="2269831151" sldId="320"/>
        </pc:sldMkLst>
        <pc:spChg chg="mod">
          <ac:chgData name="Geeta Kushwaha" userId="0f5c5b1c-2b64-4adf-aff1-552681bbf0ce" providerId="ADAL" clId="{E38EED93-8B1A-42D9-B044-A5DE5C5E38F9}" dt="2022-02-03T02:57:04.673" v="684" actId="20577"/>
          <ac:spMkLst>
            <pc:docMk/>
            <pc:sldMk cId="2269831151" sldId="320"/>
            <ac:spMk id="221" creationId="{00000000-0000-0000-0000-000000000000}"/>
          </ac:spMkLst>
        </pc:spChg>
        <pc:graphicFrameChg chg="add del mod">
          <ac:chgData name="Geeta Kushwaha" userId="0f5c5b1c-2b64-4adf-aff1-552681bbf0ce" providerId="ADAL" clId="{E38EED93-8B1A-42D9-B044-A5DE5C5E38F9}" dt="2022-02-03T02:57:49.877" v="688" actId="478"/>
          <ac:graphicFrameMkLst>
            <pc:docMk/>
            <pc:sldMk cId="2269831151" sldId="320"/>
            <ac:graphicFrameMk id="2" creationId="{1EB0BC7E-9EAC-440A-AF52-096759967538}"/>
          </ac:graphicFrameMkLst>
        </pc:graphicFrameChg>
        <pc:picChg chg="add mod">
          <ac:chgData name="Geeta Kushwaha" userId="0f5c5b1c-2b64-4adf-aff1-552681bbf0ce" providerId="ADAL" clId="{E38EED93-8B1A-42D9-B044-A5DE5C5E38F9}" dt="2022-02-03T03:13:15.055" v="716" actId="14100"/>
          <ac:picMkLst>
            <pc:docMk/>
            <pc:sldMk cId="2269831151" sldId="320"/>
            <ac:picMk id="4" creationId="{A7C7AB04-354F-46FA-B905-48A7D6DD8AAE}"/>
          </ac:picMkLst>
        </pc:picChg>
        <pc:picChg chg="del">
          <ac:chgData name="Geeta Kushwaha" userId="0f5c5b1c-2b64-4adf-aff1-552681bbf0ce" providerId="ADAL" clId="{E38EED93-8B1A-42D9-B044-A5DE5C5E38F9}" dt="2022-02-03T02:57:07.094" v="685" actId="478"/>
          <ac:picMkLst>
            <pc:docMk/>
            <pc:sldMk cId="2269831151" sldId="320"/>
            <ac:picMk id="1026" creationId="{E93E70F2-D6AC-40DC-B8CA-5BAF01DEA201}"/>
          </ac:picMkLst>
        </pc:picChg>
      </pc:sldChg>
      <pc:sldChg chg="addSp delSp modSp add mod ord">
        <pc:chgData name="Geeta Kushwaha" userId="0f5c5b1c-2b64-4adf-aff1-552681bbf0ce" providerId="ADAL" clId="{E38EED93-8B1A-42D9-B044-A5DE5C5E38F9}" dt="2022-02-03T04:26:28.085" v="808" actId="14100"/>
        <pc:sldMkLst>
          <pc:docMk/>
          <pc:sldMk cId="223101432" sldId="321"/>
        </pc:sldMkLst>
        <pc:spChg chg="mod">
          <ac:chgData name="Geeta Kushwaha" userId="0f5c5b1c-2b64-4adf-aff1-552681bbf0ce" providerId="ADAL" clId="{E38EED93-8B1A-42D9-B044-A5DE5C5E38F9}" dt="2022-02-03T03:15:01.798" v="782"/>
          <ac:spMkLst>
            <pc:docMk/>
            <pc:sldMk cId="223101432" sldId="321"/>
            <ac:spMk id="221" creationId="{00000000-0000-0000-0000-000000000000}"/>
          </ac:spMkLst>
        </pc:spChg>
        <pc:spChg chg="mod">
          <ac:chgData name="Geeta Kushwaha" userId="0f5c5b1c-2b64-4adf-aff1-552681bbf0ce" providerId="ADAL" clId="{E38EED93-8B1A-42D9-B044-A5DE5C5E38F9}" dt="2022-02-03T03:16:05.045" v="802" actId="6549"/>
          <ac:spMkLst>
            <pc:docMk/>
            <pc:sldMk cId="223101432" sldId="321"/>
            <ac:spMk id="222" creationId="{00000000-0000-0000-0000-000000000000}"/>
          </ac:spMkLst>
        </pc:spChg>
        <pc:picChg chg="add mod">
          <ac:chgData name="Geeta Kushwaha" userId="0f5c5b1c-2b64-4adf-aff1-552681bbf0ce" providerId="ADAL" clId="{E38EED93-8B1A-42D9-B044-A5DE5C5E38F9}" dt="2022-02-03T04:26:28.085" v="808" actId="14100"/>
          <ac:picMkLst>
            <pc:docMk/>
            <pc:sldMk cId="223101432" sldId="321"/>
            <ac:picMk id="3" creationId="{F61A5BDC-8420-4B49-859F-C6C042A43179}"/>
          </ac:picMkLst>
        </pc:picChg>
        <pc:picChg chg="del">
          <ac:chgData name="Geeta Kushwaha" userId="0f5c5b1c-2b64-4adf-aff1-552681bbf0ce" providerId="ADAL" clId="{E38EED93-8B1A-42D9-B044-A5DE5C5E38F9}" dt="2022-02-03T03:16:05.891" v="803" actId="478"/>
          <ac:picMkLst>
            <pc:docMk/>
            <pc:sldMk cId="223101432" sldId="321"/>
            <ac:picMk id="4" creationId="{33BC9292-755D-4B1F-BE77-E3D243B1CBFE}"/>
          </ac:picMkLst>
        </pc:picChg>
      </pc:sldChg>
      <pc:sldChg chg="delSp modSp add del mod ord">
        <pc:chgData name="Geeta Kushwaha" userId="0f5c5b1c-2b64-4adf-aff1-552681bbf0ce" providerId="ADAL" clId="{E38EED93-8B1A-42D9-B044-A5DE5C5E38F9}" dt="2022-02-03T03:14:49.303" v="778" actId="47"/>
        <pc:sldMkLst>
          <pc:docMk/>
          <pc:sldMk cId="1633313130" sldId="321"/>
        </pc:sldMkLst>
        <pc:spChg chg="mod">
          <ac:chgData name="Geeta Kushwaha" userId="0f5c5b1c-2b64-4adf-aff1-552681bbf0ce" providerId="ADAL" clId="{E38EED93-8B1A-42D9-B044-A5DE5C5E38F9}" dt="2022-02-03T03:14:45.778" v="777" actId="21"/>
          <ac:spMkLst>
            <pc:docMk/>
            <pc:sldMk cId="1633313130" sldId="321"/>
            <ac:spMk id="260" creationId="{00000000-0000-0000-0000-000000000000}"/>
          </ac:spMkLst>
        </pc:spChg>
        <pc:picChg chg="del">
          <ac:chgData name="Geeta Kushwaha" userId="0f5c5b1c-2b64-4adf-aff1-552681bbf0ce" providerId="ADAL" clId="{E38EED93-8B1A-42D9-B044-A5DE5C5E38F9}" dt="2022-02-03T03:14:38.784" v="776" actId="478"/>
          <ac:picMkLst>
            <pc:docMk/>
            <pc:sldMk cId="1633313130" sldId="321"/>
            <ac:picMk id="4" creationId="{E0A24CD1-A73A-467A-A8AA-FA8FC7323690}"/>
          </ac:picMkLst>
        </pc:picChg>
      </pc:sldChg>
      <pc:sldChg chg="add del">
        <pc:chgData name="Geeta Kushwaha" userId="0f5c5b1c-2b64-4adf-aff1-552681bbf0ce" providerId="ADAL" clId="{E38EED93-8B1A-42D9-B044-A5DE5C5E38F9}" dt="2022-02-03T03:14:04.909" v="718" actId="47"/>
        <pc:sldMkLst>
          <pc:docMk/>
          <pc:sldMk cId="3088363671" sldId="321"/>
        </pc:sldMkLst>
      </pc:sldChg>
    </pc:docChg>
  </pc:docChgLst>
  <pc:docChgLst>
    <pc:chgData name="Geeta Kushwaha" userId="0f5c5b1c-2b64-4adf-aff1-552681bbf0ce" providerId="ADAL" clId="{37668E43-64DF-4BE5-90F0-9CEFAE55AFD8}"/>
    <pc:docChg chg="undo custSel addSld delSld modSld sldOrd">
      <pc:chgData name="Geeta Kushwaha" userId="0f5c5b1c-2b64-4adf-aff1-552681bbf0ce" providerId="ADAL" clId="{37668E43-64DF-4BE5-90F0-9CEFAE55AFD8}" dt="2021-02-23T03:11:48.693" v="55" actId="14100"/>
      <pc:docMkLst>
        <pc:docMk/>
      </pc:docMkLst>
      <pc:sldChg chg="modSp mod">
        <pc:chgData name="Geeta Kushwaha" userId="0f5c5b1c-2b64-4adf-aff1-552681bbf0ce" providerId="ADAL" clId="{37668E43-64DF-4BE5-90F0-9CEFAE55AFD8}" dt="2021-02-23T03:10:58.969" v="10" actId="20577"/>
        <pc:sldMkLst>
          <pc:docMk/>
          <pc:sldMk cId="3883679133" sldId="308"/>
        </pc:sldMkLst>
        <pc:spChg chg="mod">
          <ac:chgData name="Geeta Kushwaha" userId="0f5c5b1c-2b64-4adf-aff1-552681bbf0ce" providerId="ADAL" clId="{37668E43-64DF-4BE5-90F0-9CEFAE55AFD8}" dt="2021-02-23T03:10:58.969" v="10" actId="20577"/>
          <ac:spMkLst>
            <pc:docMk/>
            <pc:sldMk cId="3883679133" sldId="308"/>
            <ac:spMk id="260" creationId="{00000000-0000-0000-0000-000000000000}"/>
          </ac:spMkLst>
        </pc:spChg>
      </pc:sldChg>
      <pc:sldChg chg="addSp">
        <pc:chgData name="Geeta Kushwaha" userId="0f5c5b1c-2b64-4adf-aff1-552681bbf0ce" providerId="ADAL" clId="{37668E43-64DF-4BE5-90F0-9CEFAE55AFD8}" dt="2021-02-23T03:11:21.151" v="48"/>
        <pc:sldMkLst>
          <pc:docMk/>
          <pc:sldMk cId="2950437671" sldId="316"/>
        </pc:sldMkLst>
        <pc:picChg chg="add">
          <ac:chgData name="Geeta Kushwaha" userId="0f5c5b1c-2b64-4adf-aff1-552681bbf0ce" providerId="ADAL" clId="{37668E43-64DF-4BE5-90F0-9CEFAE55AFD8}" dt="2021-02-23T03:11:21.151" v="48"/>
          <ac:picMkLst>
            <pc:docMk/>
            <pc:sldMk cId="2950437671" sldId="316"/>
            <ac:picMk id="1026" creationId="{E93E70F2-D6AC-40DC-B8CA-5BAF01DEA201}"/>
          </ac:picMkLst>
        </pc:picChg>
      </pc:sldChg>
      <pc:sldChg chg="delSp modSp add del mod ord">
        <pc:chgData name="Geeta Kushwaha" userId="0f5c5b1c-2b64-4adf-aff1-552681bbf0ce" providerId="ADAL" clId="{37668E43-64DF-4BE5-90F0-9CEFAE55AFD8}" dt="2021-02-23T03:11:48.693" v="55" actId="14100"/>
        <pc:sldMkLst>
          <pc:docMk/>
          <pc:sldMk cId="3345888481" sldId="316"/>
        </pc:sldMkLst>
        <pc:spChg chg="mod">
          <ac:chgData name="Geeta Kushwaha" userId="0f5c5b1c-2b64-4adf-aff1-552681bbf0ce" providerId="ADAL" clId="{37668E43-64DF-4BE5-90F0-9CEFAE55AFD8}" dt="2021-02-23T03:11:16.268" v="46" actId="20577"/>
          <ac:spMkLst>
            <pc:docMk/>
            <pc:sldMk cId="3345888481" sldId="316"/>
            <ac:spMk id="221" creationId="{00000000-0000-0000-0000-000000000000}"/>
          </ac:spMkLst>
        </pc:spChg>
        <pc:spChg chg="mod">
          <ac:chgData name="Geeta Kushwaha" userId="0f5c5b1c-2b64-4adf-aff1-552681bbf0ce" providerId="ADAL" clId="{37668E43-64DF-4BE5-90F0-9CEFAE55AFD8}" dt="2021-02-23T03:11:32.429" v="52" actId="6549"/>
          <ac:spMkLst>
            <pc:docMk/>
            <pc:sldMk cId="3345888481" sldId="316"/>
            <ac:spMk id="222" creationId="{00000000-0000-0000-0000-000000000000}"/>
          </ac:spMkLst>
        </pc:spChg>
        <pc:picChg chg="del">
          <ac:chgData name="Geeta Kushwaha" userId="0f5c5b1c-2b64-4adf-aff1-552681bbf0ce" providerId="ADAL" clId="{37668E43-64DF-4BE5-90F0-9CEFAE55AFD8}" dt="2021-02-23T03:11:19.040" v="47" actId="478"/>
          <ac:picMkLst>
            <pc:docMk/>
            <pc:sldMk cId="3345888481" sldId="316"/>
            <ac:picMk id="3" creationId="{CB61B098-6CE4-4856-9EAC-4DF70AA8743A}"/>
          </ac:picMkLst>
        </pc:picChg>
        <pc:picChg chg="mod">
          <ac:chgData name="Geeta Kushwaha" userId="0f5c5b1c-2b64-4adf-aff1-552681bbf0ce" providerId="ADAL" clId="{37668E43-64DF-4BE5-90F0-9CEFAE55AFD8}" dt="2021-02-23T03:11:48.693" v="55" actId="14100"/>
          <ac:picMkLst>
            <pc:docMk/>
            <pc:sldMk cId="3345888481" sldId="316"/>
            <ac:picMk id="1026" creationId="{E93E70F2-D6AC-40DC-B8CA-5BAF01DEA20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73d82300a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g73d82300a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27653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73d82300a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g73d82300a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336017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73d82300a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g73d82300a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1322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73d82300a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g73d82300a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207440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73d82300a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g73d82300a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70696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73d82300a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g73d82300a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59360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6" name="Google Shape;25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73d82300a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g73d82300a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0571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73d82300a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g73d82300a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90484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73d82300a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g73d82300a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30977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73d82300a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g73d82300a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662866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73d82300a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g73d82300a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398975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73d82300a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g73d82300a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096190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73d82300a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g73d82300a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674418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73d82300a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g73d82300a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93416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73d82300a4_1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3" name="Google Shape;213;g73d82300a4_1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73d82300a4_1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3" name="Google Shape;213;g73d82300a4_1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37650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73d82300a4_1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3" name="Google Shape;213;g73d82300a4_1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02945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7bf415dd4f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g7bf415dd4f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02122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7bf415dd4f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g7bf415dd4f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7bf415dd4f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g7bf415dd4f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845230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7bf415dd4f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g7bf415dd4f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907315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6" name="Google Shape;25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73866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7bf415dd4f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g7bf415dd4f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222688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6" name="Google Shape;25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003811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7bf415dd4f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g7bf415dd4f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93774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7bf415dd4f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g7bf415dd4f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76744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9" name="Google Shape;309;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End slide layout">
  <p:cSld name="End slide layout">
    <p:spTree>
      <p:nvGrpSpPr>
        <p:cNvPr id="1" name="Shape 6"/>
        <p:cNvGrpSpPr/>
        <p:nvPr/>
      </p:nvGrpSpPr>
      <p:grpSpPr>
        <a:xfrm>
          <a:off x="0" y="0"/>
          <a:ext cx="0" cy="0"/>
          <a:chOff x="0" y="0"/>
          <a:chExt cx="0" cy="0"/>
        </a:xfrm>
      </p:grpSpPr>
      <p:sp>
        <p:nvSpPr>
          <p:cNvPr id="7" name="Google Shape;7;p2"/>
          <p:cNvSpPr txBox="1">
            <a:spLocks noGrp="1"/>
          </p:cNvSpPr>
          <p:nvPr>
            <p:ph type="body" idx="1"/>
          </p:nvPr>
        </p:nvSpPr>
        <p:spPr>
          <a:xfrm>
            <a:off x="365760" y="2749145"/>
            <a:ext cx="6194935" cy="6602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rgbClr val="3F3F3F"/>
              </a:buClr>
              <a:buSzPts val="4400"/>
              <a:buFont typeface="Arial"/>
              <a:buNone/>
              <a:defRPr sz="4400" b="0" i="0" u="none" strike="noStrike" cap="none">
                <a:solidFill>
                  <a:srgbClr val="3F3F3F"/>
                </a:solidFill>
                <a:latin typeface="Calibri"/>
                <a:ea typeface="Calibri"/>
                <a:cs typeface="Calibri"/>
                <a:sym typeface="Calibri"/>
              </a:defRPr>
            </a:lvl1pPr>
            <a:lvl2pPr marL="914400" marR="0" lvl="1" indent="-381000" algn="l" rtl="0">
              <a:lnSpc>
                <a:spcPct val="90000"/>
              </a:lnSpc>
              <a:spcBef>
                <a:spcPts val="500"/>
              </a:spcBef>
              <a:spcAft>
                <a:spcPts val="0"/>
              </a:spcAft>
              <a:buClr>
                <a:srgbClr val="3F3F3F"/>
              </a:buClr>
              <a:buSzPts val="2400"/>
              <a:buFont typeface="Arial"/>
              <a:buChar char="•"/>
              <a:defRPr sz="2400" b="0" i="0" u="none" strike="noStrike" cap="none">
                <a:solidFill>
                  <a:srgbClr val="3F3F3F"/>
                </a:solidFill>
                <a:latin typeface="Arial"/>
                <a:ea typeface="Arial"/>
                <a:cs typeface="Arial"/>
                <a:sym typeface="Arial"/>
              </a:defRPr>
            </a:lvl2pPr>
            <a:lvl3pPr marL="1371600" marR="0" lvl="2" indent="-355600" algn="l" rtl="0">
              <a:lnSpc>
                <a:spcPct val="90000"/>
              </a:lnSpc>
              <a:spcBef>
                <a:spcPts val="500"/>
              </a:spcBef>
              <a:spcAft>
                <a:spcPts val="0"/>
              </a:spcAft>
              <a:buClr>
                <a:srgbClr val="3F3F3F"/>
              </a:buClr>
              <a:buSzPts val="2000"/>
              <a:buFont typeface="Arial"/>
              <a:buChar char="•"/>
              <a:defRPr sz="2000" b="0" i="0" u="none" strike="noStrike" cap="none">
                <a:solidFill>
                  <a:srgbClr val="3F3F3F"/>
                </a:solidFill>
                <a:latin typeface="Arial"/>
                <a:ea typeface="Arial"/>
                <a:cs typeface="Arial"/>
                <a:sym typeface="Arial"/>
              </a:defRPr>
            </a:lvl3pPr>
            <a:lvl4pPr marL="1828800" marR="0" lvl="3" indent="-342900" algn="l" rtl="0">
              <a:lnSpc>
                <a:spcPct val="90000"/>
              </a:lnSpc>
              <a:spcBef>
                <a:spcPts val="500"/>
              </a:spcBef>
              <a:spcAft>
                <a:spcPts val="0"/>
              </a:spcAft>
              <a:buClr>
                <a:srgbClr val="3F3F3F"/>
              </a:buClr>
              <a:buSzPts val="1800"/>
              <a:buFont typeface="Arial"/>
              <a:buChar char="•"/>
              <a:defRPr sz="1800" b="0" i="0" u="none" strike="noStrike" cap="none">
                <a:solidFill>
                  <a:srgbClr val="3F3F3F"/>
                </a:solidFill>
                <a:latin typeface="Arial"/>
                <a:ea typeface="Arial"/>
                <a:cs typeface="Arial"/>
                <a:sym typeface="Arial"/>
              </a:defRPr>
            </a:lvl4pPr>
            <a:lvl5pPr marL="2286000" marR="0" lvl="4" indent="-342900" algn="l" rtl="0">
              <a:lnSpc>
                <a:spcPct val="90000"/>
              </a:lnSpc>
              <a:spcBef>
                <a:spcPts val="500"/>
              </a:spcBef>
              <a:spcAft>
                <a:spcPts val="0"/>
              </a:spcAft>
              <a:buClr>
                <a:srgbClr val="3F3F3F"/>
              </a:buClr>
              <a:buSzPts val="1800"/>
              <a:buFont typeface="Arial"/>
              <a:buChar char="•"/>
              <a:defRPr sz="1800" b="0" i="0" u="none" strike="noStrike" cap="none">
                <a:solidFill>
                  <a:srgbClr val="3F3F3F"/>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grpSp>
        <p:nvGrpSpPr>
          <p:cNvPr id="8" name="Google Shape;8;p2"/>
          <p:cNvGrpSpPr/>
          <p:nvPr/>
        </p:nvGrpSpPr>
        <p:grpSpPr>
          <a:xfrm>
            <a:off x="365760" y="3429000"/>
            <a:ext cx="6194935" cy="201821"/>
            <a:chOff x="4379494" y="697832"/>
            <a:chExt cx="2586787" cy="168442"/>
          </a:xfrm>
        </p:grpSpPr>
        <p:sp>
          <p:nvSpPr>
            <p:cNvPr id="9" name="Google Shape;9;p2"/>
            <p:cNvSpPr/>
            <p:nvPr/>
          </p:nvSpPr>
          <p:spPr>
            <a:xfrm>
              <a:off x="4379494" y="697832"/>
              <a:ext cx="517358" cy="168442"/>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 name="Google Shape;10;p2"/>
            <p:cNvSpPr/>
            <p:nvPr/>
          </p:nvSpPr>
          <p:spPr>
            <a:xfrm>
              <a:off x="4896851" y="697832"/>
              <a:ext cx="517358" cy="16844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1" name="Google Shape;11;p2"/>
            <p:cNvSpPr/>
            <p:nvPr/>
          </p:nvSpPr>
          <p:spPr>
            <a:xfrm>
              <a:off x="5414208" y="697832"/>
              <a:ext cx="517358" cy="168442"/>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2" name="Google Shape;12;p2"/>
            <p:cNvSpPr/>
            <p:nvPr/>
          </p:nvSpPr>
          <p:spPr>
            <a:xfrm>
              <a:off x="5931565" y="697832"/>
              <a:ext cx="517358" cy="16844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3" name="Google Shape;13;p2"/>
            <p:cNvSpPr/>
            <p:nvPr/>
          </p:nvSpPr>
          <p:spPr>
            <a:xfrm>
              <a:off x="6448923" y="697832"/>
              <a:ext cx="517358" cy="16844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pic>
        <p:nvPicPr>
          <p:cNvPr id="14" name="Google Shape;14;p2"/>
          <p:cNvPicPr preferRelativeResize="0"/>
          <p:nvPr/>
        </p:nvPicPr>
        <p:blipFill rotWithShape="1">
          <a:blip r:embed="rId2">
            <a:alphaModFix/>
          </a:blip>
          <a:srcRect l="43393" t="1161"/>
          <a:stretch/>
        </p:blipFill>
        <p:spPr>
          <a:xfrm>
            <a:off x="6560695" y="1332412"/>
            <a:ext cx="5631305" cy="5551714"/>
          </a:xfrm>
          <a:prstGeom prst="rect">
            <a:avLst/>
          </a:prstGeom>
          <a:noFill/>
          <a:ln>
            <a:noFill/>
          </a:ln>
        </p:spPr>
      </p:pic>
      <p:sp>
        <p:nvSpPr>
          <p:cNvPr id="15" name="Google Shape;15;p2"/>
          <p:cNvSpPr/>
          <p:nvPr/>
        </p:nvSpPr>
        <p:spPr>
          <a:xfrm>
            <a:off x="7929155" y="3630821"/>
            <a:ext cx="4023360" cy="1150185"/>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16" name="Google Shape;16;p2"/>
          <p:cNvPicPr preferRelativeResize="0"/>
          <p:nvPr/>
        </p:nvPicPr>
        <p:blipFill rotWithShape="1">
          <a:blip r:embed="rId3">
            <a:alphaModFix/>
          </a:blip>
          <a:srcRect/>
          <a:stretch/>
        </p:blipFill>
        <p:spPr>
          <a:xfrm>
            <a:off x="8168640" y="4016039"/>
            <a:ext cx="4023360" cy="764967"/>
          </a:xfrm>
          <a:prstGeom prst="rect">
            <a:avLst/>
          </a:prstGeom>
          <a:noFill/>
          <a:ln>
            <a:noFill/>
          </a:ln>
        </p:spPr>
      </p:pic>
      <p:pic>
        <p:nvPicPr>
          <p:cNvPr id="17" name="Google Shape;17;p2" descr="A picture containing drawing&#10;&#10;Description automatically generated"/>
          <p:cNvPicPr preferRelativeResize="0"/>
          <p:nvPr/>
        </p:nvPicPr>
        <p:blipFill rotWithShape="1">
          <a:blip r:embed="rId4">
            <a:alphaModFix/>
          </a:blip>
          <a:srcRect/>
          <a:stretch/>
        </p:blipFill>
        <p:spPr>
          <a:xfrm>
            <a:off x="9808836" y="2865853"/>
            <a:ext cx="742967" cy="115018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3_Custom Layout">
  <p:cSld name="3_Custom Layout">
    <p:spTree>
      <p:nvGrpSpPr>
        <p:cNvPr id="1" name="Shape 18"/>
        <p:cNvGrpSpPr/>
        <p:nvPr/>
      </p:nvGrpSpPr>
      <p:grpSpPr>
        <a:xfrm>
          <a:off x="0" y="0"/>
          <a:ext cx="0" cy="0"/>
          <a:chOff x="0" y="0"/>
          <a:chExt cx="0" cy="0"/>
        </a:xfrm>
      </p:grpSpPr>
      <p:pic>
        <p:nvPicPr>
          <p:cNvPr id="19" name="Google Shape;19;p3"/>
          <p:cNvPicPr preferRelativeResize="0"/>
          <p:nvPr/>
        </p:nvPicPr>
        <p:blipFill rotWithShape="1">
          <a:blip r:embed="rId2">
            <a:alphaModFix/>
          </a:blip>
          <a:srcRect t="549" r="567"/>
          <a:stretch/>
        </p:blipFill>
        <p:spPr>
          <a:xfrm>
            <a:off x="0" y="-10141"/>
            <a:ext cx="12192000" cy="6877402"/>
          </a:xfrm>
          <a:prstGeom prst="rect">
            <a:avLst/>
          </a:prstGeom>
          <a:noFill/>
          <a:ln>
            <a:noFill/>
          </a:ln>
        </p:spPr>
      </p:pic>
      <p:pic>
        <p:nvPicPr>
          <p:cNvPr id="20" name="Google Shape;20;p3"/>
          <p:cNvPicPr preferRelativeResize="0"/>
          <p:nvPr/>
        </p:nvPicPr>
        <p:blipFill rotWithShape="1">
          <a:blip r:embed="rId2">
            <a:alphaModFix/>
          </a:blip>
          <a:srcRect t="31406" r="51735" b="50000"/>
          <a:stretch/>
        </p:blipFill>
        <p:spPr>
          <a:xfrm>
            <a:off x="803637" y="1003145"/>
            <a:ext cx="4238625" cy="920932"/>
          </a:xfrm>
          <a:prstGeom prst="rect">
            <a:avLst/>
          </a:prstGeom>
          <a:noFill/>
          <a:ln>
            <a:noFill/>
          </a:ln>
        </p:spPr>
      </p:pic>
      <p:sp>
        <p:nvSpPr>
          <p:cNvPr id="21" name="Google Shape;21;p3"/>
          <p:cNvSpPr txBox="1">
            <a:spLocks noGrp="1"/>
          </p:cNvSpPr>
          <p:nvPr>
            <p:ph type="body" idx="1"/>
          </p:nvPr>
        </p:nvSpPr>
        <p:spPr>
          <a:xfrm>
            <a:off x="803275" y="1175107"/>
            <a:ext cx="4852942" cy="762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3F3F3F"/>
              </a:buClr>
              <a:buSzPts val="7200"/>
              <a:buFont typeface="Arial"/>
              <a:buNone/>
              <a:defRPr sz="7200" b="0" i="0" u="none" strike="noStrike" cap="none">
                <a:solidFill>
                  <a:srgbClr val="3F3F3F"/>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22" name="Google Shape;22;p3" descr="A close up of a sign&#10;&#10;Description automatically generated"/>
          <p:cNvPicPr preferRelativeResize="0"/>
          <p:nvPr/>
        </p:nvPicPr>
        <p:blipFill rotWithShape="1">
          <a:blip r:embed="rId3">
            <a:alphaModFix/>
          </a:blip>
          <a:srcRect/>
          <a:stretch/>
        </p:blipFill>
        <p:spPr>
          <a:xfrm>
            <a:off x="894715" y="3448591"/>
            <a:ext cx="3746622" cy="1097281"/>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3_Contents slide layout">
  <p:cSld name="3_Contents slide layout">
    <p:spTree>
      <p:nvGrpSpPr>
        <p:cNvPr id="1" name="Shape 79"/>
        <p:cNvGrpSpPr/>
        <p:nvPr/>
      </p:nvGrpSpPr>
      <p:grpSpPr>
        <a:xfrm>
          <a:off x="0" y="0"/>
          <a:ext cx="0" cy="0"/>
          <a:chOff x="0" y="0"/>
          <a:chExt cx="0" cy="0"/>
        </a:xfrm>
      </p:grpSpPr>
      <p:sp>
        <p:nvSpPr>
          <p:cNvPr id="80" name="Google Shape;80;p9"/>
          <p:cNvSpPr/>
          <p:nvPr/>
        </p:nvSpPr>
        <p:spPr>
          <a:xfrm rot="5400000">
            <a:off x="6644503" y="987606"/>
            <a:ext cx="6561221" cy="4533772"/>
          </a:xfrm>
          <a:prstGeom prst="rect">
            <a:avLst/>
          </a:prstGeom>
          <a:gradFill>
            <a:gsLst>
              <a:gs pos="0">
                <a:schemeClr val="accent1"/>
              </a:gs>
              <a:gs pos="33000">
                <a:schemeClr val="accent2"/>
              </a:gs>
              <a:gs pos="66000">
                <a:schemeClr val="accent3"/>
              </a:gs>
              <a:gs pos="96000">
                <a:schemeClr val="accent4"/>
              </a:gs>
              <a:gs pos="100000">
                <a:schemeClr val="accent4"/>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1" name="Google Shape;81;p9"/>
          <p:cNvSpPr txBox="1">
            <a:spLocks noGrp="1"/>
          </p:cNvSpPr>
          <p:nvPr>
            <p:ph type="body" idx="1"/>
          </p:nvPr>
        </p:nvSpPr>
        <p:spPr>
          <a:xfrm>
            <a:off x="7824650" y="470489"/>
            <a:ext cx="4193179" cy="5799681"/>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2" name="Google Shape;82;p9"/>
          <p:cNvSpPr txBox="1">
            <a:spLocks noGrp="1"/>
          </p:cNvSpPr>
          <p:nvPr>
            <p:ph type="body" idx="2"/>
          </p:nvPr>
        </p:nvSpPr>
        <p:spPr>
          <a:xfrm>
            <a:off x="377859" y="1463039"/>
            <a:ext cx="7067969" cy="4807131"/>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rgbClr val="3F3F3F"/>
              </a:buClr>
              <a:buSzPts val="3200"/>
              <a:buFont typeface="Arial"/>
              <a:buChar char="•"/>
              <a:defRPr sz="3200" b="0" i="0" u="none" strike="noStrike" cap="none">
                <a:solidFill>
                  <a:srgbClr val="3F3F3F"/>
                </a:solidFill>
                <a:latin typeface="Calibri"/>
                <a:ea typeface="Calibri"/>
                <a:cs typeface="Calibri"/>
                <a:sym typeface="Calibri"/>
              </a:defRPr>
            </a:lvl1pPr>
            <a:lvl2pPr marL="914400" marR="0" lvl="1" indent="-431800" algn="l" rtl="0">
              <a:lnSpc>
                <a:spcPct val="90000"/>
              </a:lnSpc>
              <a:spcBef>
                <a:spcPts val="500"/>
              </a:spcBef>
              <a:spcAft>
                <a:spcPts val="0"/>
              </a:spcAft>
              <a:buClr>
                <a:srgbClr val="3F3F3F"/>
              </a:buClr>
              <a:buSzPts val="3200"/>
              <a:buFont typeface="Arial"/>
              <a:buChar char="•"/>
              <a:defRPr sz="3200" b="0" i="0" u="none" strike="noStrike" cap="none">
                <a:solidFill>
                  <a:srgbClr val="3F3F3F"/>
                </a:solidFill>
                <a:latin typeface="Calibri"/>
                <a:ea typeface="Calibri"/>
                <a:cs typeface="Calibri"/>
                <a:sym typeface="Calibri"/>
              </a:defRPr>
            </a:lvl2pPr>
            <a:lvl3pPr marL="1371600" marR="0" lvl="2" indent="-431800" algn="l" rtl="0">
              <a:lnSpc>
                <a:spcPct val="90000"/>
              </a:lnSpc>
              <a:spcBef>
                <a:spcPts val="500"/>
              </a:spcBef>
              <a:spcAft>
                <a:spcPts val="0"/>
              </a:spcAft>
              <a:buClr>
                <a:srgbClr val="3F3F3F"/>
              </a:buClr>
              <a:buSzPts val="3200"/>
              <a:buFont typeface="Arial"/>
              <a:buChar char="•"/>
              <a:defRPr sz="3200" b="0" i="0" u="none" strike="noStrike" cap="none">
                <a:solidFill>
                  <a:srgbClr val="3F3F3F"/>
                </a:solidFill>
                <a:latin typeface="Calibri"/>
                <a:ea typeface="Calibri"/>
                <a:cs typeface="Calibri"/>
                <a:sym typeface="Calibri"/>
              </a:defRPr>
            </a:lvl3pPr>
            <a:lvl4pPr marL="1828800" marR="0" lvl="3" indent="-431800" algn="l" rtl="0">
              <a:lnSpc>
                <a:spcPct val="90000"/>
              </a:lnSpc>
              <a:spcBef>
                <a:spcPts val="500"/>
              </a:spcBef>
              <a:spcAft>
                <a:spcPts val="0"/>
              </a:spcAft>
              <a:buClr>
                <a:srgbClr val="3F3F3F"/>
              </a:buClr>
              <a:buSzPts val="3200"/>
              <a:buFont typeface="Arial"/>
              <a:buChar char="•"/>
              <a:defRPr sz="3200" b="0" i="0" u="none" strike="noStrike" cap="none">
                <a:solidFill>
                  <a:srgbClr val="3F3F3F"/>
                </a:solidFill>
                <a:latin typeface="Calibri"/>
                <a:ea typeface="Calibri"/>
                <a:cs typeface="Calibri"/>
                <a:sym typeface="Calibri"/>
              </a:defRPr>
            </a:lvl4pPr>
            <a:lvl5pPr marL="2286000" marR="0" lvl="4" indent="-431800" algn="l" rtl="0">
              <a:lnSpc>
                <a:spcPct val="90000"/>
              </a:lnSpc>
              <a:spcBef>
                <a:spcPts val="500"/>
              </a:spcBef>
              <a:spcAft>
                <a:spcPts val="0"/>
              </a:spcAft>
              <a:buClr>
                <a:srgbClr val="3F3F3F"/>
              </a:buClr>
              <a:buSzPts val="3200"/>
              <a:buFont typeface="Arial"/>
              <a:buChar char="•"/>
              <a:defRPr sz="3200" b="0" i="0" u="none" strike="noStrike" cap="none">
                <a:solidFill>
                  <a:srgbClr val="3F3F3F"/>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3" name="Google Shape;83;p9"/>
          <p:cNvSpPr txBox="1">
            <a:spLocks noGrp="1"/>
          </p:cNvSpPr>
          <p:nvPr>
            <p:ph type="body" idx="3"/>
          </p:nvPr>
        </p:nvSpPr>
        <p:spPr>
          <a:xfrm>
            <a:off x="377825" y="221887"/>
            <a:ext cx="7067550" cy="10191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2"/>
              </a:buClr>
              <a:buSzPts val="4000"/>
              <a:buFont typeface="Arial"/>
              <a:buNone/>
              <a:defRPr sz="4000" b="0" i="0" u="none" strike="noStrike" cap="none">
                <a:solidFill>
                  <a:schemeClr val="accent2"/>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grpSp>
        <p:nvGrpSpPr>
          <p:cNvPr id="84" name="Google Shape;84;p9"/>
          <p:cNvGrpSpPr/>
          <p:nvPr/>
        </p:nvGrpSpPr>
        <p:grpSpPr>
          <a:xfrm>
            <a:off x="-4946" y="6547470"/>
            <a:ext cx="12027129" cy="383311"/>
            <a:chOff x="-4946" y="6547470"/>
            <a:chExt cx="12027129" cy="383311"/>
          </a:xfrm>
        </p:grpSpPr>
        <p:grpSp>
          <p:nvGrpSpPr>
            <p:cNvPr id="85" name="Google Shape;85;p9"/>
            <p:cNvGrpSpPr/>
            <p:nvPr/>
          </p:nvGrpSpPr>
          <p:grpSpPr>
            <a:xfrm>
              <a:off x="-4946" y="6548165"/>
              <a:ext cx="9753598" cy="335375"/>
              <a:chOff x="4896852" y="697832"/>
              <a:chExt cx="2069429" cy="168442"/>
            </a:xfrm>
          </p:grpSpPr>
          <p:sp>
            <p:nvSpPr>
              <p:cNvPr id="86" name="Google Shape;86;p9"/>
              <p:cNvSpPr/>
              <p:nvPr/>
            </p:nvSpPr>
            <p:spPr>
              <a:xfrm>
                <a:off x="4896852" y="697832"/>
                <a:ext cx="517358" cy="16844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7" name="Google Shape;87;p9"/>
              <p:cNvSpPr/>
              <p:nvPr/>
            </p:nvSpPr>
            <p:spPr>
              <a:xfrm>
                <a:off x="5414209" y="697832"/>
                <a:ext cx="517358" cy="168442"/>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8" name="Google Shape;88;p9"/>
              <p:cNvSpPr/>
              <p:nvPr/>
            </p:nvSpPr>
            <p:spPr>
              <a:xfrm>
                <a:off x="5931566" y="697832"/>
                <a:ext cx="517358" cy="16844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9" name="Google Shape;89;p9"/>
              <p:cNvSpPr/>
              <p:nvPr/>
            </p:nvSpPr>
            <p:spPr>
              <a:xfrm>
                <a:off x="6448923" y="697832"/>
                <a:ext cx="517358" cy="16844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pic>
          <p:nvPicPr>
            <p:cNvPr id="90" name="Google Shape;90;p9"/>
            <p:cNvPicPr preferRelativeResize="0"/>
            <p:nvPr/>
          </p:nvPicPr>
          <p:blipFill rotWithShape="1">
            <a:blip r:embed="rId2">
              <a:alphaModFix/>
            </a:blip>
            <a:srcRect/>
            <a:stretch/>
          </p:blipFill>
          <p:spPr>
            <a:xfrm>
              <a:off x="10006149" y="6547470"/>
              <a:ext cx="2016034" cy="383311"/>
            </a:xfrm>
            <a:prstGeom prst="rect">
              <a:avLst/>
            </a:prstGeom>
            <a:noFill/>
            <a:ln>
              <a:noFill/>
            </a:ln>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24"/>
        <p:cNvGrpSpPr/>
        <p:nvPr/>
      </p:nvGrpSpPr>
      <p:grpSpPr>
        <a:xfrm>
          <a:off x="0" y="0"/>
          <a:ext cx="0" cy="0"/>
          <a:chOff x="0" y="0"/>
          <a:chExt cx="0" cy="0"/>
        </a:xfrm>
      </p:grpSpPr>
      <p:grpSp>
        <p:nvGrpSpPr>
          <p:cNvPr id="25" name="Google Shape;25;p5"/>
          <p:cNvGrpSpPr/>
          <p:nvPr/>
        </p:nvGrpSpPr>
        <p:grpSpPr>
          <a:xfrm>
            <a:off x="3907972" y="1063755"/>
            <a:ext cx="4376057" cy="77068"/>
            <a:chOff x="4379494" y="697832"/>
            <a:chExt cx="2586787" cy="168442"/>
          </a:xfrm>
        </p:grpSpPr>
        <p:sp>
          <p:nvSpPr>
            <p:cNvPr id="26" name="Google Shape;26;p5"/>
            <p:cNvSpPr/>
            <p:nvPr/>
          </p:nvSpPr>
          <p:spPr>
            <a:xfrm>
              <a:off x="4379494" y="697832"/>
              <a:ext cx="517358" cy="168442"/>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7" name="Google Shape;27;p5"/>
            <p:cNvSpPr/>
            <p:nvPr/>
          </p:nvSpPr>
          <p:spPr>
            <a:xfrm>
              <a:off x="4896851" y="697832"/>
              <a:ext cx="517358" cy="16844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8" name="Google Shape;28;p5"/>
            <p:cNvSpPr/>
            <p:nvPr/>
          </p:nvSpPr>
          <p:spPr>
            <a:xfrm>
              <a:off x="5414208" y="697832"/>
              <a:ext cx="517358" cy="168442"/>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9" name="Google Shape;29;p5"/>
            <p:cNvSpPr/>
            <p:nvPr/>
          </p:nvSpPr>
          <p:spPr>
            <a:xfrm>
              <a:off x="5931565" y="697832"/>
              <a:ext cx="517358" cy="16844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0" name="Google Shape;30;p5"/>
            <p:cNvSpPr/>
            <p:nvPr/>
          </p:nvSpPr>
          <p:spPr>
            <a:xfrm>
              <a:off x="6448923" y="697832"/>
              <a:ext cx="517358" cy="16844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sp>
        <p:nvSpPr>
          <p:cNvPr id="31" name="Google Shape;31;p5"/>
          <p:cNvSpPr txBox="1">
            <a:spLocks noGrp="1"/>
          </p:cNvSpPr>
          <p:nvPr>
            <p:ph type="body" idx="1"/>
          </p:nvPr>
        </p:nvSpPr>
        <p:spPr>
          <a:xfrm>
            <a:off x="373969" y="310530"/>
            <a:ext cx="11444061" cy="62719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accent2"/>
              </a:buClr>
              <a:buSzPts val="4000"/>
              <a:buFont typeface="Arial"/>
              <a:buNone/>
              <a:defRPr sz="4000" b="0" i="0" u="none" strike="noStrike" cap="none">
                <a:solidFill>
                  <a:schemeClr val="accent2"/>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2" name="Google Shape;32;p5"/>
          <p:cNvSpPr txBox="1">
            <a:spLocks noGrp="1"/>
          </p:cNvSpPr>
          <p:nvPr>
            <p:ph type="body" idx="2"/>
          </p:nvPr>
        </p:nvSpPr>
        <p:spPr>
          <a:xfrm>
            <a:off x="373969" y="1383937"/>
            <a:ext cx="11522754" cy="4835525"/>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3F3F3F"/>
              </a:buClr>
              <a:buSzPts val="2800"/>
              <a:buFont typeface="Arial"/>
              <a:buChar char="•"/>
              <a:defRPr sz="2800" b="0" i="0" u="none" strike="noStrike" cap="none">
                <a:solidFill>
                  <a:srgbClr val="3F3F3F"/>
                </a:solidFill>
                <a:latin typeface="Calibri"/>
                <a:ea typeface="Calibri"/>
                <a:cs typeface="Calibri"/>
                <a:sym typeface="Calibri"/>
              </a:defRPr>
            </a:lvl1pPr>
            <a:lvl2pPr marL="914400" marR="0" lvl="1" indent="-381000" algn="l" rtl="0">
              <a:lnSpc>
                <a:spcPct val="90000"/>
              </a:lnSpc>
              <a:spcBef>
                <a:spcPts val="500"/>
              </a:spcBef>
              <a:spcAft>
                <a:spcPts val="0"/>
              </a:spcAft>
              <a:buClr>
                <a:srgbClr val="3F3F3F"/>
              </a:buClr>
              <a:buSzPts val="2400"/>
              <a:buFont typeface="Arial"/>
              <a:buChar char="•"/>
              <a:defRPr sz="2400" b="0" i="0" u="none" strike="noStrike" cap="none">
                <a:solidFill>
                  <a:srgbClr val="3F3F3F"/>
                </a:solidFill>
                <a:latin typeface="Calibri"/>
                <a:ea typeface="Calibri"/>
                <a:cs typeface="Calibri"/>
                <a:sym typeface="Calibri"/>
              </a:defRPr>
            </a:lvl2pPr>
            <a:lvl3pPr marL="1371600" marR="0" lvl="2" indent="-355600" algn="l" rtl="0">
              <a:lnSpc>
                <a:spcPct val="90000"/>
              </a:lnSpc>
              <a:spcBef>
                <a:spcPts val="500"/>
              </a:spcBef>
              <a:spcAft>
                <a:spcPts val="0"/>
              </a:spcAft>
              <a:buClr>
                <a:srgbClr val="3F3F3F"/>
              </a:buClr>
              <a:buSzPts val="2000"/>
              <a:buFont typeface="Arial"/>
              <a:buChar char="•"/>
              <a:defRPr sz="2000" b="0" i="0" u="none" strike="noStrike" cap="none">
                <a:solidFill>
                  <a:srgbClr val="3F3F3F"/>
                </a:solidFill>
                <a:latin typeface="Calibri"/>
                <a:ea typeface="Calibri"/>
                <a:cs typeface="Calibri"/>
                <a:sym typeface="Calibri"/>
              </a:defRPr>
            </a:lvl3pPr>
            <a:lvl4pPr marL="1828800" marR="0" lvl="3" indent="-342900" algn="l" rtl="0">
              <a:lnSpc>
                <a:spcPct val="90000"/>
              </a:lnSpc>
              <a:spcBef>
                <a:spcPts val="500"/>
              </a:spcBef>
              <a:spcAft>
                <a:spcPts val="0"/>
              </a:spcAft>
              <a:buClr>
                <a:srgbClr val="3F3F3F"/>
              </a:buClr>
              <a:buSzPts val="1800"/>
              <a:buFont typeface="Arial"/>
              <a:buChar char="•"/>
              <a:defRPr sz="1800" b="0" i="0" u="none" strike="noStrike" cap="none">
                <a:solidFill>
                  <a:srgbClr val="3F3F3F"/>
                </a:solidFill>
                <a:latin typeface="Calibri"/>
                <a:ea typeface="Calibri"/>
                <a:cs typeface="Calibri"/>
                <a:sym typeface="Calibri"/>
              </a:defRPr>
            </a:lvl4pPr>
            <a:lvl5pPr marL="2286000" marR="0" lvl="4" indent="-342900" algn="l" rtl="0">
              <a:lnSpc>
                <a:spcPct val="90000"/>
              </a:lnSpc>
              <a:spcBef>
                <a:spcPts val="500"/>
              </a:spcBef>
              <a:spcAft>
                <a:spcPts val="0"/>
              </a:spcAft>
              <a:buClr>
                <a:srgbClr val="3F3F3F"/>
              </a:buClr>
              <a:buSzPts val="1800"/>
              <a:buFont typeface="Arial"/>
              <a:buChar char="•"/>
              <a:defRPr sz="1800" b="0" i="0" u="none" strike="noStrike" cap="none">
                <a:solidFill>
                  <a:srgbClr val="3F3F3F"/>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grpSp>
        <p:nvGrpSpPr>
          <p:cNvPr id="33" name="Google Shape;33;p5"/>
          <p:cNvGrpSpPr/>
          <p:nvPr/>
        </p:nvGrpSpPr>
        <p:grpSpPr>
          <a:xfrm>
            <a:off x="-4946" y="6547470"/>
            <a:ext cx="12027129" cy="383311"/>
            <a:chOff x="-4946" y="6547470"/>
            <a:chExt cx="12027129" cy="383311"/>
          </a:xfrm>
        </p:grpSpPr>
        <p:grpSp>
          <p:nvGrpSpPr>
            <p:cNvPr id="34" name="Google Shape;34;p5"/>
            <p:cNvGrpSpPr/>
            <p:nvPr/>
          </p:nvGrpSpPr>
          <p:grpSpPr>
            <a:xfrm>
              <a:off x="-4946" y="6548165"/>
              <a:ext cx="9753598" cy="335375"/>
              <a:chOff x="4896852" y="697832"/>
              <a:chExt cx="2069429" cy="168442"/>
            </a:xfrm>
          </p:grpSpPr>
          <p:sp>
            <p:nvSpPr>
              <p:cNvPr id="35" name="Google Shape;35;p5"/>
              <p:cNvSpPr/>
              <p:nvPr/>
            </p:nvSpPr>
            <p:spPr>
              <a:xfrm>
                <a:off x="4896852" y="697832"/>
                <a:ext cx="517358" cy="16844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6" name="Google Shape;36;p5"/>
              <p:cNvSpPr/>
              <p:nvPr/>
            </p:nvSpPr>
            <p:spPr>
              <a:xfrm>
                <a:off x="5414209" y="697832"/>
                <a:ext cx="517358" cy="168442"/>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7" name="Google Shape;37;p5"/>
              <p:cNvSpPr/>
              <p:nvPr/>
            </p:nvSpPr>
            <p:spPr>
              <a:xfrm>
                <a:off x="5931566" y="697832"/>
                <a:ext cx="517358" cy="16844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8" name="Google Shape;38;p5"/>
              <p:cNvSpPr/>
              <p:nvPr/>
            </p:nvSpPr>
            <p:spPr>
              <a:xfrm>
                <a:off x="6448923" y="697832"/>
                <a:ext cx="517358" cy="16844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pic>
          <p:nvPicPr>
            <p:cNvPr id="39" name="Google Shape;39;p5"/>
            <p:cNvPicPr preferRelativeResize="0"/>
            <p:nvPr/>
          </p:nvPicPr>
          <p:blipFill rotWithShape="1">
            <a:blip r:embed="rId2">
              <a:alphaModFix/>
            </a:blip>
            <a:srcRect/>
            <a:stretch/>
          </p:blipFill>
          <p:spPr>
            <a:xfrm>
              <a:off x="10006149" y="6547470"/>
              <a:ext cx="2016034" cy="383311"/>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Contents slide layout">
  <p:cSld name="1_Contents slide layout">
    <p:spTree>
      <p:nvGrpSpPr>
        <p:cNvPr id="1" name="Shape 40"/>
        <p:cNvGrpSpPr/>
        <p:nvPr/>
      </p:nvGrpSpPr>
      <p:grpSpPr>
        <a:xfrm>
          <a:off x="0" y="0"/>
          <a:ext cx="0" cy="0"/>
          <a:chOff x="0" y="0"/>
          <a:chExt cx="0" cy="0"/>
        </a:xfrm>
      </p:grpSpPr>
      <p:sp>
        <p:nvSpPr>
          <p:cNvPr id="41" name="Google Shape;41;p6"/>
          <p:cNvSpPr txBox="1">
            <a:spLocks noGrp="1"/>
          </p:cNvSpPr>
          <p:nvPr>
            <p:ph type="body" idx="1"/>
          </p:nvPr>
        </p:nvSpPr>
        <p:spPr>
          <a:xfrm>
            <a:off x="373969" y="1383937"/>
            <a:ext cx="11522754" cy="4835525"/>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3F3F3F"/>
              </a:buClr>
              <a:buSzPts val="2800"/>
              <a:buFont typeface="Arial"/>
              <a:buChar char="•"/>
              <a:defRPr sz="2800" b="0" i="0" u="none" strike="noStrike" cap="none">
                <a:solidFill>
                  <a:srgbClr val="3F3F3F"/>
                </a:solidFill>
                <a:latin typeface="Calibri"/>
                <a:ea typeface="Calibri"/>
                <a:cs typeface="Calibri"/>
                <a:sym typeface="Calibri"/>
              </a:defRPr>
            </a:lvl1pPr>
            <a:lvl2pPr marL="914400" marR="0" lvl="1" indent="-381000" algn="l" rtl="0">
              <a:lnSpc>
                <a:spcPct val="90000"/>
              </a:lnSpc>
              <a:spcBef>
                <a:spcPts val="500"/>
              </a:spcBef>
              <a:spcAft>
                <a:spcPts val="0"/>
              </a:spcAft>
              <a:buClr>
                <a:srgbClr val="3F3F3F"/>
              </a:buClr>
              <a:buSzPts val="2400"/>
              <a:buFont typeface="Arial"/>
              <a:buChar char="•"/>
              <a:defRPr sz="2400" b="0" i="0" u="none" strike="noStrike" cap="none">
                <a:solidFill>
                  <a:srgbClr val="3F3F3F"/>
                </a:solidFill>
                <a:latin typeface="Calibri"/>
                <a:ea typeface="Calibri"/>
                <a:cs typeface="Calibri"/>
                <a:sym typeface="Calibri"/>
              </a:defRPr>
            </a:lvl2pPr>
            <a:lvl3pPr marL="1371600" marR="0" lvl="2" indent="-355600" algn="l" rtl="0">
              <a:lnSpc>
                <a:spcPct val="90000"/>
              </a:lnSpc>
              <a:spcBef>
                <a:spcPts val="500"/>
              </a:spcBef>
              <a:spcAft>
                <a:spcPts val="0"/>
              </a:spcAft>
              <a:buClr>
                <a:srgbClr val="3F3F3F"/>
              </a:buClr>
              <a:buSzPts val="2000"/>
              <a:buFont typeface="Arial"/>
              <a:buChar char="•"/>
              <a:defRPr sz="2000" b="0" i="0" u="none" strike="noStrike" cap="none">
                <a:solidFill>
                  <a:srgbClr val="3F3F3F"/>
                </a:solidFill>
                <a:latin typeface="Calibri"/>
                <a:ea typeface="Calibri"/>
                <a:cs typeface="Calibri"/>
                <a:sym typeface="Calibri"/>
              </a:defRPr>
            </a:lvl3pPr>
            <a:lvl4pPr marL="1828800" marR="0" lvl="3" indent="-342900" algn="l" rtl="0">
              <a:lnSpc>
                <a:spcPct val="90000"/>
              </a:lnSpc>
              <a:spcBef>
                <a:spcPts val="500"/>
              </a:spcBef>
              <a:spcAft>
                <a:spcPts val="0"/>
              </a:spcAft>
              <a:buClr>
                <a:srgbClr val="3F3F3F"/>
              </a:buClr>
              <a:buSzPts val="1800"/>
              <a:buFont typeface="Arial"/>
              <a:buChar char="•"/>
              <a:defRPr sz="1800" b="0" i="0" u="none" strike="noStrike" cap="none">
                <a:solidFill>
                  <a:srgbClr val="3F3F3F"/>
                </a:solidFill>
                <a:latin typeface="Calibri"/>
                <a:ea typeface="Calibri"/>
                <a:cs typeface="Calibri"/>
                <a:sym typeface="Calibri"/>
              </a:defRPr>
            </a:lvl4pPr>
            <a:lvl5pPr marL="2286000" marR="0" lvl="4" indent="-342900" algn="l" rtl="0">
              <a:lnSpc>
                <a:spcPct val="90000"/>
              </a:lnSpc>
              <a:spcBef>
                <a:spcPts val="500"/>
              </a:spcBef>
              <a:spcAft>
                <a:spcPts val="0"/>
              </a:spcAft>
              <a:buClr>
                <a:srgbClr val="3F3F3F"/>
              </a:buClr>
              <a:buSzPts val="1800"/>
              <a:buFont typeface="Arial"/>
              <a:buChar char="•"/>
              <a:defRPr sz="1800" b="0" i="0" u="none" strike="noStrike" cap="none">
                <a:solidFill>
                  <a:srgbClr val="3F3F3F"/>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2" name="Google Shape;42;p6"/>
          <p:cNvSpPr txBox="1">
            <a:spLocks noGrp="1"/>
          </p:cNvSpPr>
          <p:nvPr>
            <p:ph type="body" idx="2"/>
          </p:nvPr>
        </p:nvSpPr>
        <p:spPr>
          <a:xfrm>
            <a:off x="373969" y="310530"/>
            <a:ext cx="11444061" cy="62719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accent2"/>
              </a:buClr>
              <a:buSzPts val="4000"/>
              <a:buFont typeface="Arial"/>
              <a:buNone/>
              <a:defRPr sz="4000" b="0" i="0" u="none" strike="noStrike" cap="none">
                <a:solidFill>
                  <a:schemeClr val="accent2"/>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grpSp>
        <p:nvGrpSpPr>
          <p:cNvPr id="43" name="Google Shape;43;p6"/>
          <p:cNvGrpSpPr/>
          <p:nvPr/>
        </p:nvGrpSpPr>
        <p:grpSpPr>
          <a:xfrm>
            <a:off x="-4946" y="6547470"/>
            <a:ext cx="12027129" cy="383311"/>
            <a:chOff x="-4946" y="6547470"/>
            <a:chExt cx="12027129" cy="383311"/>
          </a:xfrm>
        </p:grpSpPr>
        <p:grpSp>
          <p:nvGrpSpPr>
            <p:cNvPr id="44" name="Google Shape;44;p6"/>
            <p:cNvGrpSpPr/>
            <p:nvPr/>
          </p:nvGrpSpPr>
          <p:grpSpPr>
            <a:xfrm>
              <a:off x="-4946" y="6548165"/>
              <a:ext cx="9753598" cy="335375"/>
              <a:chOff x="4896852" y="697832"/>
              <a:chExt cx="2069429" cy="168442"/>
            </a:xfrm>
          </p:grpSpPr>
          <p:sp>
            <p:nvSpPr>
              <p:cNvPr id="45" name="Google Shape;45;p6"/>
              <p:cNvSpPr/>
              <p:nvPr/>
            </p:nvSpPr>
            <p:spPr>
              <a:xfrm>
                <a:off x="4896852" y="697832"/>
                <a:ext cx="517358" cy="16844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6" name="Google Shape;46;p6"/>
              <p:cNvSpPr/>
              <p:nvPr/>
            </p:nvSpPr>
            <p:spPr>
              <a:xfrm>
                <a:off x="5414209" y="697832"/>
                <a:ext cx="517358" cy="168442"/>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7" name="Google Shape;47;p6"/>
              <p:cNvSpPr/>
              <p:nvPr/>
            </p:nvSpPr>
            <p:spPr>
              <a:xfrm>
                <a:off x="5931566" y="697832"/>
                <a:ext cx="517358" cy="16844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8" name="Google Shape;48;p6"/>
              <p:cNvSpPr/>
              <p:nvPr/>
            </p:nvSpPr>
            <p:spPr>
              <a:xfrm>
                <a:off x="6448923" y="697832"/>
                <a:ext cx="517358" cy="16844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pic>
          <p:nvPicPr>
            <p:cNvPr id="49" name="Google Shape;49;p6"/>
            <p:cNvPicPr preferRelativeResize="0"/>
            <p:nvPr/>
          </p:nvPicPr>
          <p:blipFill rotWithShape="1">
            <a:blip r:embed="rId2">
              <a:alphaModFix/>
            </a:blip>
            <a:srcRect/>
            <a:stretch/>
          </p:blipFill>
          <p:spPr>
            <a:xfrm>
              <a:off x="10006149" y="6547470"/>
              <a:ext cx="2016034" cy="383311"/>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49"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4" r:id="rId1"/>
    <p:sldLayoutId id="2147483650" r:id="rId2"/>
    <p:sldLayoutId id="2147483651"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9"/>
          <p:cNvSpPr txBox="1">
            <a:spLocks noGrp="1"/>
          </p:cNvSpPr>
          <p:nvPr>
            <p:ph type="body" idx="1"/>
          </p:nvPr>
        </p:nvSpPr>
        <p:spPr>
          <a:xfrm>
            <a:off x="398800" y="2220351"/>
            <a:ext cx="6195000" cy="10020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3F3F3F"/>
              </a:buClr>
              <a:buSzPts val="4400"/>
              <a:buNone/>
            </a:pPr>
            <a:r>
              <a:rPr lang="en-US" dirty="0"/>
              <a:t>Salesforce Configuration Model – 2_2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D62D132-F7EB-4FA3-95D4-739CDD158527}"/>
              </a:ext>
            </a:extLst>
          </p:cNvPr>
          <p:cNvSpPr>
            <a:spLocks noGrp="1"/>
          </p:cNvSpPr>
          <p:nvPr>
            <p:ph type="body" idx="2"/>
          </p:nvPr>
        </p:nvSpPr>
        <p:spPr>
          <a:xfrm>
            <a:off x="373969" y="182880"/>
            <a:ext cx="11444061" cy="975360"/>
          </a:xfrm>
        </p:spPr>
        <p:style>
          <a:lnRef idx="1">
            <a:schemeClr val="accent5"/>
          </a:lnRef>
          <a:fillRef idx="3">
            <a:schemeClr val="accent5"/>
          </a:fillRef>
          <a:effectRef idx="2">
            <a:schemeClr val="accent5"/>
          </a:effectRef>
          <a:fontRef idx="minor">
            <a:schemeClr val="lt1"/>
          </a:fontRef>
        </p:style>
        <p:txBody>
          <a:bodyPr/>
          <a:lstStyle/>
          <a:p>
            <a:r>
              <a:rPr lang="en-US" sz="5400" b="1" dirty="0">
                <a:ln w="22225">
                  <a:solidFill>
                    <a:schemeClr val="accent2"/>
                  </a:solidFill>
                  <a:prstDash val="solid"/>
                </a:ln>
                <a:solidFill>
                  <a:schemeClr val="tx2"/>
                </a:solidFill>
              </a:rPr>
              <a:t>AGENDA</a:t>
            </a:r>
            <a:endParaRPr lang="en-IN" sz="5400" b="1" dirty="0">
              <a:ln w="22225">
                <a:solidFill>
                  <a:schemeClr val="accent2"/>
                </a:solidFill>
                <a:prstDash val="solid"/>
              </a:ln>
              <a:solidFill>
                <a:schemeClr val="tx2"/>
              </a:solidFill>
            </a:endParaRPr>
          </a:p>
        </p:txBody>
      </p:sp>
      <p:sp>
        <p:nvSpPr>
          <p:cNvPr id="2" name="TextBox 1">
            <a:extLst>
              <a:ext uri="{FF2B5EF4-FFF2-40B4-BE49-F238E27FC236}">
                <a16:creationId xmlns:a16="http://schemas.microsoft.com/office/drawing/2014/main" id="{CA3EE931-72EF-4543-983E-6A9AAB46D6CF}"/>
              </a:ext>
            </a:extLst>
          </p:cNvPr>
          <p:cNvSpPr txBox="1"/>
          <p:nvPr/>
        </p:nvSpPr>
        <p:spPr>
          <a:xfrm>
            <a:off x="829994" y="1589649"/>
            <a:ext cx="10691446" cy="3754874"/>
          </a:xfrm>
          <a:prstGeom prst="rect">
            <a:avLst/>
          </a:prstGeom>
          <a:noFill/>
        </p:spPr>
        <p:txBody>
          <a:bodyPr wrap="square" rtlCol="0">
            <a:spAutoFit/>
          </a:bodyPr>
          <a:lstStyle/>
          <a:p>
            <a:pPr marL="342900" indent="-342900">
              <a:buAutoNum type="arabicPeriod"/>
            </a:pPr>
            <a:r>
              <a:rPr lang="en-US" sz="2800" dirty="0">
                <a:solidFill>
                  <a:srgbClr val="3C4043"/>
                </a:solidFill>
                <a:highlight>
                  <a:srgbClr val="FFFFFF"/>
                </a:highlight>
                <a:latin typeface="Roboto"/>
                <a:ea typeface="Roboto"/>
                <a:cs typeface="Calibri"/>
                <a:sym typeface="Calibri"/>
              </a:rPr>
              <a:t>What is a Flow?</a:t>
            </a:r>
          </a:p>
          <a:p>
            <a:pPr marL="342900" indent="-342900">
              <a:buAutoNum type="arabicPeriod"/>
            </a:pPr>
            <a:r>
              <a:rPr lang="en-US" sz="2800" dirty="0">
                <a:solidFill>
                  <a:srgbClr val="3C4043"/>
                </a:solidFill>
                <a:highlight>
                  <a:srgbClr val="FFFFFF"/>
                </a:highlight>
                <a:latin typeface="Roboto"/>
                <a:ea typeface="Roboto"/>
                <a:cs typeface="Calibri"/>
                <a:sym typeface="Calibri"/>
              </a:rPr>
              <a:t>What is Resource?</a:t>
            </a:r>
          </a:p>
          <a:p>
            <a:pPr marL="342900" indent="-342900">
              <a:buAutoNum type="arabicPeriod"/>
            </a:pPr>
            <a:r>
              <a:rPr lang="en-US" sz="2800" dirty="0">
                <a:solidFill>
                  <a:srgbClr val="3C4043"/>
                </a:solidFill>
                <a:highlight>
                  <a:srgbClr val="FFFFFF"/>
                </a:highlight>
                <a:latin typeface="Roboto"/>
                <a:ea typeface="Roboto"/>
                <a:cs typeface="Calibri"/>
                <a:sym typeface="Calibri"/>
              </a:rPr>
              <a:t>What </a:t>
            </a:r>
            <a:r>
              <a:rPr lang="en-US" sz="2800">
                <a:solidFill>
                  <a:srgbClr val="3C4043"/>
                </a:solidFill>
                <a:highlight>
                  <a:srgbClr val="FFFFFF"/>
                </a:highlight>
                <a:latin typeface="Roboto"/>
                <a:ea typeface="Roboto"/>
                <a:cs typeface="Calibri"/>
                <a:sym typeface="Calibri"/>
              </a:rPr>
              <a:t>is Element?</a:t>
            </a:r>
            <a:endParaRPr lang="en-US" sz="2800" dirty="0">
              <a:solidFill>
                <a:srgbClr val="3C4043"/>
              </a:solidFill>
              <a:highlight>
                <a:srgbClr val="FFFFFF"/>
              </a:highlight>
              <a:latin typeface="Roboto"/>
              <a:ea typeface="Roboto"/>
              <a:cs typeface="Calibri"/>
              <a:sym typeface="Calibri"/>
            </a:endParaRPr>
          </a:p>
          <a:p>
            <a:pPr marL="342900" indent="-342900">
              <a:buAutoNum type="arabicPeriod"/>
            </a:pPr>
            <a:r>
              <a:rPr lang="en-US" sz="2800" dirty="0">
                <a:solidFill>
                  <a:srgbClr val="3C4043"/>
                </a:solidFill>
                <a:highlight>
                  <a:srgbClr val="FFFFFF"/>
                </a:highlight>
                <a:latin typeface="Roboto"/>
                <a:ea typeface="Roboto"/>
                <a:cs typeface="Calibri"/>
                <a:sym typeface="Calibri"/>
              </a:rPr>
              <a:t>Types of Flow?</a:t>
            </a:r>
          </a:p>
          <a:p>
            <a:pPr marL="457200" indent="-457200">
              <a:buFont typeface="Arial" panose="020B0604020202020204" pitchFamily="34" charset="0"/>
              <a:buChar char="•"/>
            </a:pPr>
            <a:r>
              <a:rPr lang="en-US" sz="2800" dirty="0">
                <a:solidFill>
                  <a:srgbClr val="3C4043"/>
                </a:solidFill>
                <a:highlight>
                  <a:srgbClr val="FFFFFF"/>
                </a:highlight>
                <a:latin typeface="Roboto"/>
                <a:ea typeface="Roboto"/>
                <a:cs typeface="Calibri"/>
                <a:sym typeface="Calibri"/>
              </a:rPr>
              <a:t>Screen Flow</a:t>
            </a:r>
          </a:p>
          <a:p>
            <a:pPr marL="457200" indent="-457200">
              <a:buFont typeface="Arial" panose="020B0604020202020204" pitchFamily="34" charset="0"/>
              <a:buChar char="•"/>
            </a:pPr>
            <a:r>
              <a:rPr lang="en-US" sz="2800" dirty="0" err="1">
                <a:solidFill>
                  <a:srgbClr val="3C4043"/>
                </a:solidFill>
                <a:highlight>
                  <a:srgbClr val="FFFFFF"/>
                </a:highlight>
                <a:latin typeface="Roboto"/>
                <a:ea typeface="Roboto"/>
                <a:cs typeface="Calibri"/>
                <a:sym typeface="Calibri"/>
              </a:rPr>
              <a:t>Autolaunched</a:t>
            </a:r>
            <a:r>
              <a:rPr lang="en-US" sz="2800" dirty="0">
                <a:solidFill>
                  <a:srgbClr val="3C4043"/>
                </a:solidFill>
                <a:highlight>
                  <a:srgbClr val="FFFFFF"/>
                </a:highlight>
                <a:latin typeface="Roboto"/>
                <a:ea typeface="Roboto"/>
                <a:cs typeface="Calibri"/>
                <a:sym typeface="Calibri"/>
              </a:rPr>
              <a:t> Flow</a:t>
            </a:r>
          </a:p>
          <a:p>
            <a:pPr marL="457200" indent="-457200">
              <a:buFont typeface="Arial" panose="020B0604020202020204" pitchFamily="34" charset="0"/>
              <a:buChar char="•"/>
            </a:pPr>
            <a:r>
              <a:rPr lang="en-US" sz="2800" dirty="0">
                <a:solidFill>
                  <a:srgbClr val="3C4043"/>
                </a:solidFill>
                <a:highlight>
                  <a:srgbClr val="FFFFFF"/>
                </a:highlight>
                <a:latin typeface="Roboto"/>
                <a:ea typeface="Roboto"/>
                <a:cs typeface="Calibri"/>
                <a:sym typeface="Calibri"/>
              </a:rPr>
              <a:t>Scheduled Flow</a:t>
            </a:r>
          </a:p>
          <a:p>
            <a:pPr marL="457200" indent="-457200">
              <a:buFont typeface="Arial" panose="020B0604020202020204" pitchFamily="34" charset="0"/>
              <a:buChar char="•"/>
            </a:pPr>
            <a:r>
              <a:rPr lang="en-US" sz="2800" dirty="0">
                <a:solidFill>
                  <a:srgbClr val="3C4043"/>
                </a:solidFill>
                <a:highlight>
                  <a:srgbClr val="FFFFFF"/>
                </a:highlight>
                <a:latin typeface="Roboto"/>
                <a:ea typeface="Roboto"/>
                <a:cs typeface="Calibri"/>
                <a:sym typeface="Calibri"/>
              </a:rPr>
              <a:t>Record-Triggered Flow</a:t>
            </a:r>
          </a:p>
          <a:p>
            <a:endParaRPr lang="en-IN" dirty="0"/>
          </a:p>
        </p:txBody>
      </p:sp>
    </p:spTree>
    <p:extLst>
      <p:ext uri="{BB962C8B-B14F-4D97-AF65-F5344CB8AC3E}">
        <p14:creationId xmlns:p14="http://schemas.microsoft.com/office/powerpoint/2010/main" val="2202068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body" idx="1"/>
          </p:nvPr>
        </p:nvSpPr>
        <p:spPr>
          <a:xfrm>
            <a:off x="373969" y="31053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dirty="0"/>
              <a:t>What is Flow</a:t>
            </a:r>
          </a:p>
        </p:txBody>
      </p:sp>
      <p:sp>
        <p:nvSpPr>
          <p:cNvPr id="204" name="Google Shape;204;p21"/>
          <p:cNvSpPr txBox="1">
            <a:spLocks noGrp="1"/>
          </p:cNvSpPr>
          <p:nvPr>
            <p:ph type="body" idx="2"/>
          </p:nvPr>
        </p:nvSpPr>
        <p:spPr>
          <a:xfrm>
            <a:off x="500579" y="1285463"/>
            <a:ext cx="11522700" cy="4835400"/>
          </a:xfrm>
          <a:prstGeom prst="rect">
            <a:avLst/>
          </a:prstGeom>
          <a:noFill/>
          <a:ln>
            <a:noFill/>
          </a:ln>
        </p:spPr>
        <p:txBody>
          <a:bodyPr spcFirstLastPara="1" wrap="square" lIns="91425" tIns="45700" rIns="91425" bIns="45700" anchor="t" anchorCtr="0">
            <a:noAutofit/>
          </a:bodyPr>
          <a:lstStyle/>
          <a:p>
            <a:pPr marL="463550" indent="-285750">
              <a:lnSpc>
                <a:spcPct val="150000"/>
              </a:lnSpc>
              <a:spcBef>
                <a:spcPts val="0"/>
              </a:spcBef>
            </a:pPr>
            <a:r>
              <a:rPr lang="en-US" sz="1800" dirty="0">
                <a:solidFill>
                  <a:srgbClr val="3C4043"/>
                </a:solidFill>
                <a:highlight>
                  <a:srgbClr val="FFFFFF"/>
                </a:highlight>
                <a:latin typeface="Roboto"/>
                <a:ea typeface="Roboto"/>
              </a:rPr>
              <a:t>A flow is an application that can execute logic, interact with the Salesforce database, call apex classes and collect data from users.</a:t>
            </a:r>
          </a:p>
          <a:p>
            <a:pPr marL="463550" indent="-285750">
              <a:lnSpc>
                <a:spcPct val="150000"/>
              </a:lnSpc>
              <a:spcBef>
                <a:spcPts val="0"/>
              </a:spcBef>
            </a:pPr>
            <a:r>
              <a:rPr lang="en-US" sz="1800" dirty="0">
                <a:solidFill>
                  <a:srgbClr val="3C4043"/>
                </a:solidFill>
                <a:highlight>
                  <a:srgbClr val="FFFFFF"/>
                </a:highlight>
                <a:latin typeface="Roboto"/>
                <a:ea typeface="Roboto"/>
              </a:rPr>
              <a:t>It is a drag and drop interface that allows Salesforce user’s to automate business processes</a:t>
            </a:r>
          </a:p>
          <a:p>
            <a:pPr marL="228605" lvl="0" indent="-50805">
              <a:lnSpc>
                <a:spcPct val="150000"/>
              </a:lnSpc>
              <a:spcBef>
                <a:spcPts val="0"/>
              </a:spcBef>
              <a:buNone/>
            </a:pPr>
            <a:endParaRPr lang="en-US" sz="1800" dirty="0">
              <a:solidFill>
                <a:srgbClr val="3C4043"/>
              </a:solidFill>
              <a:highlight>
                <a:srgbClr val="FFFFFF"/>
              </a:highlight>
              <a:latin typeface="Roboto"/>
              <a:ea typeface="Roboto"/>
              <a:sym typeface="Roboto"/>
            </a:endParaRPr>
          </a:p>
          <a:p>
            <a:pPr marL="228605" lvl="0" indent="-50805">
              <a:lnSpc>
                <a:spcPct val="150000"/>
              </a:lnSpc>
              <a:spcBef>
                <a:spcPts val="0"/>
              </a:spcBef>
              <a:buNone/>
            </a:pPr>
            <a:r>
              <a:rPr lang="en-IN" sz="1800" b="1" dirty="0">
                <a:solidFill>
                  <a:srgbClr val="3C4043"/>
                </a:solidFill>
                <a:highlight>
                  <a:srgbClr val="FFFFFF"/>
                </a:highlight>
                <a:latin typeface="Roboto"/>
                <a:ea typeface="Roboto"/>
                <a:sym typeface="Roboto"/>
              </a:rPr>
              <a:t>Steps to Create a Flow:</a:t>
            </a:r>
          </a:p>
          <a:p>
            <a:pPr marL="463550" indent="-285750">
              <a:lnSpc>
                <a:spcPct val="150000"/>
              </a:lnSpc>
              <a:spcBef>
                <a:spcPts val="0"/>
              </a:spcBef>
            </a:pPr>
            <a:r>
              <a:rPr lang="en-US" sz="1800" dirty="0">
                <a:solidFill>
                  <a:srgbClr val="3C4043"/>
                </a:solidFill>
                <a:highlight>
                  <a:srgbClr val="FFFFFF"/>
                </a:highlight>
                <a:latin typeface="Roboto"/>
                <a:ea typeface="Roboto"/>
                <a:sym typeface="Roboto"/>
              </a:rPr>
              <a:t>From Setup, enter Flows in the Quick Find box, select Flows, and then click New Flow.</a:t>
            </a:r>
          </a:p>
          <a:p>
            <a:pPr marL="463550" indent="-285750">
              <a:lnSpc>
                <a:spcPct val="150000"/>
              </a:lnSpc>
              <a:spcBef>
                <a:spcPts val="0"/>
              </a:spcBef>
            </a:pPr>
            <a:r>
              <a:rPr lang="en-US" sz="1800" dirty="0">
                <a:solidFill>
                  <a:srgbClr val="3C4043"/>
                </a:solidFill>
                <a:highlight>
                  <a:srgbClr val="FFFFFF"/>
                </a:highlight>
                <a:latin typeface="Roboto"/>
                <a:ea typeface="Roboto"/>
                <a:sym typeface="Roboto"/>
              </a:rPr>
              <a:t>Select the flow type, and click Create.</a:t>
            </a:r>
          </a:p>
          <a:p>
            <a:pPr marL="463550" indent="-285750">
              <a:lnSpc>
                <a:spcPct val="150000"/>
              </a:lnSpc>
              <a:spcBef>
                <a:spcPts val="0"/>
              </a:spcBef>
            </a:pPr>
            <a:r>
              <a:rPr lang="en-US" sz="1800" dirty="0">
                <a:solidFill>
                  <a:srgbClr val="3C4043"/>
                </a:solidFill>
                <a:highlight>
                  <a:srgbClr val="FFFFFF"/>
                </a:highlight>
                <a:latin typeface="Roboto"/>
                <a:ea typeface="Roboto"/>
                <a:sym typeface="Roboto"/>
              </a:rPr>
              <a:t>Drag the elements you want to use onto the canvas.</a:t>
            </a:r>
          </a:p>
          <a:p>
            <a:pPr marL="463550" indent="-285750">
              <a:lnSpc>
                <a:spcPct val="150000"/>
              </a:lnSpc>
              <a:spcBef>
                <a:spcPts val="0"/>
              </a:spcBef>
            </a:pPr>
            <a:r>
              <a:rPr lang="en-US" sz="1800" dirty="0">
                <a:solidFill>
                  <a:srgbClr val="3C4043"/>
                </a:solidFill>
                <a:highlight>
                  <a:srgbClr val="FFFFFF"/>
                </a:highlight>
                <a:latin typeface="Roboto"/>
                <a:ea typeface="Roboto"/>
                <a:sym typeface="Roboto"/>
              </a:rPr>
              <a:t>Connect the elements to determine the order in which they’re executed at run time. Don’t forget to connect the Start element to another element.</a:t>
            </a:r>
          </a:p>
          <a:p>
            <a:pPr marL="463550" indent="-285750">
              <a:lnSpc>
                <a:spcPct val="150000"/>
              </a:lnSpc>
              <a:spcBef>
                <a:spcPts val="0"/>
              </a:spcBef>
            </a:pPr>
            <a:r>
              <a:rPr lang="en-US" sz="1800" dirty="0">
                <a:solidFill>
                  <a:srgbClr val="3C4043"/>
                </a:solidFill>
                <a:highlight>
                  <a:srgbClr val="FFFFFF"/>
                </a:highlight>
                <a:latin typeface="Roboto"/>
                <a:ea typeface="Roboto"/>
                <a:sym typeface="Roboto"/>
              </a:rPr>
              <a:t>Save your flow.</a:t>
            </a:r>
            <a:endParaRPr sz="1800" dirty="0">
              <a:solidFill>
                <a:srgbClr val="3C4043"/>
              </a:solidFill>
              <a:highlight>
                <a:srgbClr val="FFFFFF"/>
              </a:highlight>
              <a:latin typeface="Roboto"/>
              <a:ea typeface="Roboto"/>
              <a:sym typeface="Roboto"/>
            </a:endParaRPr>
          </a:p>
          <a:p>
            <a:pPr marL="228605" lvl="0" indent="-50805">
              <a:lnSpc>
                <a:spcPct val="150000"/>
              </a:lnSpc>
              <a:spcBef>
                <a:spcPts val="0"/>
              </a:spcBef>
              <a:buNone/>
            </a:pPr>
            <a:endParaRPr sz="1800" dirty="0">
              <a:solidFill>
                <a:srgbClr val="3C4043"/>
              </a:solidFill>
              <a:highlight>
                <a:srgbClr val="FFFFFF"/>
              </a:highlight>
              <a:latin typeface="Roboto"/>
              <a:ea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050" dirty="0">
              <a:solidFill>
                <a:srgbClr val="3C4043"/>
              </a:solidFill>
              <a:highlight>
                <a:srgbClr val="FFFFFF"/>
              </a:highlight>
              <a:latin typeface="Roboto"/>
              <a:ea typeface="Roboto"/>
              <a:cs typeface="Roboto"/>
              <a:sym typeface="Roboto"/>
            </a:endParaRPr>
          </a:p>
        </p:txBody>
      </p:sp>
    </p:spTree>
    <p:extLst>
      <p:ext uri="{BB962C8B-B14F-4D97-AF65-F5344CB8AC3E}">
        <p14:creationId xmlns:p14="http://schemas.microsoft.com/office/powerpoint/2010/main" val="1025084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body" idx="1"/>
          </p:nvPr>
        </p:nvSpPr>
        <p:spPr>
          <a:xfrm>
            <a:off x="373969" y="310530"/>
            <a:ext cx="11444100" cy="627300"/>
          </a:xfrm>
          <a:prstGeom prst="rect">
            <a:avLst/>
          </a:prstGeom>
          <a:noFill/>
          <a:ln>
            <a:noFill/>
          </a:ln>
        </p:spPr>
        <p:txBody>
          <a:bodyPr spcFirstLastPara="1" wrap="square" lIns="91425" tIns="45700" rIns="91425" bIns="45700" anchor="t" anchorCtr="0">
            <a:noAutofit/>
          </a:bodyPr>
          <a:lstStyle/>
          <a:p>
            <a:pPr marL="0" indent="0">
              <a:spcBef>
                <a:spcPts val="0"/>
              </a:spcBef>
            </a:pPr>
            <a:r>
              <a:rPr lang="en-US" dirty="0"/>
              <a:t>Usage of Flow</a:t>
            </a:r>
          </a:p>
          <a:p>
            <a:pPr marL="0" lvl="0" indent="0" algn="ctr" rtl="0">
              <a:lnSpc>
                <a:spcPct val="90000"/>
              </a:lnSpc>
              <a:spcBef>
                <a:spcPts val="0"/>
              </a:spcBef>
              <a:spcAft>
                <a:spcPts val="0"/>
              </a:spcAft>
              <a:buClr>
                <a:schemeClr val="accent2"/>
              </a:buClr>
              <a:buSzPts val="4000"/>
              <a:buNone/>
            </a:pPr>
            <a:endParaRPr lang="en-US" dirty="0"/>
          </a:p>
        </p:txBody>
      </p:sp>
      <p:sp>
        <p:nvSpPr>
          <p:cNvPr id="204" name="Google Shape;204;p21"/>
          <p:cNvSpPr txBox="1">
            <a:spLocks noGrp="1"/>
          </p:cNvSpPr>
          <p:nvPr>
            <p:ph type="body" idx="2"/>
          </p:nvPr>
        </p:nvSpPr>
        <p:spPr>
          <a:xfrm>
            <a:off x="500579" y="1285463"/>
            <a:ext cx="11522700" cy="4835400"/>
          </a:xfrm>
          <a:prstGeom prst="rect">
            <a:avLst/>
          </a:prstGeom>
          <a:noFill/>
          <a:ln>
            <a:noFill/>
          </a:ln>
        </p:spPr>
        <p:txBody>
          <a:bodyPr spcFirstLastPara="1" wrap="square" lIns="91425" tIns="45700" rIns="91425" bIns="45700" anchor="t" anchorCtr="0">
            <a:noAutofit/>
          </a:bodyPr>
          <a:lstStyle/>
          <a:p>
            <a:pPr marL="463550" indent="-285750">
              <a:lnSpc>
                <a:spcPct val="150000"/>
              </a:lnSpc>
              <a:spcBef>
                <a:spcPts val="0"/>
              </a:spcBef>
            </a:pPr>
            <a:r>
              <a:rPr lang="en-US" sz="1800" dirty="0">
                <a:solidFill>
                  <a:srgbClr val="3C4043"/>
                </a:solidFill>
                <a:highlight>
                  <a:srgbClr val="FFFFFF"/>
                </a:highlight>
                <a:latin typeface="Roboto"/>
                <a:ea typeface="Roboto"/>
              </a:rPr>
              <a:t>Automate a guided visual experience.</a:t>
            </a:r>
          </a:p>
          <a:p>
            <a:pPr marL="463550" indent="-285750">
              <a:lnSpc>
                <a:spcPct val="150000"/>
              </a:lnSpc>
              <a:spcBef>
                <a:spcPts val="0"/>
              </a:spcBef>
            </a:pPr>
            <a:r>
              <a:rPr lang="en-US" sz="1800" dirty="0">
                <a:solidFill>
                  <a:srgbClr val="3C4043"/>
                </a:solidFill>
                <a:highlight>
                  <a:srgbClr val="FFFFFF"/>
                </a:highlight>
                <a:latin typeface="Roboto"/>
                <a:ea typeface="Roboto"/>
              </a:rPr>
              <a:t>Add more functionality for a behind-the-scenes process than is available in Process Builder. Use Flow Builder to build the more complex functionality. Then call the resulting flow from the process.</a:t>
            </a:r>
          </a:p>
          <a:p>
            <a:pPr marL="463550" indent="-285750">
              <a:lnSpc>
                <a:spcPct val="150000"/>
              </a:lnSpc>
              <a:spcBef>
                <a:spcPts val="0"/>
              </a:spcBef>
            </a:pPr>
            <a:r>
              <a:rPr lang="en-US" sz="1800" dirty="0">
                <a:solidFill>
                  <a:srgbClr val="3C4043"/>
                </a:solidFill>
                <a:highlight>
                  <a:srgbClr val="FFFFFF"/>
                </a:highlight>
                <a:latin typeface="Roboto"/>
                <a:ea typeface="Roboto"/>
              </a:rPr>
              <a:t>Start a behind-the-scenes business process:</a:t>
            </a:r>
          </a:p>
          <a:p>
            <a:pPr marL="920750" lvl="2" indent="-285750">
              <a:lnSpc>
                <a:spcPct val="150000"/>
              </a:lnSpc>
              <a:spcBef>
                <a:spcPts val="0"/>
              </a:spcBef>
              <a:buSzPts val="2800"/>
            </a:pPr>
            <a:r>
              <a:rPr lang="en-US" sz="1400" dirty="0">
                <a:solidFill>
                  <a:srgbClr val="3C4043"/>
                </a:solidFill>
                <a:highlight>
                  <a:srgbClr val="FFFFFF"/>
                </a:highlight>
                <a:latin typeface="Roboto"/>
                <a:ea typeface="Roboto"/>
              </a:rPr>
              <a:t>When a user clicks something, like a button</a:t>
            </a:r>
          </a:p>
          <a:p>
            <a:pPr marL="920750" lvl="2" indent="-285750">
              <a:lnSpc>
                <a:spcPct val="150000"/>
              </a:lnSpc>
              <a:spcBef>
                <a:spcPts val="0"/>
              </a:spcBef>
              <a:buSzPts val="2800"/>
            </a:pPr>
            <a:r>
              <a:rPr lang="en-US" sz="1400" dirty="0">
                <a:solidFill>
                  <a:srgbClr val="3C4043"/>
                </a:solidFill>
                <a:highlight>
                  <a:srgbClr val="FFFFFF"/>
                </a:highlight>
                <a:latin typeface="Roboto"/>
                <a:ea typeface="Roboto"/>
              </a:rPr>
              <a:t>When a record is created</a:t>
            </a:r>
          </a:p>
          <a:p>
            <a:pPr marL="920750" lvl="2" indent="-285750">
              <a:lnSpc>
                <a:spcPct val="150000"/>
              </a:lnSpc>
              <a:spcBef>
                <a:spcPts val="0"/>
              </a:spcBef>
              <a:buSzPts val="2800"/>
            </a:pPr>
            <a:r>
              <a:rPr lang="en-US" sz="1400" dirty="0">
                <a:solidFill>
                  <a:srgbClr val="3C4043"/>
                </a:solidFill>
                <a:highlight>
                  <a:srgbClr val="FFFFFF"/>
                </a:highlight>
                <a:latin typeface="Roboto"/>
                <a:ea typeface="Roboto"/>
              </a:rPr>
              <a:t>When a record is updated</a:t>
            </a:r>
          </a:p>
          <a:p>
            <a:pPr marL="920750" lvl="2" indent="-285750">
              <a:lnSpc>
                <a:spcPct val="150000"/>
              </a:lnSpc>
              <a:spcBef>
                <a:spcPts val="0"/>
              </a:spcBef>
              <a:buSzPts val="2800"/>
            </a:pPr>
            <a:r>
              <a:rPr lang="en-US" sz="1400" dirty="0">
                <a:solidFill>
                  <a:srgbClr val="3C4043"/>
                </a:solidFill>
                <a:highlight>
                  <a:srgbClr val="FFFFFF"/>
                </a:highlight>
                <a:latin typeface="Roboto"/>
                <a:ea typeface="Roboto"/>
              </a:rPr>
              <a:t>When a platform event occurs</a:t>
            </a:r>
          </a:p>
          <a:p>
            <a:pPr marL="920750" lvl="2" indent="-285750">
              <a:lnSpc>
                <a:spcPct val="150000"/>
              </a:lnSpc>
              <a:spcBef>
                <a:spcPts val="0"/>
              </a:spcBef>
              <a:buSzPts val="2800"/>
            </a:pPr>
            <a:r>
              <a:rPr lang="en-US" sz="1400" dirty="0">
                <a:solidFill>
                  <a:srgbClr val="3C4043"/>
                </a:solidFill>
                <a:highlight>
                  <a:srgbClr val="FFFFFF"/>
                </a:highlight>
                <a:latin typeface="Roboto"/>
                <a:ea typeface="Roboto"/>
              </a:rPr>
              <a:t>At a specified time and frequency</a:t>
            </a:r>
          </a:p>
          <a:p>
            <a:pPr marL="463550" indent="-285750">
              <a:lnSpc>
                <a:spcPct val="150000"/>
              </a:lnSpc>
              <a:spcBef>
                <a:spcPts val="0"/>
              </a:spcBef>
            </a:pPr>
            <a:r>
              <a:rPr lang="en-US" sz="1800" dirty="0">
                <a:solidFill>
                  <a:srgbClr val="3C4043"/>
                </a:solidFill>
                <a:highlight>
                  <a:srgbClr val="FFFFFF"/>
                </a:highlight>
                <a:latin typeface="Roboto"/>
                <a:ea typeface="Roboto"/>
              </a:rPr>
              <a:t>For example, when an opportunity is won, your company wants a renewal opportunity to be created automatically. </a:t>
            </a:r>
            <a:endParaRPr sz="1800" dirty="0">
              <a:solidFill>
                <a:srgbClr val="3C4043"/>
              </a:solidFill>
              <a:highlight>
                <a:srgbClr val="FFFFFF"/>
              </a:highlight>
              <a:latin typeface="Roboto"/>
              <a:ea typeface="Roboto"/>
              <a:sym typeface="Roboto"/>
            </a:endParaRPr>
          </a:p>
          <a:p>
            <a:pPr marL="463550" lvl="0" indent="-285750">
              <a:lnSpc>
                <a:spcPct val="150000"/>
              </a:lnSpc>
              <a:spcBef>
                <a:spcPts val="0"/>
              </a:spcBef>
            </a:pPr>
            <a:endParaRPr sz="1800" dirty="0">
              <a:solidFill>
                <a:srgbClr val="3C4043"/>
              </a:solidFill>
              <a:highlight>
                <a:srgbClr val="FFFFFF"/>
              </a:highlight>
              <a:latin typeface="Roboto"/>
              <a:ea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050" dirty="0">
              <a:solidFill>
                <a:srgbClr val="3C4043"/>
              </a:solidFill>
              <a:highlight>
                <a:srgbClr val="FFFFFF"/>
              </a:highlight>
              <a:latin typeface="Roboto"/>
              <a:ea typeface="Roboto"/>
              <a:cs typeface="Roboto"/>
              <a:sym typeface="Roboto"/>
            </a:endParaRPr>
          </a:p>
        </p:txBody>
      </p:sp>
    </p:spTree>
    <p:extLst>
      <p:ext uri="{BB962C8B-B14F-4D97-AF65-F5344CB8AC3E}">
        <p14:creationId xmlns:p14="http://schemas.microsoft.com/office/powerpoint/2010/main" val="3177562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body" idx="1"/>
          </p:nvPr>
        </p:nvSpPr>
        <p:spPr>
          <a:xfrm>
            <a:off x="373969" y="310530"/>
            <a:ext cx="11444100" cy="627300"/>
          </a:xfrm>
          <a:prstGeom prst="rect">
            <a:avLst/>
          </a:prstGeom>
          <a:noFill/>
          <a:ln>
            <a:noFill/>
          </a:ln>
        </p:spPr>
        <p:txBody>
          <a:bodyPr spcFirstLastPara="1" wrap="square" lIns="91425" tIns="45700" rIns="91425" bIns="45700" anchor="t" anchorCtr="0">
            <a:noAutofit/>
          </a:bodyPr>
          <a:lstStyle/>
          <a:p>
            <a:pPr marL="0" indent="0">
              <a:spcBef>
                <a:spcPts val="0"/>
              </a:spcBef>
            </a:pPr>
            <a:r>
              <a:rPr lang="en-US" dirty="0"/>
              <a:t>Which Automation Tool Is Right for My Use Case?</a:t>
            </a:r>
          </a:p>
          <a:p>
            <a:pPr marL="0" lvl="0" indent="0" algn="ctr" rtl="0">
              <a:lnSpc>
                <a:spcPct val="90000"/>
              </a:lnSpc>
              <a:spcBef>
                <a:spcPts val="0"/>
              </a:spcBef>
              <a:spcAft>
                <a:spcPts val="0"/>
              </a:spcAft>
              <a:buClr>
                <a:schemeClr val="accent2"/>
              </a:buClr>
              <a:buSzPts val="4000"/>
              <a:buNone/>
            </a:pPr>
            <a:endParaRPr lang="en-US" dirty="0"/>
          </a:p>
        </p:txBody>
      </p:sp>
      <p:sp>
        <p:nvSpPr>
          <p:cNvPr id="204" name="Google Shape;204;p21"/>
          <p:cNvSpPr txBox="1">
            <a:spLocks noGrp="1"/>
          </p:cNvSpPr>
          <p:nvPr>
            <p:ph type="body" idx="2"/>
          </p:nvPr>
        </p:nvSpPr>
        <p:spPr>
          <a:xfrm>
            <a:off x="500579" y="1285463"/>
            <a:ext cx="11522700" cy="4835400"/>
          </a:xfrm>
          <a:prstGeom prst="rect">
            <a:avLst/>
          </a:prstGeom>
          <a:noFill/>
          <a:ln>
            <a:noFill/>
          </a:ln>
        </p:spPr>
        <p:txBody>
          <a:bodyPr spcFirstLastPara="1" wrap="square" lIns="91425" tIns="45700" rIns="91425" bIns="45700" anchor="t" anchorCtr="0">
            <a:noAutofit/>
          </a:bodyPr>
          <a:lstStyle/>
          <a:p>
            <a:pPr marL="463550" lvl="0" indent="-285750">
              <a:lnSpc>
                <a:spcPct val="150000"/>
              </a:lnSpc>
              <a:spcBef>
                <a:spcPts val="0"/>
              </a:spcBef>
            </a:pPr>
            <a:r>
              <a:rPr lang="en-US" sz="1800" dirty="0">
                <a:solidFill>
                  <a:srgbClr val="3C4043"/>
                </a:solidFill>
                <a:highlight>
                  <a:srgbClr val="FFFFFF"/>
                </a:highlight>
                <a:latin typeface="Roboto"/>
                <a:ea typeface="Roboto"/>
              </a:rPr>
              <a:t>When it’s all said and done, a process-driven experience isn’t backed by only one process. It’s a combination of all the business processes in your org that can impact your customer. Each business process typically falls into one of these camps.</a:t>
            </a:r>
          </a:p>
          <a:p>
            <a:pPr marL="463550" lvl="0" indent="-285750">
              <a:lnSpc>
                <a:spcPct val="150000"/>
              </a:lnSpc>
              <a:spcBef>
                <a:spcPts val="0"/>
              </a:spcBef>
            </a:pPr>
            <a:endParaRPr sz="1800" dirty="0">
              <a:solidFill>
                <a:srgbClr val="3C4043"/>
              </a:solidFill>
              <a:highlight>
                <a:srgbClr val="FFFFFF"/>
              </a:highlight>
              <a:latin typeface="Roboto"/>
              <a:ea typeface="Roboto"/>
              <a:sym typeface="Roboto"/>
            </a:endParaRPr>
          </a:p>
          <a:p>
            <a:pPr marL="463550" lvl="0" indent="-285750">
              <a:lnSpc>
                <a:spcPct val="150000"/>
              </a:lnSpc>
              <a:spcBef>
                <a:spcPts val="0"/>
              </a:spcBef>
            </a:pPr>
            <a:endParaRPr sz="1800" dirty="0">
              <a:solidFill>
                <a:srgbClr val="3C4043"/>
              </a:solidFill>
              <a:highlight>
                <a:srgbClr val="FFFFFF"/>
              </a:highlight>
              <a:latin typeface="Roboto"/>
              <a:ea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050" dirty="0">
              <a:solidFill>
                <a:srgbClr val="3C4043"/>
              </a:solidFill>
              <a:highlight>
                <a:srgbClr val="FFFFFF"/>
              </a:highlight>
              <a:latin typeface="Roboto"/>
              <a:ea typeface="Roboto"/>
              <a:cs typeface="Roboto"/>
              <a:sym typeface="Roboto"/>
            </a:endParaRPr>
          </a:p>
        </p:txBody>
      </p:sp>
      <p:pic>
        <p:nvPicPr>
          <p:cNvPr id="3" name="Picture 2">
            <a:extLst>
              <a:ext uri="{FF2B5EF4-FFF2-40B4-BE49-F238E27FC236}">
                <a16:creationId xmlns:a16="http://schemas.microsoft.com/office/drawing/2014/main" id="{1F56E94D-57FF-4161-B2C0-52D87AC13FE2}"/>
              </a:ext>
            </a:extLst>
          </p:cNvPr>
          <p:cNvPicPr>
            <a:picLocks noChangeAspect="1"/>
          </p:cNvPicPr>
          <p:nvPr/>
        </p:nvPicPr>
        <p:blipFill>
          <a:blip r:embed="rId3"/>
          <a:stretch>
            <a:fillRect/>
          </a:stretch>
        </p:blipFill>
        <p:spPr>
          <a:xfrm>
            <a:off x="1937897" y="2875890"/>
            <a:ext cx="8316206" cy="3019425"/>
          </a:xfrm>
          <a:prstGeom prst="rect">
            <a:avLst/>
          </a:prstGeom>
        </p:spPr>
      </p:pic>
    </p:spTree>
    <p:extLst>
      <p:ext uri="{BB962C8B-B14F-4D97-AF65-F5344CB8AC3E}">
        <p14:creationId xmlns:p14="http://schemas.microsoft.com/office/powerpoint/2010/main" val="2999523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2A50E3C-96C0-4801-8578-FB4C62DCBE82}"/>
              </a:ext>
            </a:extLst>
          </p:cNvPr>
          <p:cNvSpPr>
            <a:spLocks noGrp="1"/>
          </p:cNvSpPr>
          <p:nvPr>
            <p:ph type="body" idx="1"/>
          </p:nvPr>
        </p:nvSpPr>
        <p:spPr/>
        <p:txBody>
          <a:bodyPr/>
          <a:lstStyle/>
          <a:p>
            <a:r>
              <a:rPr lang="en-US" dirty="0"/>
              <a:t>Which Automation Tool Is Right for My Use Case?</a:t>
            </a:r>
          </a:p>
          <a:p>
            <a:endParaRPr lang="en-IN" dirty="0"/>
          </a:p>
        </p:txBody>
      </p:sp>
      <p:sp>
        <p:nvSpPr>
          <p:cNvPr id="3" name="Text Placeholder 2">
            <a:extLst>
              <a:ext uri="{FF2B5EF4-FFF2-40B4-BE49-F238E27FC236}">
                <a16:creationId xmlns:a16="http://schemas.microsoft.com/office/drawing/2014/main" id="{5BFD8003-CFEE-4912-8F7C-2EBD648ADE62}"/>
              </a:ext>
            </a:extLst>
          </p:cNvPr>
          <p:cNvSpPr>
            <a:spLocks noGrp="1"/>
          </p:cNvSpPr>
          <p:nvPr>
            <p:ph type="body" idx="2"/>
          </p:nvPr>
        </p:nvSpPr>
        <p:spPr/>
        <p:txBody>
          <a:bodyPr/>
          <a:lstStyle/>
          <a:p>
            <a:r>
              <a:rPr lang="en-US" dirty="0"/>
              <a:t>Outbound message – Workflow/Flow (new feature winter 22)</a:t>
            </a:r>
          </a:p>
          <a:p>
            <a:pPr marL="50800" indent="0">
              <a:buNone/>
            </a:pPr>
            <a:r>
              <a:rPr lang="en-US" dirty="0"/>
              <a:t>Available as core action in flow for record triggered flow</a:t>
            </a:r>
          </a:p>
          <a:p>
            <a:pPr marL="50800" indent="0">
              <a:buNone/>
            </a:pPr>
            <a:r>
              <a:rPr lang="en-US" dirty="0"/>
              <a:t> - Create Outbound Message on an Object, say Account</a:t>
            </a:r>
          </a:p>
          <a:p>
            <a:pPr marL="50800" indent="0">
              <a:buNone/>
            </a:pPr>
            <a:r>
              <a:rPr lang="en-US" dirty="0"/>
              <a:t> - Create record trigger flow optimized for Actions and Related Records for object selected in previous step</a:t>
            </a:r>
          </a:p>
          <a:p>
            <a:pPr>
              <a:buFontTx/>
              <a:buChar char="-"/>
            </a:pPr>
            <a:r>
              <a:rPr lang="en-US" dirty="0"/>
              <a:t>Add action from Elements (Interaction)</a:t>
            </a:r>
          </a:p>
          <a:p>
            <a:pPr>
              <a:buFontTx/>
              <a:buChar char="-"/>
            </a:pPr>
            <a:r>
              <a:rPr lang="en-US" dirty="0"/>
              <a:t>Now, Outbound Message is available in core action</a:t>
            </a:r>
          </a:p>
          <a:p>
            <a:pPr marL="50800" indent="0">
              <a:buNone/>
            </a:pPr>
            <a:endParaRPr lang="en-IN" dirty="0"/>
          </a:p>
        </p:txBody>
      </p:sp>
    </p:spTree>
    <p:extLst>
      <p:ext uri="{BB962C8B-B14F-4D97-AF65-F5344CB8AC3E}">
        <p14:creationId xmlns:p14="http://schemas.microsoft.com/office/powerpoint/2010/main" val="16024469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2A50E3C-96C0-4801-8578-FB4C62DCBE82}"/>
              </a:ext>
            </a:extLst>
          </p:cNvPr>
          <p:cNvSpPr>
            <a:spLocks noGrp="1"/>
          </p:cNvSpPr>
          <p:nvPr>
            <p:ph type="body" idx="1"/>
          </p:nvPr>
        </p:nvSpPr>
        <p:spPr/>
        <p:txBody>
          <a:bodyPr/>
          <a:lstStyle/>
          <a:p>
            <a:r>
              <a:rPr lang="en-US" dirty="0"/>
              <a:t>Which Automation Tool Is Right for My Use Case?</a:t>
            </a:r>
          </a:p>
          <a:p>
            <a:endParaRPr lang="en-IN" dirty="0"/>
          </a:p>
        </p:txBody>
      </p:sp>
      <p:sp>
        <p:nvSpPr>
          <p:cNvPr id="3" name="Text Placeholder 2">
            <a:extLst>
              <a:ext uri="{FF2B5EF4-FFF2-40B4-BE49-F238E27FC236}">
                <a16:creationId xmlns:a16="http://schemas.microsoft.com/office/drawing/2014/main" id="{5BFD8003-CFEE-4912-8F7C-2EBD648ADE62}"/>
              </a:ext>
            </a:extLst>
          </p:cNvPr>
          <p:cNvSpPr>
            <a:spLocks noGrp="1"/>
          </p:cNvSpPr>
          <p:nvPr>
            <p:ph type="body" idx="2"/>
          </p:nvPr>
        </p:nvSpPr>
        <p:spPr/>
        <p:txBody>
          <a:bodyPr/>
          <a:lstStyle/>
          <a:p>
            <a:pPr marL="50800" indent="0">
              <a:buNone/>
            </a:pPr>
            <a:endParaRPr lang="en-IN" dirty="0"/>
          </a:p>
        </p:txBody>
      </p:sp>
      <p:pic>
        <p:nvPicPr>
          <p:cNvPr id="5" name="Picture 4">
            <a:extLst>
              <a:ext uri="{FF2B5EF4-FFF2-40B4-BE49-F238E27FC236}">
                <a16:creationId xmlns:a16="http://schemas.microsoft.com/office/drawing/2014/main" id="{F016451F-9905-4B9C-8499-4533619AC71E}"/>
              </a:ext>
            </a:extLst>
          </p:cNvPr>
          <p:cNvPicPr>
            <a:picLocks noChangeAspect="1"/>
          </p:cNvPicPr>
          <p:nvPr/>
        </p:nvPicPr>
        <p:blipFill>
          <a:blip r:embed="rId2"/>
          <a:stretch>
            <a:fillRect/>
          </a:stretch>
        </p:blipFill>
        <p:spPr>
          <a:xfrm>
            <a:off x="373969" y="1383937"/>
            <a:ext cx="11747477" cy="5267325"/>
          </a:xfrm>
          <a:prstGeom prst="rect">
            <a:avLst/>
          </a:prstGeom>
        </p:spPr>
      </p:pic>
    </p:spTree>
    <p:extLst>
      <p:ext uri="{BB962C8B-B14F-4D97-AF65-F5344CB8AC3E}">
        <p14:creationId xmlns:p14="http://schemas.microsoft.com/office/powerpoint/2010/main" val="3176815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body" idx="1"/>
          </p:nvPr>
        </p:nvSpPr>
        <p:spPr>
          <a:xfrm>
            <a:off x="373969" y="268326"/>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dirty="0"/>
              <a:t>Resources</a:t>
            </a:r>
          </a:p>
        </p:txBody>
      </p:sp>
      <p:sp>
        <p:nvSpPr>
          <p:cNvPr id="204" name="Google Shape;204;p21"/>
          <p:cNvSpPr txBox="1">
            <a:spLocks noGrp="1"/>
          </p:cNvSpPr>
          <p:nvPr>
            <p:ph type="body" idx="2"/>
          </p:nvPr>
        </p:nvSpPr>
        <p:spPr>
          <a:xfrm>
            <a:off x="500579" y="1285463"/>
            <a:ext cx="11522700" cy="4835400"/>
          </a:xfrm>
          <a:prstGeom prst="rect">
            <a:avLst/>
          </a:prstGeom>
          <a:noFill/>
          <a:ln>
            <a:noFill/>
          </a:ln>
        </p:spPr>
        <p:txBody>
          <a:bodyPr spcFirstLastPara="1" wrap="square" lIns="91425" tIns="45700" rIns="91425" bIns="45700" anchor="t" anchorCtr="0">
            <a:noAutofit/>
          </a:bodyPr>
          <a:lstStyle/>
          <a:p>
            <a:pPr marL="228605" lvl="0" indent="-50805">
              <a:lnSpc>
                <a:spcPct val="150000"/>
              </a:lnSpc>
              <a:spcBef>
                <a:spcPts val="0"/>
              </a:spcBef>
              <a:buNone/>
            </a:pPr>
            <a:endParaRPr lang="en-US" sz="1800" dirty="0">
              <a:solidFill>
                <a:srgbClr val="3C4043"/>
              </a:solidFill>
              <a:highlight>
                <a:srgbClr val="FFFFFF"/>
              </a:highlight>
              <a:latin typeface="Roboto"/>
              <a:ea typeface="Roboto"/>
            </a:endParaRPr>
          </a:p>
          <a:p>
            <a:pPr marL="228605" lvl="0" indent="-50805">
              <a:lnSpc>
                <a:spcPct val="150000"/>
              </a:lnSpc>
              <a:spcBef>
                <a:spcPts val="0"/>
              </a:spcBef>
              <a:buNone/>
            </a:pPr>
            <a:endParaRPr sz="1800" dirty="0">
              <a:solidFill>
                <a:srgbClr val="3C4043"/>
              </a:solidFill>
              <a:highlight>
                <a:srgbClr val="FFFFFF"/>
              </a:highlight>
              <a:latin typeface="Roboto"/>
              <a:ea typeface="Roboto"/>
              <a:sym typeface="Roboto"/>
            </a:endParaRPr>
          </a:p>
          <a:p>
            <a:pPr marL="228605" lvl="0" indent="-50805">
              <a:lnSpc>
                <a:spcPct val="150000"/>
              </a:lnSpc>
              <a:spcBef>
                <a:spcPts val="0"/>
              </a:spcBef>
              <a:buNone/>
            </a:pPr>
            <a:endParaRPr sz="1800" dirty="0">
              <a:solidFill>
                <a:srgbClr val="3C4043"/>
              </a:solidFill>
              <a:highlight>
                <a:srgbClr val="FFFFFF"/>
              </a:highlight>
              <a:latin typeface="Roboto"/>
              <a:ea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050" dirty="0">
              <a:solidFill>
                <a:srgbClr val="3C4043"/>
              </a:solidFill>
              <a:highlight>
                <a:srgbClr val="FFFFFF"/>
              </a:highlight>
              <a:latin typeface="Roboto"/>
              <a:ea typeface="Roboto"/>
              <a:cs typeface="Roboto"/>
              <a:sym typeface="Roboto"/>
            </a:endParaRPr>
          </a:p>
        </p:txBody>
      </p:sp>
      <p:sp>
        <p:nvSpPr>
          <p:cNvPr id="2" name="TextBox 1">
            <a:extLst>
              <a:ext uri="{FF2B5EF4-FFF2-40B4-BE49-F238E27FC236}">
                <a16:creationId xmlns:a16="http://schemas.microsoft.com/office/drawing/2014/main" id="{8C84678A-F679-405A-B589-DF3040439110}"/>
              </a:ext>
            </a:extLst>
          </p:cNvPr>
          <p:cNvSpPr txBox="1"/>
          <p:nvPr/>
        </p:nvSpPr>
        <p:spPr>
          <a:xfrm>
            <a:off x="500580" y="1247793"/>
            <a:ext cx="10902844" cy="4616648"/>
          </a:xfrm>
          <a:prstGeom prst="rect">
            <a:avLst/>
          </a:prstGeom>
          <a:noFill/>
        </p:spPr>
        <p:txBody>
          <a:bodyPr wrap="square" rtlCol="0">
            <a:spAutoFit/>
          </a:bodyPr>
          <a:lstStyle/>
          <a:p>
            <a:pPr marL="463550" indent="-285750">
              <a:lnSpc>
                <a:spcPct val="150000"/>
              </a:lnSpc>
              <a:buClr>
                <a:srgbClr val="3F3F3F"/>
              </a:buClr>
              <a:buSzPts val="2800"/>
              <a:buFont typeface="Arial" panose="020B0604020202020204" pitchFamily="34" charset="0"/>
              <a:buChar char="•"/>
            </a:pPr>
            <a:endParaRPr lang="en-US" sz="1800" dirty="0">
              <a:solidFill>
                <a:srgbClr val="3C4043"/>
              </a:solidFill>
              <a:highlight>
                <a:srgbClr val="FFFFFF"/>
              </a:highlight>
              <a:latin typeface="Roboto"/>
              <a:ea typeface="Roboto"/>
              <a:cs typeface="Calibri"/>
              <a:sym typeface="Calibri"/>
            </a:endParaRPr>
          </a:p>
          <a:p>
            <a:pPr marL="463550" indent="-285750">
              <a:lnSpc>
                <a:spcPct val="150000"/>
              </a:lnSpc>
              <a:buClr>
                <a:srgbClr val="3F3F3F"/>
              </a:buClr>
              <a:buSzPts val="2800"/>
              <a:buFont typeface="Arial" panose="020B0604020202020204" pitchFamily="34" charset="0"/>
              <a:buChar char="•"/>
            </a:pPr>
            <a:r>
              <a:rPr lang="en-US" sz="1800" dirty="0">
                <a:solidFill>
                  <a:srgbClr val="3C4043"/>
                </a:solidFill>
                <a:highlight>
                  <a:srgbClr val="FFFFFF"/>
                </a:highlight>
                <a:latin typeface="Roboto"/>
                <a:ea typeface="Roboto"/>
                <a:cs typeface="Calibri"/>
                <a:sym typeface="Calibri"/>
              </a:rPr>
              <a:t>Each resource represents a value that you can reference throughout the flow.</a:t>
            </a:r>
          </a:p>
          <a:p>
            <a:pPr marL="463550" indent="-285750">
              <a:lnSpc>
                <a:spcPct val="150000"/>
              </a:lnSpc>
              <a:buClr>
                <a:srgbClr val="3F3F3F"/>
              </a:buClr>
              <a:buSzPts val="2800"/>
              <a:buFont typeface="Arial" panose="020B0604020202020204" pitchFamily="34" charset="0"/>
              <a:buChar char="•"/>
            </a:pPr>
            <a:endParaRPr lang="en-US" sz="1800" dirty="0">
              <a:solidFill>
                <a:srgbClr val="3C4043"/>
              </a:solidFill>
              <a:highlight>
                <a:srgbClr val="FFFFFF"/>
              </a:highlight>
              <a:latin typeface="Roboto"/>
              <a:ea typeface="Roboto"/>
              <a:cs typeface="Calibri"/>
              <a:sym typeface="Calibri"/>
            </a:endParaRPr>
          </a:p>
          <a:p>
            <a:pPr marL="177800">
              <a:lnSpc>
                <a:spcPct val="150000"/>
              </a:lnSpc>
              <a:buClr>
                <a:srgbClr val="3F3F3F"/>
              </a:buClr>
              <a:buSzPts val="2800"/>
            </a:pPr>
            <a:r>
              <a:rPr lang="en-US" sz="1800" b="1" dirty="0">
                <a:solidFill>
                  <a:srgbClr val="3C4043"/>
                </a:solidFill>
                <a:highlight>
                  <a:srgbClr val="FFFFFF"/>
                </a:highlight>
                <a:latin typeface="Roboto"/>
                <a:ea typeface="Roboto"/>
                <a:cs typeface="Calibri"/>
                <a:sym typeface="Calibri"/>
              </a:rPr>
              <a:t>Steps to Create Resource</a:t>
            </a:r>
          </a:p>
          <a:p>
            <a:pPr marL="463550" indent="-285750" fontAlgn="base">
              <a:lnSpc>
                <a:spcPct val="150000"/>
              </a:lnSpc>
              <a:buClr>
                <a:srgbClr val="3F3F3F"/>
              </a:buClr>
              <a:buSzPts val="2800"/>
              <a:buFont typeface="Arial" panose="020B0604020202020204" pitchFamily="34" charset="0"/>
              <a:buChar char="•"/>
            </a:pPr>
            <a:r>
              <a:rPr lang="en-US" sz="1800" dirty="0">
                <a:solidFill>
                  <a:srgbClr val="3C4043"/>
                </a:solidFill>
                <a:highlight>
                  <a:srgbClr val="FFFFFF"/>
                </a:highlight>
                <a:latin typeface="Roboto"/>
                <a:ea typeface="Roboto"/>
                <a:cs typeface="Calibri"/>
              </a:rPr>
              <a:t>In Flow Builder, the Manager tab displays the resources that are available in the flow.</a:t>
            </a:r>
          </a:p>
          <a:p>
            <a:pPr marL="463550" indent="-285750" fontAlgn="base">
              <a:lnSpc>
                <a:spcPct val="150000"/>
              </a:lnSpc>
              <a:buClr>
                <a:srgbClr val="3F3F3F"/>
              </a:buClr>
              <a:buSzPts val="2800"/>
              <a:buFont typeface="Arial" panose="020B0604020202020204" pitchFamily="34" charset="0"/>
              <a:buChar char="•"/>
            </a:pPr>
            <a:r>
              <a:rPr lang="en-US" sz="1800" dirty="0">
                <a:solidFill>
                  <a:srgbClr val="3C4043"/>
                </a:solidFill>
                <a:highlight>
                  <a:srgbClr val="FFFFFF"/>
                </a:highlight>
                <a:latin typeface="Roboto"/>
                <a:ea typeface="Roboto"/>
                <a:cs typeface="Calibri"/>
              </a:rPr>
              <a:t>You can create some resources by clicking New Resource. Some resources, such as global constants and global variables, are provided by the system. </a:t>
            </a:r>
          </a:p>
          <a:p>
            <a:pPr marL="463550" indent="-285750" fontAlgn="base">
              <a:lnSpc>
                <a:spcPct val="150000"/>
              </a:lnSpc>
              <a:buClr>
                <a:srgbClr val="3F3F3F"/>
              </a:buClr>
              <a:buSzPts val="2800"/>
              <a:buFont typeface="Arial" panose="020B0604020202020204" pitchFamily="34" charset="0"/>
              <a:buChar char="•"/>
            </a:pPr>
            <a:r>
              <a:rPr lang="en-US" sz="1800" dirty="0">
                <a:solidFill>
                  <a:srgbClr val="3C4043"/>
                </a:solidFill>
                <a:highlight>
                  <a:srgbClr val="FFFFFF"/>
                </a:highlight>
                <a:latin typeface="Roboto"/>
                <a:ea typeface="Roboto"/>
                <a:cs typeface="Calibri"/>
              </a:rPr>
              <a:t>Other resources are created when you add an element to a flow. </a:t>
            </a:r>
          </a:p>
          <a:p>
            <a:pPr marL="463550" indent="-285750" fontAlgn="base">
              <a:lnSpc>
                <a:spcPct val="150000"/>
              </a:lnSpc>
              <a:buClr>
                <a:srgbClr val="3F3F3F"/>
              </a:buClr>
              <a:buSzPts val="2800"/>
              <a:buFont typeface="Arial" panose="020B0604020202020204" pitchFamily="34" charset="0"/>
              <a:buChar char="•"/>
            </a:pPr>
            <a:r>
              <a:rPr lang="en-US" sz="1800" dirty="0">
                <a:solidFill>
                  <a:srgbClr val="3C4043"/>
                </a:solidFill>
                <a:highlight>
                  <a:srgbClr val="FFFFFF"/>
                </a:highlight>
                <a:latin typeface="Roboto"/>
                <a:ea typeface="Roboto"/>
                <a:cs typeface="Calibri"/>
              </a:rPr>
              <a:t>For example, when you add a Decision element, a resource for each decision outcome is created.</a:t>
            </a:r>
          </a:p>
          <a:p>
            <a:pPr marL="463550" indent="-285750" fontAlgn="base">
              <a:lnSpc>
                <a:spcPct val="150000"/>
              </a:lnSpc>
              <a:buClr>
                <a:srgbClr val="3F3F3F"/>
              </a:buClr>
              <a:buSzPts val="2800"/>
              <a:buFont typeface="Arial" panose="020B0604020202020204" pitchFamily="34" charset="0"/>
              <a:buChar char="•"/>
            </a:pPr>
            <a:endParaRPr lang="en-US" sz="1800" dirty="0">
              <a:solidFill>
                <a:srgbClr val="3C4043"/>
              </a:solidFill>
              <a:highlight>
                <a:srgbClr val="FFFFFF"/>
              </a:highlight>
              <a:latin typeface="Roboto"/>
              <a:ea typeface="Roboto"/>
              <a:cs typeface="Calibri"/>
            </a:endParaRPr>
          </a:p>
          <a:p>
            <a:pPr marL="463550" indent="-285750">
              <a:lnSpc>
                <a:spcPct val="150000"/>
              </a:lnSpc>
              <a:buClr>
                <a:srgbClr val="3F3F3F"/>
              </a:buClr>
              <a:buSzPts val="2800"/>
              <a:buFont typeface="Arial"/>
              <a:buChar char="•"/>
            </a:pPr>
            <a:endParaRPr lang="en-IN" sz="1800" dirty="0">
              <a:solidFill>
                <a:srgbClr val="3C4043"/>
              </a:solidFill>
              <a:highlight>
                <a:srgbClr val="FFFFFF"/>
              </a:highlight>
              <a:latin typeface="Roboto"/>
              <a:ea typeface="Roboto"/>
              <a:cs typeface="Calibri"/>
              <a:sym typeface="Calibri"/>
            </a:endParaRPr>
          </a:p>
        </p:txBody>
      </p:sp>
    </p:spTree>
    <p:extLst>
      <p:ext uri="{BB962C8B-B14F-4D97-AF65-F5344CB8AC3E}">
        <p14:creationId xmlns:p14="http://schemas.microsoft.com/office/powerpoint/2010/main" val="38602803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body" idx="1"/>
          </p:nvPr>
        </p:nvSpPr>
        <p:spPr>
          <a:xfrm>
            <a:off x="373969" y="268326"/>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dirty="0"/>
              <a:t>Resources</a:t>
            </a:r>
          </a:p>
        </p:txBody>
      </p:sp>
      <p:sp>
        <p:nvSpPr>
          <p:cNvPr id="204" name="Google Shape;204;p21"/>
          <p:cNvSpPr txBox="1">
            <a:spLocks noGrp="1"/>
          </p:cNvSpPr>
          <p:nvPr>
            <p:ph type="body" idx="2"/>
          </p:nvPr>
        </p:nvSpPr>
        <p:spPr>
          <a:xfrm>
            <a:off x="500579" y="1285463"/>
            <a:ext cx="11522700" cy="4835400"/>
          </a:xfrm>
          <a:prstGeom prst="rect">
            <a:avLst/>
          </a:prstGeom>
          <a:noFill/>
          <a:ln>
            <a:noFill/>
          </a:ln>
        </p:spPr>
        <p:txBody>
          <a:bodyPr spcFirstLastPara="1" wrap="square" lIns="91425" tIns="45700" rIns="91425" bIns="45700" anchor="t" anchorCtr="0">
            <a:noAutofit/>
          </a:bodyPr>
          <a:lstStyle/>
          <a:p>
            <a:pPr marL="228605" lvl="0" indent="-50805">
              <a:lnSpc>
                <a:spcPct val="150000"/>
              </a:lnSpc>
              <a:spcBef>
                <a:spcPts val="0"/>
              </a:spcBef>
              <a:buNone/>
            </a:pPr>
            <a:endParaRPr lang="en-US" sz="1800" dirty="0">
              <a:solidFill>
                <a:srgbClr val="3C4043"/>
              </a:solidFill>
              <a:highlight>
                <a:srgbClr val="FFFFFF"/>
              </a:highlight>
              <a:latin typeface="Roboto"/>
              <a:ea typeface="Roboto"/>
            </a:endParaRPr>
          </a:p>
          <a:p>
            <a:pPr marL="228605" lvl="0" indent="-50805">
              <a:lnSpc>
                <a:spcPct val="150000"/>
              </a:lnSpc>
              <a:spcBef>
                <a:spcPts val="0"/>
              </a:spcBef>
              <a:buNone/>
            </a:pPr>
            <a:endParaRPr sz="1800" dirty="0">
              <a:solidFill>
                <a:srgbClr val="3C4043"/>
              </a:solidFill>
              <a:highlight>
                <a:srgbClr val="FFFFFF"/>
              </a:highlight>
              <a:latin typeface="Roboto"/>
              <a:ea typeface="Roboto"/>
              <a:sym typeface="Roboto"/>
            </a:endParaRPr>
          </a:p>
          <a:p>
            <a:pPr marL="228605" lvl="0" indent="-50805">
              <a:lnSpc>
                <a:spcPct val="150000"/>
              </a:lnSpc>
              <a:spcBef>
                <a:spcPts val="0"/>
              </a:spcBef>
              <a:buNone/>
            </a:pPr>
            <a:endParaRPr sz="1800" dirty="0">
              <a:solidFill>
                <a:srgbClr val="3C4043"/>
              </a:solidFill>
              <a:highlight>
                <a:srgbClr val="FFFFFF"/>
              </a:highlight>
              <a:latin typeface="Roboto"/>
              <a:ea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050" dirty="0">
              <a:solidFill>
                <a:srgbClr val="3C4043"/>
              </a:solidFill>
              <a:highlight>
                <a:srgbClr val="FFFFFF"/>
              </a:highlight>
              <a:latin typeface="Roboto"/>
              <a:ea typeface="Roboto"/>
              <a:cs typeface="Roboto"/>
              <a:sym typeface="Roboto"/>
            </a:endParaRPr>
          </a:p>
        </p:txBody>
      </p:sp>
      <p:pic>
        <p:nvPicPr>
          <p:cNvPr id="4" name="Picture 3">
            <a:extLst>
              <a:ext uri="{FF2B5EF4-FFF2-40B4-BE49-F238E27FC236}">
                <a16:creationId xmlns:a16="http://schemas.microsoft.com/office/drawing/2014/main" id="{F4EC2FD2-0A7A-4AF2-AF30-373D966A8428}"/>
              </a:ext>
            </a:extLst>
          </p:cNvPr>
          <p:cNvPicPr>
            <a:picLocks noChangeAspect="1"/>
          </p:cNvPicPr>
          <p:nvPr/>
        </p:nvPicPr>
        <p:blipFill>
          <a:blip r:embed="rId3"/>
          <a:stretch>
            <a:fillRect/>
          </a:stretch>
        </p:blipFill>
        <p:spPr>
          <a:xfrm>
            <a:off x="600379" y="1011465"/>
            <a:ext cx="10991241" cy="5109398"/>
          </a:xfrm>
          <a:prstGeom prst="rect">
            <a:avLst/>
          </a:prstGeom>
        </p:spPr>
      </p:pic>
    </p:spTree>
    <p:extLst>
      <p:ext uri="{BB962C8B-B14F-4D97-AF65-F5344CB8AC3E}">
        <p14:creationId xmlns:p14="http://schemas.microsoft.com/office/powerpoint/2010/main" val="19713272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body" idx="1"/>
          </p:nvPr>
        </p:nvSpPr>
        <p:spPr>
          <a:xfrm>
            <a:off x="373969" y="268326"/>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dirty="0"/>
              <a:t>Types of Resources</a:t>
            </a:r>
          </a:p>
        </p:txBody>
      </p:sp>
      <p:sp>
        <p:nvSpPr>
          <p:cNvPr id="204" name="Google Shape;204;p21"/>
          <p:cNvSpPr txBox="1">
            <a:spLocks noGrp="1"/>
          </p:cNvSpPr>
          <p:nvPr>
            <p:ph type="body" idx="2"/>
          </p:nvPr>
        </p:nvSpPr>
        <p:spPr>
          <a:xfrm>
            <a:off x="500579" y="1285463"/>
            <a:ext cx="11522700" cy="4835400"/>
          </a:xfrm>
          <a:prstGeom prst="rect">
            <a:avLst/>
          </a:prstGeom>
          <a:noFill/>
          <a:ln>
            <a:noFill/>
          </a:ln>
        </p:spPr>
        <p:txBody>
          <a:bodyPr spcFirstLastPara="1" wrap="square" lIns="91425" tIns="45700" rIns="91425" bIns="45700" anchor="t" anchorCtr="0">
            <a:noAutofit/>
          </a:bodyPr>
          <a:lstStyle/>
          <a:p>
            <a:pPr marL="228605" lvl="0" indent="-50805">
              <a:lnSpc>
                <a:spcPct val="150000"/>
              </a:lnSpc>
              <a:spcBef>
                <a:spcPts val="0"/>
              </a:spcBef>
              <a:buNone/>
            </a:pPr>
            <a:endParaRPr lang="en-US" sz="1800" dirty="0">
              <a:solidFill>
                <a:srgbClr val="3C4043"/>
              </a:solidFill>
              <a:highlight>
                <a:srgbClr val="FFFFFF"/>
              </a:highlight>
              <a:latin typeface="Roboto"/>
              <a:ea typeface="Roboto"/>
            </a:endParaRPr>
          </a:p>
          <a:p>
            <a:pPr marL="228605" lvl="0" indent="-50805">
              <a:lnSpc>
                <a:spcPct val="150000"/>
              </a:lnSpc>
              <a:spcBef>
                <a:spcPts val="0"/>
              </a:spcBef>
              <a:buNone/>
            </a:pPr>
            <a:endParaRPr sz="1800" dirty="0">
              <a:solidFill>
                <a:srgbClr val="3C4043"/>
              </a:solidFill>
              <a:highlight>
                <a:srgbClr val="FFFFFF"/>
              </a:highlight>
              <a:latin typeface="Roboto"/>
              <a:ea typeface="Roboto"/>
              <a:sym typeface="Roboto"/>
            </a:endParaRPr>
          </a:p>
          <a:p>
            <a:pPr marL="228605" lvl="0" indent="-50805">
              <a:lnSpc>
                <a:spcPct val="150000"/>
              </a:lnSpc>
              <a:spcBef>
                <a:spcPts val="0"/>
              </a:spcBef>
              <a:buNone/>
            </a:pPr>
            <a:endParaRPr sz="1800" dirty="0">
              <a:solidFill>
                <a:srgbClr val="3C4043"/>
              </a:solidFill>
              <a:highlight>
                <a:srgbClr val="FFFFFF"/>
              </a:highlight>
              <a:latin typeface="Roboto"/>
              <a:ea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050" dirty="0">
              <a:solidFill>
                <a:srgbClr val="3C4043"/>
              </a:solidFill>
              <a:highlight>
                <a:srgbClr val="FFFFFF"/>
              </a:highlight>
              <a:latin typeface="Roboto"/>
              <a:ea typeface="Roboto"/>
              <a:cs typeface="Roboto"/>
              <a:sym typeface="Roboto"/>
            </a:endParaRPr>
          </a:p>
        </p:txBody>
      </p:sp>
      <p:pic>
        <p:nvPicPr>
          <p:cNvPr id="3" name="Picture 2">
            <a:extLst>
              <a:ext uri="{FF2B5EF4-FFF2-40B4-BE49-F238E27FC236}">
                <a16:creationId xmlns:a16="http://schemas.microsoft.com/office/drawing/2014/main" id="{CA7CA153-2364-4322-91D8-B8C947D11BDA}"/>
              </a:ext>
            </a:extLst>
          </p:cNvPr>
          <p:cNvPicPr>
            <a:picLocks noChangeAspect="1"/>
          </p:cNvPicPr>
          <p:nvPr/>
        </p:nvPicPr>
        <p:blipFill>
          <a:blip r:embed="rId3"/>
          <a:stretch>
            <a:fillRect/>
          </a:stretch>
        </p:blipFill>
        <p:spPr>
          <a:xfrm>
            <a:off x="733183" y="1234538"/>
            <a:ext cx="10282989" cy="4886325"/>
          </a:xfrm>
          <a:prstGeom prst="rect">
            <a:avLst/>
          </a:prstGeom>
        </p:spPr>
      </p:pic>
    </p:spTree>
    <p:extLst>
      <p:ext uri="{BB962C8B-B14F-4D97-AF65-F5344CB8AC3E}">
        <p14:creationId xmlns:p14="http://schemas.microsoft.com/office/powerpoint/2010/main" val="1535614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0"/>
          <p:cNvSpPr txBox="1">
            <a:spLocks noGrp="1"/>
          </p:cNvSpPr>
          <p:nvPr>
            <p:ph type="body" idx="1"/>
          </p:nvPr>
        </p:nvSpPr>
        <p:spPr>
          <a:xfrm>
            <a:off x="7824650" y="470489"/>
            <a:ext cx="4193179" cy="5799681"/>
          </a:xfrm>
          <a:prstGeom prst="rect">
            <a:avLst/>
          </a:prstGeom>
          <a:noFill/>
          <a:ln>
            <a:noFill/>
          </a:ln>
        </p:spPr>
        <p:txBody>
          <a:bodyPr spcFirstLastPara="1" wrap="square" lIns="91425" tIns="45700" rIns="91425" bIns="45700" anchor="t" anchorCtr="0">
            <a:noAutofit/>
          </a:bodyPr>
          <a:lstStyle/>
          <a:p>
            <a:pPr marL="228604" lvl="0" indent="-50804" algn="l" rtl="0">
              <a:lnSpc>
                <a:spcPct val="90000"/>
              </a:lnSpc>
              <a:spcBef>
                <a:spcPts val="0"/>
              </a:spcBef>
              <a:spcAft>
                <a:spcPts val="0"/>
              </a:spcAft>
              <a:buClr>
                <a:schemeClr val="lt1"/>
              </a:buClr>
              <a:buSzPts val="2800"/>
              <a:buNone/>
            </a:pPr>
            <a:endParaRPr/>
          </a:p>
        </p:txBody>
      </p:sp>
      <p:sp>
        <p:nvSpPr>
          <p:cNvPr id="259" name="Google Shape;259;p30"/>
          <p:cNvSpPr txBox="1">
            <a:spLocks noGrp="1"/>
          </p:cNvSpPr>
          <p:nvPr>
            <p:ph type="body" idx="2"/>
          </p:nvPr>
        </p:nvSpPr>
        <p:spPr>
          <a:xfrm>
            <a:off x="377406" y="900785"/>
            <a:ext cx="7067969" cy="5369385"/>
          </a:xfrm>
          <a:prstGeom prst="rect">
            <a:avLst/>
          </a:prstGeom>
          <a:noFill/>
          <a:ln>
            <a:noFill/>
          </a:ln>
        </p:spPr>
        <p:txBody>
          <a:bodyPr spcFirstLastPara="1" wrap="square" lIns="91425" tIns="45700" rIns="91425" bIns="45700" anchor="t" anchorCtr="0">
            <a:noAutofit/>
          </a:bodyPr>
          <a:lstStyle/>
          <a:p>
            <a:pPr marL="336550" indent="-285750" fontAlgn="base">
              <a:buSzPts val="2800"/>
            </a:pPr>
            <a:r>
              <a:rPr lang="en-US" sz="1800" dirty="0">
                <a:solidFill>
                  <a:srgbClr val="3C4043"/>
                </a:solidFill>
                <a:highlight>
                  <a:srgbClr val="FFFFFF"/>
                </a:highlight>
                <a:latin typeface="Roboto"/>
                <a:ea typeface="Roboto"/>
              </a:rPr>
              <a:t>Each element represents an action that the flow can execute. </a:t>
            </a:r>
          </a:p>
          <a:p>
            <a:pPr marL="336550" indent="-285750" fontAlgn="base">
              <a:buSzPts val="2800"/>
            </a:pPr>
            <a:r>
              <a:rPr lang="en-US" sz="1800" dirty="0">
                <a:solidFill>
                  <a:srgbClr val="3C4043"/>
                </a:solidFill>
                <a:highlight>
                  <a:srgbClr val="FFFFFF"/>
                </a:highlight>
                <a:latin typeface="Roboto"/>
                <a:ea typeface="Roboto"/>
              </a:rPr>
              <a:t>In Flow Builder, the Elements tab displays the types of elements that you can add to the flow by dragging them onto the canvas</a:t>
            </a:r>
          </a:p>
          <a:p>
            <a:pPr marL="336550" indent="-285750" fontAlgn="base">
              <a:buSzPts val="2800"/>
            </a:pPr>
            <a:endParaRPr lang="en-US" sz="1800" dirty="0">
              <a:solidFill>
                <a:srgbClr val="3C4043"/>
              </a:solidFill>
              <a:highlight>
                <a:srgbClr val="FFFFFF"/>
              </a:highlight>
              <a:latin typeface="Roboto"/>
              <a:ea typeface="Roboto"/>
            </a:endParaRPr>
          </a:p>
          <a:p>
            <a:pPr marL="50800" indent="0" fontAlgn="base">
              <a:buSzPts val="2800"/>
              <a:buNone/>
            </a:pPr>
            <a:r>
              <a:rPr lang="en-US" sz="1800" b="1" dirty="0">
                <a:solidFill>
                  <a:srgbClr val="3C4043"/>
                </a:solidFill>
                <a:highlight>
                  <a:srgbClr val="FFFFFF"/>
                </a:highlight>
                <a:latin typeface="Roboto"/>
                <a:ea typeface="Roboto"/>
              </a:rPr>
              <a:t>Types Of Elements:</a:t>
            </a:r>
          </a:p>
          <a:p>
            <a:pPr marL="336550" indent="-285750" fontAlgn="base">
              <a:buSzPts val="2800"/>
            </a:pPr>
            <a:r>
              <a:rPr lang="en-US" sz="1800" b="1" dirty="0">
                <a:solidFill>
                  <a:srgbClr val="3C4043"/>
                </a:solidFill>
                <a:highlight>
                  <a:srgbClr val="FFFFFF"/>
                </a:highlight>
                <a:latin typeface="Roboto"/>
                <a:ea typeface="Roboto"/>
              </a:rPr>
              <a:t>Screen: </a:t>
            </a:r>
            <a:r>
              <a:rPr lang="en-US" sz="1800" dirty="0">
                <a:solidFill>
                  <a:srgbClr val="3C4043"/>
                </a:solidFill>
                <a:highlight>
                  <a:srgbClr val="FFFFFF"/>
                </a:highlight>
                <a:latin typeface="Roboto"/>
                <a:ea typeface="Roboto"/>
              </a:rPr>
              <a:t>Used in Screen flow to get inputs or to display some data to the user</a:t>
            </a:r>
          </a:p>
          <a:p>
            <a:pPr marL="336550" indent="-285750" fontAlgn="base">
              <a:buSzPts val="2800"/>
            </a:pPr>
            <a:r>
              <a:rPr lang="en-US" sz="1800" b="1" dirty="0">
                <a:solidFill>
                  <a:srgbClr val="3C4043"/>
                </a:solidFill>
                <a:highlight>
                  <a:srgbClr val="FFFFFF"/>
                </a:highlight>
                <a:latin typeface="Roboto"/>
                <a:ea typeface="Roboto"/>
              </a:rPr>
              <a:t>Action: </a:t>
            </a:r>
            <a:r>
              <a:rPr lang="en-US" sz="1800" dirty="0">
                <a:solidFill>
                  <a:srgbClr val="3C4043"/>
                </a:solidFill>
                <a:highlight>
                  <a:srgbClr val="FFFFFF"/>
                </a:highlight>
                <a:latin typeface="Roboto"/>
                <a:ea typeface="Roboto"/>
              </a:rPr>
              <a:t>Used to perform some action like calling a apex class</a:t>
            </a:r>
          </a:p>
          <a:p>
            <a:pPr marL="336550" indent="-285750" fontAlgn="base">
              <a:buSzPts val="2800"/>
            </a:pPr>
            <a:r>
              <a:rPr lang="en-US" sz="1800" b="1" dirty="0" err="1">
                <a:solidFill>
                  <a:srgbClr val="3C4043"/>
                </a:solidFill>
                <a:highlight>
                  <a:srgbClr val="FFFFFF"/>
                </a:highlight>
                <a:latin typeface="Roboto"/>
                <a:ea typeface="Roboto"/>
              </a:rPr>
              <a:t>Subflow</a:t>
            </a:r>
            <a:r>
              <a:rPr lang="en-US" sz="1800" b="1" dirty="0">
                <a:solidFill>
                  <a:srgbClr val="3C4043"/>
                </a:solidFill>
                <a:highlight>
                  <a:srgbClr val="FFFFFF"/>
                </a:highlight>
                <a:latin typeface="Roboto"/>
                <a:ea typeface="Roboto"/>
              </a:rPr>
              <a:t>: </a:t>
            </a:r>
            <a:r>
              <a:rPr lang="en-US" sz="1800" dirty="0">
                <a:solidFill>
                  <a:srgbClr val="3C4043"/>
                </a:solidFill>
                <a:highlight>
                  <a:srgbClr val="FFFFFF"/>
                </a:highlight>
                <a:latin typeface="Roboto"/>
                <a:ea typeface="Roboto"/>
              </a:rPr>
              <a:t>to call another Flow</a:t>
            </a:r>
          </a:p>
          <a:p>
            <a:pPr marL="336550" indent="-285750" fontAlgn="base">
              <a:buSzPts val="2800"/>
            </a:pPr>
            <a:r>
              <a:rPr lang="en-US" sz="1800" b="1" dirty="0">
                <a:solidFill>
                  <a:srgbClr val="3C4043"/>
                </a:solidFill>
                <a:highlight>
                  <a:srgbClr val="FFFFFF"/>
                </a:highlight>
                <a:latin typeface="Roboto"/>
                <a:ea typeface="Roboto"/>
              </a:rPr>
              <a:t>Assignment: </a:t>
            </a:r>
            <a:r>
              <a:rPr lang="en-US" sz="1800" dirty="0">
                <a:solidFill>
                  <a:srgbClr val="3C4043"/>
                </a:solidFill>
                <a:highlight>
                  <a:srgbClr val="FFFFFF"/>
                </a:highlight>
                <a:latin typeface="Roboto"/>
                <a:ea typeface="Roboto"/>
              </a:rPr>
              <a:t>Like “=“ operator used in coding</a:t>
            </a:r>
          </a:p>
          <a:p>
            <a:pPr marL="336550" indent="-285750" fontAlgn="base">
              <a:buSzPts val="2800"/>
            </a:pPr>
            <a:r>
              <a:rPr lang="en-US" sz="1800" b="1" dirty="0">
                <a:solidFill>
                  <a:srgbClr val="3C4043"/>
                </a:solidFill>
                <a:highlight>
                  <a:srgbClr val="FFFFFF"/>
                </a:highlight>
                <a:latin typeface="Roboto"/>
                <a:ea typeface="Roboto"/>
              </a:rPr>
              <a:t>Decision: </a:t>
            </a:r>
            <a:r>
              <a:rPr lang="en-US" sz="1800" dirty="0">
                <a:solidFill>
                  <a:srgbClr val="3C4043"/>
                </a:solidFill>
                <a:highlight>
                  <a:srgbClr val="FFFFFF"/>
                </a:highlight>
                <a:latin typeface="Roboto"/>
                <a:ea typeface="Roboto"/>
              </a:rPr>
              <a:t>Like “</a:t>
            </a:r>
            <a:r>
              <a:rPr lang="en-US" sz="1800" dirty="0" err="1">
                <a:solidFill>
                  <a:srgbClr val="3C4043"/>
                </a:solidFill>
                <a:highlight>
                  <a:srgbClr val="FFFFFF"/>
                </a:highlight>
                <a:latin typeface="Roboto"/>
                <a:ea typeface="Roboto"/>
              </a:rPr>
              <a:t>If:Else</a:t>
            </a:r>
            <a:r>
              <a:rPr lang="en-US" sz="1800" dirty="0">
                <a:solidFill>
                  <a:srgbClr val="3C4043"/>
                </a:solidFill>
                <a:highlight>
                  <a:srgbClr val="FFFFFF"/>
                </a:highlight>
                <a:latin typeface="Roboto"/>
                <a:ea typeface="Roboto"/>
              </a:rPr>
              <a:t>” Statement used in coding</a:t>
            </a:r>
          </a:p>
          <a:p>
            <a:pPr marL="336550" indent="-285750" fontAlgn="base">
              <a:buSzPts val="2800"/>
            </a:pPr>
            <a:r>
              <a:rPr lang="en-US" sz="1800" b="1" dirty="0">
                <a:solidFill>
                  <a:srgbClr val="3C4043"/>
                </a:solidFill>
                <a:highlight>
                  <a:srgbClr val="FFFFFF"/>
                </a:highlight>
                <a:latin typeface="Roboto"/>
                <a:ea typeface="Roboto"/>
              </a:rPr>
              <a:t>Loop: </a:t>
            </a:r>
            <a:r>
              <a:rPr lang="en-US" sz="1800" dirty="0">
                <a:solidFill>
                  <a:srgbClr val="3C4043"/>
                </a:solidFill>
                <a:highlight>
                  <a:srgbClr val="FFFFFF"/>
                </a:highlight>
                <a:latin typeface="Roboto"/>
                <a:ea typeface="Roboto"/>
              </a:rPr>
              <a:t>Used for Looping purpose</a:t>
            </a:r>
          </a:p>
          <a:p>
            <a:pPr marL="336550" indent="-285750" fontAlgn="base">
              <a:buSzPts val="2800"/>
            </a:pPr>
            <a:r>
              <a:rPr lang="en-US" sz="1800" b="1" dirty="0">
                <a:solidFill>
                  <a:srgbClr val="3C4043"/>
                </a:solidFill>
                <a:highlight>
                  <a:srgbClr val="FFFFFF"/>
                </a:highlight>
                <a:latin typeface="Roboto"/>
                <a:ea typeface="Roboto"/>
              </a:rPr>
              <a:t>Data Section: </a:t>
            </a:r>
            <a:r>
              <a:rPr lang="en-US" sz="1800" dirty="0">
                <a:solidFill>
                  <a:srgbClr val="3C4043"/>
                </a:solidFill>
                <a:highlight>
                  <a:srgbClr val="FFFFFF"/>
                </a:highlight>
                <a:latin typeface="Roboto"/>
                <a:ea typeface="Roboto"/>
              </a:rPr>
              <a:t>Used to perform DML operation like creating a record, updating and deleting a record</a:t>
            </a:r>
          </a:p>
          <a:p>
            <a:pPr marL="336550" indent="-285750" fontAlgn="base">
              <a:buSzPts val="2800"/>
            </a:pPr>
            <a:r>
              <a:rPr lang="en-US" sz="1800" b="1" dirty="0">
                <a:solidFill>
                  <a:srgbClr val="3C4043"/>
                </a:solidFill>
                <a:highlight>
                  <a:srgbClr val="FFFFFF"/>
                </a:highlight>
                <a:latin typeface="Roboto"/>
                <a:ea typeface="Roboto"/>
              </a:rPr>
              <a:t>Get Records: </a:t>
            </a:r>
            <a:r>
              <a:rPr lang="en-US" sz="1800" dirty="0">
                <a:solidFill>
                  <a:srgbClr val="3C4043"/>
                </a:solidFill>
                <a:highlight>
                  <a:srgbClr val="FFFFFF"/>
                </a:highlight>
                <a:latin typeface="Roboto"/>
                <a:ea typeface="Roboto"/>
              </a:rPr>
              <a:t>It is used to fetch data from database</a:t>
            </a:r>
          </a:p>
          <a:p>
            <a:pPr marL="336550" indent="-285750" fontAlgn="base">
              <a:buSzPts val="2800"/>
            </a:pPr>
            <a:endParaRPr lang="en-US" sz="1800" dirty="0">
              <a:solidFill>
                <a:srgbClr val="3C4043"/>
              </a:solidFill>
              <a:highlight>
                <a:srgbClr val="FFFFFF"/>
              </a:highlight>
              <a:latin typeface="Roboto"/>
              <a:ea typeface="Roboto"/>
            </a:endParaRPr>
          </a:p>
          <a:p>
            <a:pPr marL="336550" indent="-285750" fontAlgn="base">
              <a:buSzPts val="2800"/>
            </a:pPr>
            <a:endParaRPr dirty="0"/>
          </a:p>
        </p:txBody>
      </p:sp>
      <p:sp>
        <p:nvSpPr>
          <p:cNvPr id="260" name="Google Shape;260;p30"/>
          <p:cNvSpPr txBox="1">
            <a:spLocks noGrp="1"/>
          </p:cNvSpPr>
          <p:nvPr>
            <p:ph type="body" idx="3"/>
          </p:nvPr>
        </p:nvSpPr>
        <p:spPr>
          <a:xfrm>
            <a:off x="377825" y="221887"/>
            <a:ext cx="7067550" cy="1019175"/>
          </a:xfrm>
          <a:prstGeom prst="rect">
            <a:avLst/>
          </a:prstGeom>
          <a:noFill/>
          <a:ln>
            <a:noFill/>
          </a:ln>
        </p:spPr>
        <p:txBody>
          <a:bodyPr spcFirstLastPara="1" wrap="square" lIns="91425" tIns="45700" rIns="91425" bIns="45700" anchor="t" anchorCtr="0">
            <a:noAutofit/>
          </a:bodyPr>
          <a:lstStyle/>
          <a:p>
            <a:pPr marL="0" indent="0">
              <a:spcBef>
                <a:spcPts val="0"/>
              </a:spcBef>
            </a:pPr>
            <a:r>
              <a:rPr lang="en-US" dirty="0"/>
              <a:t>Toolbox Elements</a:t>
            </a:r>
          </a:p>
          <a:p>
            <a:pPr marL="0" lvl="0" indent="0" algn="l" rtl="0">
              <a:lnSpc>
                <a:spcPct val="90000"/>
              </a:lnSpc>
              <a:spcBef>
                <a:spcPts val="0"/>
              </a:spcBef>
              <a:spcAft>
                <a:spcPts val="0"/>
              </a:spcAft>
              <a:buClr>
                <a:schemeClr val="accent2"/>
              </a:buClr>
              <a:buSzPts val="4000"/>
              <a:buNone/>
            </a:pPr>
            <a:endParaRPr dirty="0"/>
          </a:p>
        </p:txBody>
      </p:sp>
      <p:pic>
        <p:nvPicPr>
          <p:cNvPr id="3" name="Picture 2">
            <a:extLst>
              <a:ext uri="{FF2B5EF4-FFF2-40B4-BE49-F238E27FC236}">
                <a16:creationId xmlns:a16="http://schemas.microsoft.com/office/drawing/2014/main" id="{3C8A2E78-8D3B-43F6-86AA-BE38C4964B0F}"/>
              </a:ext>
            </a:extLst>
          </p:cNvPr>
          <p:cNvPicPr>
            <a:picLocks noChangeAspect="1"/>
          </p:cNvPicPr>
          <p:nvPr/>
        </p:nvPicPr>
        <p:blipFill>
          <a:blip r:embed="rId3"/>
          <a:stretch>
            <a:fillRect/>
          </a:stretch>
        </p:blipFill>
        <p:spPr>
          <a:xfrm>
            <a:off x="8082243" y="470489"/>
            <a:ext cx="3677992" cy="5667725"/>
          </a:xfrm>
          <a:prstGeom prst="rect">
            <a:avLst/>
          </a:prstGeom>
        </p:spPr>
      </p:pic>
    </p:spTree>
    <p:extLst>
      <p:ext uri="{BB962C8B-B14F-4D97-AF65-F5344CB8AC3E}">
        <p14:creationId xmlns:p14="http://schemas.microsoft.com/office/powerpoint/2010/main" val="4858427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body" idx="1"/>
          </p:nvPr>
        </p:nvSpPr>
        <p:spPr>
          <a:xfrm>
            <a:off x="373969" y="31053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dirty="0"/>
              <a:t>Types of Flow</a:t>
            </a:r>
          </a:p>
        </p:txBody>
      </p:sp>
      <p:sp>
        <p:nvSpPr>
          <p:cNvPr id="204" name="Google Shape;204;p21"/>
          <p:cNvSpPr txBox="1">
            <a:spLocks noGrp="1"/>
          </p:cNvSpPr>
          <p:nvPr>
            <p:ph type="body" idx="2"/>
          </p:nvPr>
        </p:nvSpPr>
        <p:spPr>
          <a:xfrm>
            <a:off x="500579" y="1285463"/>
            <a:ext cx="11522700" cy="4835400"/>
          </a:xfrm>
          <a:prstGeom prst="rect">
            <a:avLst/>
          </a:prstGeom>
          <a:noFill/>
          <a:ln>
            <a:noFill/>
          </a:ln>
        </p:spPr>
        <p:txBody>
          <a:bodyPr spcFirstLastPara="1" wrap="square" lIns="91425" tIns="45700" rIns="91425" bIns="45700" anchor="t" anchorCtr="0">
            <a:noAutofit/>
          </a:bodyPr>
          <a:lstStyle/>
          <a:p>
            <a:pPr marL="228605" lvl="0" indent="-50805">
              <a:lnSpc>
                <a:spcPct val="150000"/>
              </a:lnSpc>
              <a:spcBef>
                <a:spcPts val="0"/>
              </a:spcBef>
              <a:buNone/>
            </a:pPr>
            <a:endParaRPr sz="1800" dirty="0">
              <a:solidFill>
                <a:srgbClr val="3C4043"/>
              </a:solidFill>
              <a:highlight>
                <a:srgbClr val="FFFFFF"/>
              </a:highlight>
              <a:latin typeface="Roboto"/>
              <a:ea typeface="Roboto"/>
              <a:sym typeface="Roboto"/>
            </a:endParaRPr>
          </a:p>
          <a:p>
            <a:pPr marL="228605" lvl="0" indent="-50805">
              <a:lnSpc>
                <a:spcPct val="150000"/>
              </a:lnSpc>
              <a:spcBef>
                <a:spcPts val="0"/>
              </a:spcBef>
              <a:buNone/>
            </a:pPr>
            <a:endParaRPr sz="1800" dirty="0">
              <a:solidFill>
                <a:srgbClr val="3C4043"/>
              </a:solidFill>
              <a:highlight>
                <a:srgbClr val="FFFFFF"/>
              </a:highlight>
              <a:latin typeface="Roboto"/>
              <a:ea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050" dirty="0">
              <a:solidFill>
                <a:srgbClr val="3C4043"/>
              </a:solidFill>
              <a:highlight>
                <a:srgbClr val="FFFFFF"/>
              </a:highlight>
              <a:latin typeface="Roboto"/>
              <a:ea typeface="Roboto"/>
              <a:cs typeface="Roboto"/>
              <a:sym typeface="Roboto"/>
            </a:endParaRPr>
          </a:p>
        </p:txBody>
      </p:sp>
      <p:pic>
        <p:nvPicPr>
          <p:cNvPr id="1026" name="Picture 2">
            <a:extLst>
              <a:ext uri="{FF2B5EF4-FFF2-40B4-BE49-F238E27FC236}">
                <a16:creationId xmlns:a16="http://schemas.microsoft.com/office/drawing/2014/main" id="{920F301A-EF9E-4CBC-AF3D-5D7A09DF07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0411" y="1285463"/>
            <a:ext cx="10023036" cy="4867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58517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body" idx="1"/>
          </p:nvPr>
        </p:nvSpPr>
        <p:spPr>
          <a:xfrm>
            <a:off x="373969" y="31053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dirty="0"/>
              <a:t>Screen Flow</a:t>
            </a:r>
          </a:p>
        </p:txBody>
      </p:sp>
      <p:sp>
        <p:nvSpPr>
          <p:cNvPr id="204" name="Google Shape;204;p21"/>
          <p:cNvSpPr txBox="1">
            <a:spLocks noGrp="1"/>
          </p:cNvSpPr>
          <p:nvPr>
            <p:ph type="body" idx="2"/>
          </p:nvPr>
        </p:nvSpPr>
        <p:spPr>
          <a:xfrm>
            <a:off x="500579" y="1285463"/>
            <a:ext cx="11522700" cy="4835400"/>
          </a:xfrm>
          <a:prstGeom prst="rect">
            <a:avLst/>
          </a:prstGeom>
          <a:noFill/>
          <a:ln>
            <a:noFill/>
          </a:ln>
        </p:spPr>
        <p:txBody>
          <a:bodyPr spcFirstLastPara="1" wrap="square" lIns="91425" tIns="45700" rIns="91425" bIns="45700" anchor="t" anchorCtr="0">
            <a:noAutofit/>
          </a:bodyPr>
          <a:lstStyle/>
          <a:p>
            <a:r>
              <a:rPr lang="en-US" sz="1800" dirty="0">
                <a:solidFill>
                  <a:srgbClr val="3C4043"/>
                </a:solidFill>
                <a:highlight>
                  <a:srgbClr val="FFFFFF"/>
                </a:highlight>
                <a:latin typeface="Roboto"/>
                <a:ea typeface="Roboto"/>
              </a:rPr>
              <a:t>Requires user interaction because it includes screens, local actions, steps, choices, or dynamic choices. Screen flows don’t support Pause elements.</a:t>
            </a:r>
          </a:p>
          <a:p>
            <a:r>
              <a:rPr lang="en-US" sz="1800" dirty="0">
                <a:solidFill>
                  <a:srgbClr val="3C4043"/>
                </a:solidFill>
                <a:highlight>
                  <a:srgbClr val="FFFFFF"/>
                </a:highlight>
                <a:latin typeface="Roboto"/>
                <a:ea typeface="Roboto"/>
              </a:rPr>
              <a:t>Just as you configure the user experience of your record pages in Lightning App Builder, you use screens to do the same for your flow users.</a:t>
            </a:r>
          </a:p>
          <a:p>
            <a:r>
              <a:rPr lang="en-US" sz="1800" dirty="0">
                <a:solidFill>
                  <a:srgbClr val="3C4043"/>
                </a:solidFill>
                <a:highlight>
                  <a:srgbClr val="FFFFFF"/>
                </a:highlight>
                <a:latin typeface="Roboto"/>
                <a:ea typeface="Roboto"/>
              </a:rPr>
              <a:t>Each screen is made up of one or more screen components. A screen component is a configurable, reusable element added to a screen.</a:t>
            </a:r>
          </a:p>
          <a:p>
            <a:pPr marL="50800" indent="0" algn="l">
              <a:buNone/>
            </a:pPr>
            <a:endParaRPr lang="en-US" sz="1800" dirty="0">
              <a:solidFill>
                <a:srgbClr val="3C4043"/>
              </a:solidFill>
              <a:highlight>
                <a:srgbClr val="FFFFFF"/>
              </a:highlight>
              <a:latin typeface="Roboto"/>
              <a:ea typeface="Roboto"/>
            </a:endParaRPr>
          </a:p>
          <a:p>
            <a:pPr marL="50800" indent="0" algn="l">
              <a:buNone/>
            </a:pPr>
            <a:r>
              <a:rPr lang="en-US" sz="1800" b="1" dirty="0">
                <a:solidFill>
                  <a:srgbClr val="3C4043"/>
                </a:solidFill>
                <a:highlight>
                  <a:srgbClr val="FFFFFF"/>
                </a:highlight>
                <a:latin typeface="Roboto"/>
                <a:ea typeface="Roboto"/>
              </a:rPr>
              <a:t>Screen components are available in three categories.</a:t>
            </a:r>
          </a:p>
          <a:p>
            <a:r>
              <a:rPr lang="en-US" sz="1800" dirty="0">
                <a:solidFill>
                  <a:srgbClr val="3C4043"/>
                </a:solidFill>
                <a:highlight>
                  <a:srgbClr val="FFFFFF"/>
                </a:highlight>
                <a:latin typeface="Roboto"/>
                <a:ea typeface="Roboto"/>
              </a:rPr>
              <a:t>Input includes standard components that request information from the user.</a:t>
            </a:r>
          </a:p>
          <a:p>
            <a:r>
              <a:rPr lang="en-US" sz="1800" dirty="0">
                <a:solidFill>
                  <a:srgbClr val="3C4043"/>
                </a:solidFill>
                <a:highlight>
                  <a:srgbClr val="FFFFFF"/>
                </a:highlight>
                <a:latin typeface="Roboto"/>
                <a:ea typeface="Roboto"/>
              </a:rPr>
              <a:t>Display includes standard components that display information to the user.</a:t>
            </a:r>
          </a:p>
          <a:p>
            <a:r>
              <a:rPr lang="en-US" sz="1800" dirty="0">
                <a:solidFill>
                  <a:srgbClr val="3C4043"/>
                </a:solidFill>
                <a:highlight>
                  <a:srgbClr val="FFFFFF"/>
                </a:highlight>
                <a:latin typeface="Roboto"/>
                <a:ea typeface="Roboto"/>
              </a:rPr>
              <a:t>Custom includes components that you or someone else have created. Install them from AppExchange 	or a third-party library, or work with a developer to build your own.</a:t>
            </a:r>
          </a:p>
          <a:p>
            <a:pPr marL="228605" lvl="0" indent="-50805">
              <a:lnSpc>
                <a:spcPct val="150000"/>
              </a:lnSpc>
              <a:spcBef>
                <a:spcPts val="0"/>
              </a:spcBef>
              <a:buNone/>
            </a:pPr>
            <a:endParaRPr lang="en-US" sz="1800" dirty="0">
              <a:solidFill>
                <a:srgbClr val="3C4043"/>
              </a:solidFill>
              <a:highlight>
                <a:srgbClr val="FFFFFF"/>
              </a:highlight>
              <a:latin typeface="Roboto"/>
              <a:ea typeface="Roboto"/>
            </a:endParaRPr>
          </a:p>
          <a:p>
            <a:pPr marL="228605" lvl="0" indent="-50805">
              <a:lnSpc>
                <a:spcPct val="150000"/>
              </a:lnSpc>
              <a:spcBef>
                <a:spcPts val="0"/>
              </a:spcBef>
              <a:buNone/>
            </a:pPr>
            <a:endParaRPr sz="1800" dirty="0">
              <a:solidFill>
                <a:srgbClr val="3C4043"/>
              </a:solidFill>
              <a:highlight>
                <a:srgbClr val="FFFFFF"/>
              </a:highlight>
              <a:latin typeface="Roboto"/>
              <a:ea typeface="Roboto"/>
              <a:sym typeface="Roboto"/>
            </a:endParaRPr>
          </a:p>
          <a:p>
            <a:pPr marL="228605" lvl="0" indent="-50805">
              <a:lnSpc>
                <a:spcPct val="150000"/>
              </a:lnSpc>
              <a:spcBef>
                <a:spcPts val="0"/>
              </a:spcBef>
              <a:buNone/>
            </a:pPr>
            <a:endParaRPr sz="1800" dirty="0">
              <a:solidFill>
                <a:srgbClr val="3C4043"/>
              </a:solidFill>
              <a:highlight>
                <a:srgbClr val="FFFFFF"/>
              </a:highlight>
              <a:latin typeface="Roboto"/>
              <a:ea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050" dirty="0">
              <a:solidFill>
                <a:srgbClr val="3C4043"/>
              </a:solidFill>
              <a:highlight>
                <a:srgbClr val="FFFFFF"/>
              </a:highlight>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body" idx="1"/>
          </p:nvPr>
        </p:nvSpPr>
        <p:spPr>
          <a:xfrm>
            <a:off x="373969" y="31053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dirty="0"/>
              <a:t>Screen Flow Builder</a:t>
            </a:r>
          </a:p>
        </p:txBody>
      </p:sp>
      <p:sp>
        <p:nvSpPr>
          <p:cNvPr id="204" name="Google Shape;204;p21"/>
          <p:cNvSpPr txBox="1">
            <a:spLocks noGrp="1"/>
          </p:cNvSpPr>
          <p:nvPr>
            <p:ph type="body" idx="2"/>
          </p:nvPr>
        </p:nvSpPr>
        <p:spPr>
          <a:xfrm>
            <a:off x="500579" y="1285463"/>
            <a:ext cx="11522700" cy="4835400"/>
          </a:xfrm>
          <a:prstGeom prst="rect">
            <a:avLst/>
          </a:prstGeom>
          <a:noFill/>
          <a:ln>
            <a:noFill/>
          </a:ln>
        </p:spPr>
        <p:txBody>
          <a:bodyPr spcFirstLastPara="1" wrap="square" lIns="91425" tIns="45700" rIns="91425" bIns="45700" anchor="t" anchorCtr="0">
            <a:noAutofit/>
          </a:bodyPr>
          <a:lstStyle/>
          <a:p>
            <a:pPr marL="228605" lvl="0" indent="-50805">
              <a:lnSpc>
                <a:spcPct val="150000"/>
              </a:lnSpc>
              <a:spcBef>
                <a:spcPts val="0"/>
              </a:spcBef>
              <a:buNone/>
            </a:pPr>
            <a:endParaRPr lang="en-US" sz="1800" dirty="0">
              <a:solidFill>
                <a:srgbClr val="3C4043"/>
              </a:solidFill>
              <a:highlight>
                <a:srgbClr val="FFFFFF"/>
              </a:highlight>
              <a:latin typeface="Roboto"/>
              <a:ea typeface="Roboto"/>
            </a:endParaRPr>
          </a:p>
          <a:p>
            <a:pPr marL="228605" lvl="0" indent="-50805">
              <a:lnSpc>
                <a:spcPct val="150000"/>
              </a:lnSpc>
              <a:spcBef>
                <a:spcPts val="0"/>
              </a:spcBef>
              <a:buNone/>
            </a:pPr>
            <a:endParaRPr sz="1800" dirty="0">
              <a:solidFill>
                <a:srgbClr val="3C4043"/>
              </a:solidFill>
              <a:highlight>
                <a:srgbClr val="FFFFFF"/>
              </a:highlight>
              <a:latin typeface="Roboto"/>
              <a:ea typeface="Roboto"/>
              <a:sym typeface="Roboto"/>
            </a:endParaRPr>
          </a:p>
          <a:p>
            <a:pPr marL="228605" lvl="0" indent="-50805">
              <a:lnSpc>
                <a:spcPct val="150000"/>
              </a:lnSpc>
              <a:spcBef>
                <a:spcPts val="0"/>
              </a:spcBef>
              <a:buNone/>
            </a:pPr>
            <a:endParaRPr sz="1800" dirty="0">
              <a:solidFill>
                <a:srgbClr val="3C4043"/>
              </a:solidFill>
              <a:highlight>
                <a:srgbClr val="FFFFFF"/>
              </a:highlight>
              <a:latin typeface="Roboto"/>
              <a:ea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050" dirty="0">
              <a:solidFill>
                <a:srgbClr val="3C4043"/>
              </a:solidFill>
              <a:highlight>
                <a:srgbClr val="FFFFFF"/>
              </a:highlight>
              <a:latin typeface="Roboto"/>
              <a:ea typeface="Roboto"/>
              <a:cs typeface="Roboto"/>
              <a:sym typeface="Roboto"/>
            </a:endParaRPr>
          </a:p>
        </p:txBody>
      </p:sp>
      <p:pic>
        <p:nvPicPr>
          <p:cNvPr id="3" name="Picture 2">
            <a:extLst>
              <a:ext uri="{FF2B5EF4-FFF2-40B4-BE49-F238E27FC236}">
                <a16:creationId xmlns:a16="http://schemas.microsoft.com/office/drawing/2014/main" id="{CFCC41EE-D235-48D1-ADA9-C8F47DA88885}"/>
              </a:ext>
            </a:extLst>
          </p:cNvPr>
          <p:cNvPicPr>
            <a:picLocks noChangeAspect="1"/>
          </p:cNvPicPr>
          <p:nvPr/>
        </p:nvPicPr>
        <p:blipFill>
          <a:blip r:embed="rId3"/>
          <a:stretch>
            <a:fillRect/>
          </a:stretch>
        </p:blipFill>
        <p:spPr>
          <a:xfrm>
            <a:off x="855075" y="1011300"/>
            <a:ext cx="10481850" cy="4835400"/>
          </a:xfrm>
          <a:prstGeom prst="rect">
            <a:avLst/>
          </a:prstGeom>
        </p:spPr>
      </p:pic>
    </p:spTree>
    <p:extLst>
      <p:ext uri="{BB962C8B-B14F-4D97-AF65-F5344CB8AC3E}">
        <p14:creationId xmlns:p14="http://schemas.microsoft.com/office/powerpoint/2010/main" val="34201927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body" idx="1"/>
          </p:nvPr>
        </p:nvSpPr>
        <p:spPr>
          <a:xfrm>
            <a:off x="373969" y="31053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dirty="0"/>
              <a:t>Screen Flow</a:t>
            </a:r>
          </a:p>
        </p:txBody>
      </p:sp>
      <p:sp>
        <p:nvSpPr>
          <p:cNvPr id="204" name="Google Shape;204;p21"/>
          <p:cNvSpPr txBox="1">
            <a:spLocks noGrp="1"/>
          </p:cNvSpPr>
          <p:nvPr>
            <p:ph type="body" idx="2"/>
          </p:nvPr>
        </p:nvSpPr>
        <p:spPr>
          <a:xfrm>
            <a:off x="500579" y="1285463"/>
            <a:ext cx="11522700" cy="4835400"/>
          </a:xfrm>
          <a:prstGeom prst="rect">
            <a:avLst/>
          </a:prstGeom>
          <a:noFill/>
          <a:ln>
            <a:noFill/>
          </a:ln>
        </p:spPr>
        <p:txBody>
          <a:bodyPr spcFirstLastPara="1" wrap="square" lIns="91425" tIns="45700" rIns="91425" bIns="45700" anchor="t" anchorCtr="0">
            <a:noAutofit/>
          </a:bodyPr>
          <a:lstStyle/>
          <a:p>
            <a:pPr marL="463550" indent="-285750">
              <a:lnSpc>
                <a:spcPct val="150000"/>
              </a:lnSpc>
              <a:spcBef>
                <a:spcPts val="0"/>
              </a:spcBef>
            </a:pPr>
            <a:r>
              <a:rPr lang="en-US" sz="1800" dirty="0">
                <a:solidFill>
                  <a:srgbClr val="3C4043"/>
                </a:solidFill>
                <a:highlight>
                  <a:srgbClr val="FFFFFF"/>
                </a:highlight>
                <a:latin typeface="Roboto"/>
                <a:ea typeface="Roboto"/>
              </a:rPr>
              <a:t>Each Flow should start with a start element</a:t>
            </a:r>
          </a:p>
          <a:p>
            <a:pPr marL="463550" indent="-285750">
              <a:lnSpc>
                <a:spcPct val="150000"/>
              </a:lnSpc>
              <a:spcBef>
                <a:spcPts val="0"/>
              </a:spcBef>
            </a:pPr>
            <a:r>
              <a:rPr lang="en-US" sz="1800" dirty="0">
                <a:solidFill>
                  <a:srgbClr val="3C4043"/>
                </a:solidFill>
                <a:highlight>
                  <a:srgbClr val="FFFFFF"/>
                </a:highlight>
                <a:latin typeface="Roboto"/>
                <a:ea typeface="Roboto"/>
              </a:rPr>
              <a:t>Each elements can be then dragged and dropped to the canvas and should be connected with each other in order to define the sequence or execution</a:t>
            </a:r>
          </a:p>
          <a:p>
            <a:pPr marL="228605" lvl="0" indent="-50805">
              <a:lnSpc>
                <a:spcPct val="150000"/>
              </a:lnSpc>
              <a:spcBef>
                <a:spcPts val="0"/>
              </a:spcBef>
              <a:buNone/>
            </a:pPr>
            <a:endParaRPr sz="1800" dirty="0">
              <a:solidFill>
                <a:srgbClr val="3C4043"/>
              </a:solidFill>
              <a:highlight>
                <a:srgbClr val="FFFFFF"/>
              </a:highlight>
              <a:latin typeface="Roboto"/>
              <a:ea typeface="Roboto"/>
              <a:sym typeface="Roboto"/>
            </a:endParaRPr>
          </a:p>
          <a:p>
            <a:pPr marL="228605" lvl="0" indent="-50805">
              <a:lnSpc>
                <a:spcPct val="150000"/>
              </a:lnSpc>
              <a:spcBef>
                <a:spcPts val="0"/>
              </a:spcBef>
              <a:buNone/>
            </a:pPr>
            <a:endParaRPr sz="1800" dirty="0">
              <a:solidFill>
                <a:srgbClr val="3C4043"/>
              </a:solidFill>
              <a:highlight>
                <a:srgbClr val="FFFFFF"/>
              </a:highlight>
              <a:latin typeface="Roboto"/>
              <a:ea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050" dirty="0">
              <a:solidFill>
                <a:srgbClr val="3C4043"/>
              </a:solidFill>
              <a:highlight>
                <a:srgbClr val="FFFFFF"/>
              </a:highlight>
              <a:latin typeface="Roboto"/>
              <a:ea typeface="Roboto"/>
              <a:cs typeface="Roboto"/>
              <a:sym typeface="Roboto"/>
            </a:endParaRPr>
          </a:p>
        </p:txBody>
      </p:sp>
      <p:pic>
        <p:nvPicPr>
          <p:cNvPr id="5" name="Picture 2" descr="Flow Builder UI">
            <a:extLst>
              <a:ext uri="{FF2B5EF4-FFF2-40B4-BE49-F238E27FC236}">
                <a16:creationId xmlns:a16="http://schemas.microsoft.com/office/drawing/2014/main" id="{C732776F-BB58-4FB6-BA37-41202863DD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1832" y="2601482"/>
            <a:ext cx="8586568" cy="3945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0106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body" idx="1"/>
          </p:nvPr>
        </p:nvSpPr>
        <p:spPr>
          <a:xfrm>
            <a:off x="373969" y="31053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dirty="0"/>
              <a:t>Screen Component</a:t>
            </a:r>
          </a:p>
        </p:txBody>
      </p:sp>
      <p:sp>
        <p:nvSpPr>
          <p:cNvPr id="204" name="Google Shape;204;p21"/>
          <p:cNvSpPr txBox="1">
            <a:spLocks noGrp="1"/>
          </p:cNvSpPr>
          <p:nvPr>
            <p:ph type="body" idx="2"/>
          </p:nvPr>
        </p:nvSpPr>
        <p:spPr>
          <a:xfrm>
            <a:off x="500579" y="1285463"/>
            <a:ext cx="11522700" cy="4835400"/>
          </a:xfrm>
          <a:prstGeom prst="rect">
            <a:avLst/>
          </a:prstGeom>
          <a:noFill/>
          <a:ln>
            <a:noFill/>
          </a:ln>
        </p:spPr>
        <p:txBody>
          <a:bodyPr spcFirstLastPara="1" wrap="square" lIns="91425" tIns="45700" rIns="91425" bIns="45700" anchor="t" anchorCtr="0">
            <a:noAutofit/>
          </a:bodyPr>
          <a:lstStyle/>
          <a:p>
            <a:pPr marL="228605" lvl="0" indent="-50805">
              <a:lnSpc>
                <a:spcPct val="150000"/>
              </a:lnSpc>
              <a:spcBef>
                <a:spcPts val="0"/>
              </a:spcBef>
              <a:buNone/>
            </a:pPr>
            <a:endParaRPr sz="1800" dirty="0">
              <a:solidFill>
                <a:srgbClr val="3C4043"/>
              </a:solidFill>
              <a:highlight>
                <a:srgbClr val="FFFFFF"/>
              </a:highlight>
              <a:latin typeface="Roboto"/>
              <a:ea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050" dirty="0">
              <a:solidFill>
                <a:srgbClr val="3C4043"/>
              </a:solidFill>
              <a:highlight>
                <a:srgbClr val="FFFFFF"/>
              </a:highlight>
              <a:latin typeface="Roboto"/>
              <a:ea typeface="Roboto"/>
              <a:cs typeface="Roboto"/>
              <a:sym typeface="Roboto"/>
            </a:endParaRPr>
          </a:p>
        </p:txBody>
      </p:sp>
      <p:pic>
        <p:nvPicPr>
          <p:cNvPr id="4098" name="Picture 2">
            <a:extLst>
              <a:ext uri="{FF2B5EF4-FFF2-40B4-BE49-F238E27FC236}">
                <a16:creationId xmlns:a16="http://schemas.microsoft.com/office/drawing/2014/main" id="{F73FC89C-777C-41D5-98B0-325C7C4822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1854" y="2318527"/>
            <a:ext cx="6315075" cy="414996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E3E8F015-8DB6-4BB7-820E-3696532B803B}"/>
              </a:ext>
            </a:extLst>
          </p:cNvPr>
          <p:cNvSpPr txBox="1"/>
          <p:nvPr/>
        </p:nvSpPr>
        <p:spPr>
          <a:xfrm>
            <a:off x="759655" y="1448972"/>
            <a:ext cx="11058414" cy="590931"/>
          </a:xfrm>
          <a:prstGeom prst="rect">
            <a:avLst/>
          </a:prstGeom>
          <a:noFill/>
        </p:spPr>
        <p:txBody>
          <a:bodyPr wrap="square" rtlCol="0">
            <a:spAutoFit/>
          </a:bodyPr>
          <a:lstStyle/>
          <a:p>
            <a:pPr marL="336550" indent="-285750" fontAlgn="base">
              <a:lnSpc>
                <a:spcPct val="90000"/>
              </a:lnSpc>
              <a:spcBef>
                <a:spcPts val="1000"/>
              </a:spcBef>
              <a:buClr>
                <a:srgbClr val="3F3F3F"/>
              </a:buClr>
              <a:buSzPts val="2800"/>
              <a:buFont typeface="Arial"/>
              <a:buChar char="•"/>
            </a:pPr>
            <a:r>
              <a:rPr lang="en-US" sz="1800" dirty="0">
                <a:solidFill>
                  <a:srgbClr val="3C4043"/>
                </a:solidFill>
                <a:highlight>
                  <a:srgbClr val="FFFFFF"/>
                </a:highlight>
                <a:latin typeface="Roboto"/>
                <a:ea typeface="Roboto"/>
                <a:cs typeface="Calibri"/>
                <a:sym typeface="Calibri"/>
              </a:rPr>
              <a:t>The most common element without which the screen flow is incomplete is the Screen Component which the help of which we can get the inputs from the user or can display some data</a:t>
            </a:r>
            <a:endParaRPr lang="en-IN" sz="1800" dirty="0">
              <a:solidFill>
                <a:srgbClr val="3C4043"/>
              </a:solidFill>
              <a:highlight>
                <a:srgbClr val="FFFFFF"/>
              </a:highlight>
              <a:latin typeface="Roboto"/>
              <a:ea typeface="Roboto"/>
              <a:cs typeface="Calibri"/>
              <a:sym typeface="Calibri"/>
            </a:endParaRPr>
          </a:p>
        </p:txBody>
      </p:sp>
    </p:spTree>
    <p:extLst>
      <p:ext uri="{BB962C8B-B14F-4D97-AF65-F5344CB8AC3E}">
        <p14:creationId xmlns:p14="http://schemas.microsoft.com/office/powerpoint/2010/main" val="36786923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540228F-A5A3-4B85-9A8B-38F195954DF8}"/>
              </a:ext>
            </a:extLst>
          </p:cNvPr>
          <p:cNvSpPr>
            <a:spLocks noGrp="1"/>
          </p:cNvSpPr>
          <p:nvPr>
            <p:ph type="body" idx="1"/>
          </p:nvPr>
        </p:nvSpPr>
        <p:spPr/>
        <p:txBody>
          <a:bodyPr/>
          <a:lstStyle/>
          <a:p>
            <a:r>
              <a:rPr lang="en-US" dirty="0"/>
              <a:t>DML in Screen Flow</a:t>
            </a:r>
            <a:endParaRPr lang="en-IN" dirty="0"/>
          </a:p>
        </p:txBody>
      </p:sp>
      <p:sp>
        <p:nvSpPr>
          <p:cNvPr id="3" name="Text Placeholder 2">
            <a:extLst>
              <a:ext uri="{FF2B5EF4-FFF2-40B4-BE49-F238E27FC236}">
                <a16:creationId xmlns:a16="http://schemas.microsoft.com/office/drawing/2014/main" id="{19296014-FD5C-4E95-8235-024840CD2696}"/>
              </a:ext>
            </a:extLst>
          </p:cNvPr>
          <p:cNvSpPr>
            <a:spLocks noGrp="1"/>
          </p:cNvSpPr>
          <p:nvPr>
            <p:ph type="body" idx="2"/>
          </p:nvPr>
        </p:nvSpPr>
        <p:spPr/>
        <p:txBody>
          <a:bodyPr/>
          <a:lstStyle/>
          <a:p>
            <a:r>
              <a:rPr lang="en-US" dirty="0"/>
              <a:t>Create Record</a:t>
            </a:r>
          </a:p>
          <a:p>
            <a:r>
              <a:rPr lang="en-US" dirty="0"/>
              <a:t>Update Record</a:t>
            </a:r>
          </a:p>
          <a:p>
            <a:r>
              <a:rPr lang="en-US" dirty="0"/>
              <a:t>Delete Record</a:t>
            </a:r>
          </a:p>
          <a:p>
            <a:r>
              <a:rPr lang="en-US" dirty="0"/>
              <a:t>Get Records</a:t>
            </a:r>
          </a:p>
          <a:p>
            <a:r>
              <a:rPr lang="en-US" dirty="0"/>
              <a:t>Rollback</a:t>
            </a:r>
            <a:endParaRPr lang="en-IN" dirty="0"/>
          </a:p>
        </p:txBody>
      </p:sp>
    </p:spTree>
    <p:extLst>
      <p:ext uri="{BB962C8B-B14F-4D97-AF65-F5344CB8AC3E}">
        <p14:creationId xmlns:p14="http://schemas.microsoft.com/office/powerpoint/2010/main" val="3789802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body" idx="1"/>
          </p:nvPr>
        </p:nvSpPr>
        <p:spPr>
          <a:xfrm>
            <a:off x="373969" y="31053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IN" dirty="0"/>
              <a:t>Methods to invoke a </a:t>
            </a:r>
            <a:r>
              <a:rPr lang="en-US" dirty="0"/>
              <a:t>Screen Flow</a:t>
            </a:r>
          </a:p>
        </p:txBody>
      </p:sp>
      <p:sp>
        <p:nvSpPr>
          <p:cNvPr id="204" name="Google Shape;204;p21"/>
          <p:cNvSpPr txBox="1">
            <a:spLocks noGrp="1"/>
          </p:cNvSpPr>
          <p:nvPr>
            <p:ph type="body" idx="2"/>
          </p:nvPr>
        </p:nvSpPr>
        <p:spPr>
          <a:xfrm>
            <a:off x="500579" y="1285463"/>
            <a:ext cx="11522700" cy="4835400"/>
          </a:xfrm>
          <a:prstGeom prst="rect">
            <a:avLst/>
          </a:prstGeom>
          <a:noFill/>
          <a:ln>
            <a:noFill/>
          </a:ln>
        </p:spPr>
        <p:txBody>
          <a:bodyPr spcFirstLastPara="1" wrap="square" lIns="91425" tIns="45700" rIns="91425" bIns="45700" anchor="t" anchorCtr="0">
            <a:noAutofit/>
          </a:bodyPr>
          <a:lstStyle/>
          <a:p>
            <a:pPr algn="l" fontAlgn="base">
              <a:buFont typeface="Arial" panose="020B0604020202020204" pitchFamily="34" charset="0"/>
              <a:buChar char="•"/>
            </a:pPr>
            <a:r>
              <a:rPr lang="en-IN" sz="1800" dirty="0">
                <a:solidFill>
                  <a:srgbClr val="3C4043"/>
                </a:solidFill>
                <a:highlight>
                  <a:srgbClr val="FFFFFF"/>
                </a:highlight>
                <a:latin typeface="Roboto"/>
                <a:ea typeface="Roboto"/>
              </a:rPr>
              <a:t>Flow actions</a:t>
            </a:r>
          </a:p>
          <a:p>
            <a:pPr algn="l" fontAlgn="base">
              <a:buFont typeface="Arial" panose="020B0604020202020204" pitchFamily="34" charset="0"/>
              <a:buChar char="•"/>
            </a:pPr>
            <a:r>
              <a:rPr lang="en-IN" sz="1800" dirty="0">
                <a:solidFill>
                  <a:srgbClr val="3C4043"/>
                </a:solidFill>
                <a:highlight>
                  <a:srgbClr val="FFFFFF"/>
                </a:highlight>
                <a:latin typeface="Roboto"/>
                <a:ea typeface="Roboto"/>
              </a:rPr>
              <a:t>Lightning pages</a:t>
            </a:r>
          </a:p>
          <a:p>
            <a:pPr algn="l" fontAlgn="base">
              <a:buFont typeface="Arial" panose="020B0604020202020204" pitchFamily="34" charset="0"/>
              <a:buChar char="•"/>
            </a:pPr>
            <a:r>
              <a:rPr lang="en-IN" sz="1800" dirty="0">
                <a:solidFill>
                  <a:srgbClr val="3C4043"/>
                </a:solidFill>
                <a:highlight>
                  <a:srgbClr val="FFFFFF"/>
                </a:highlight>
                <a:latin typeface="Roboto"/>
                <a:ea typeface="Roboto"/>
              </a:rPr>
              <a:t>Lightning community pages</a:t>
            </a:r>
          </a:p>
          <a:p>
            <a:pPr algn="l" fontAlgn="base">
              <a:buFont typeface="Arial" panose="020B0604020202020204" pitchFamily="34" charset="0"/>
              <a:buChar char="•"/>
            </a:pPr>
            <a:r>
              <a:rPr lang="en-IN" sz="1800" dirty="0">
                <a:solidFill>
                  <a:srgbClr val="3C4043"/>
                </a:solidFill>
                <a:highlight>
                  <a:srgbClr val="FFFFFF"/>
                </a:highlight>
                <a:latin typeface="Roboto"/>
                <a:ea typeface="Roboto"/>
              </a:rPr>
              <a:t>Custom Aura components</a:t>
            </a:r>
          </a:p>
          <a:p>
            <a:pPr algn="l" fontAlgn="base">
              <a:buFont typeface="Arial" panose="020B0604020202020204" pitchFamily="34" charset="0"/>
              <a:buChar char="•"/>
            </a:pPr>
            <a:r>
              <a:rPr lang="en-IN" sz="1800" dirty="0">
                <a:solidFill>
                  <a:srgbClr val="3C4043"/>
                </a:solidFill>
                <a:highlight>
                  <a:srgbClr val="FFFFFF"/>
                </a:highlight>
                <a:latin typeface="Roboto"/>
                <a:ea typeface="Roboto"/>
              </a:rPr>
              <a:t>Custom Lightning web components</a:t>
            </a:r>
          </a:p>
          <a:p>
            <a:pPr algn="l" fontAlgn="base">
              <a:buFont typeface="Arial" panose="020B0604020202020204" pitchFamily="34" charset="0"/>
              <a:buChar char="•"/>
            </a:pPr>
            <a:r>
              <a:rPr lang="en-IN" sz="1800" dirty="0">
                <a:solidFill>
                  <a:srgbClr val="3C4043"/>
                </a:solidFill>
                <a:highlight>
                  <a:srgbClr val="FFFFFF"/>
                </a:highlight>
                <a:latin typeface="Roboto"/>
                <a:ea typeface="Roboto"/>
              </a:rPr>
              <a:t>Custom buttons or custom links</a:t>
            </a:r>
          </a:p>
          <a:p>
            <a:pPr algn="l" fontAlgn="base">
              <a:buFont typeface="Arial" panose="020B0604020202020204" pitchFamily="34" charset="0"/>
              <a:buChar char="•"/>
            </a:pPr>
            <a:r>
              <a:rPr lang="en-IN" sz="1800" dirty="0">
                <a:solidFill>
                  <a:srgbClr val="3C4043"/>
                </a:solidFill>
                <a:highlight>
                  <a:srgbClr val="FFFFFF"/>
                </a:highlight>
                <a:latin typeface="Roboto"/>
                <a:ea typeface="Roboto"/>
              </a:rPr>
              <a:t>Web tabs</a:t>
            </a:r>
          </a:p>
          <a:p>
            <a:pPr algn="l" fontAlgn="base">
              <a:buFont typeface="Arial" panose="020B0604020202020204" pitchFamily="34" charset="0"/>
              <a:buChar char="•"/>
            </a:pPr>
            <a:r>
              <a:rPr lang="en-IN" sz="1800" dirty="0">
                <a:solidFill>
                  <a:srgbClr val="3C4043"/>
                </a:solidFill>
                <a:highlight>
                  <a:srgbClr val="FFFFFF"/>
                </a:highlight>
                <a:latin typeface="Roboto"/>
                <a:ea typeface="Roboto"/>
              </a:rPr>
              <a:t>Direct flow URLs</a:t>
            </a:r>
          </a:p>
          <a:p>
            <a:pPr algn="l" fontAlgn="base">
              <a:buFont typeface="Arial" panose="020B0604020202020204" pitchFamily="34" charset="0"/>
              <a:buChar char="•"/>
            </a:pPr>
            <a:r>
              <a:rPr lang="en-IN" sz="1800" dirty="0">
                <a:solidFill>
                  <a:srgbClr val="3C4043"/>
                </a:solidFill>
                <a:highlight>
                  <a:srgbClr val="FFFFFF"/>
                </a:highlight>
                <a:latin typeface="Roboto"/>
                <a:ea typeface="Roboto"/>
              </a:rPr>
              <a:t>Visualforce pages</a:t>
            </a:r>
          </a:p>
          <a:p>
            <a:pPr algn="l" fontAlgn="base">
              <a:buFont typeface="Arial" panose="020B0604020202020204" pitchFamily="34" charset="0"/>
              <a:buChar char="•"/>
            </a:pPr>
            <a:r>
              <a:rPr lang="en-IN" sz="1800" dirty="0">
                <a:solidFill>
                  <a:srgbClr val="3C4043"/>
                </a:solidFill>
                <a:highlight>
                  <a:srgbClr val="FFFFFF"/>
                </a:highlight>
                <a:latin typeface="Roboto"/>
                <a:ea typeface="Roboto"/>
              </a:rPr>
              <a:t>Lightning Out</a:t>
            </a:r>
          </a:p>
          <a:p>
            <a:pPr algn="l" fontAlgn="base">
              <a:buFont typeface="Arial" panose="020B0604020202020204" pitchFamily="34" charset="0"/>
              <a:buChar char="•"/>
            </a:pPr>
            <a:r>
              <a:rPr lang="en-IN" sz="1800" dirty="0">
                <a:solidFill>
                  <a:srgbClr val="3C4043"/>
                </a:solidFill>
                <a:highlight>
                  <a:srgbClr val="FFFFFF"/>
                </a:highlight>
                <a:latin typeface="Roboto"/>
                <a:ea typeface="Roboto"/>
              </a:rPr>
              <a:t>Embedded Service deployments</a:t>
            </a:r>
          </a:p>
          <a:p>
            <a:pPr marL="228605" lvl="0" indent="-50805">
              <a:lnSpc>
                <a:spcPct val="150000"/>
              </a:lnSpc>
              <a:spcBef>
                <a:spcPts val="0"/>
              </a:spcBef>
              <a:buNone/>
            </a:pPr>
            <a:endParaRPr sz="1800" dirty="0">
              <a:solidFill>
                <a:srgbClr val="3C4043"/>
              </a:solidFill>
              <a:highlight>
                <a:srgbClr val="FFFFFF"/>
              </a:highlight>
              <a:latin typeface="Roboto"/>
              <a:ea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050" dirty="0">
              <a:solidFill>
                <a:srgbClr val="3C4043"/>
              </a:solidFill>
              <a:highlight>
                <a:srgbClr val="FFFFFF"/>
              </a:highlight>
              <a:latin typeface="Roboto"/>
              <a:ea typeface="Roboto"/>
              <a:cs typeface="Roboto"/>
              <a:sym typeface="Roboto"/>
            </a:endParaRPr>
          </a:p>
        </p:txBody>
      </p:sp>
    </p:spTree>
    <p:extLst>
      <p:ext uri="{BB962C8B-B14F-4D97-AF65-F5344CB8AC3E}">
        <p14:creationId xmlns:p14="http://schemas.microsoft.com/office/powerpoint/2010/main" val="6557044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body" idx="1"/>
          </p:nvPr>
        </p:nvSpPr>
        <p:spPr>
          <a:xfrm>
            <a:off x="373969" y="31053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dirty="0"/>
              <a:t>Auto Launched Flow</a:t>
            </a:r>
          </a:p>
        </p:txBody>
      </p:sp>
      <p:sp>
        <p:nvSpPr>
          <p:cNvPr id="204" name="Google Shape;204;p21"/>
          <p:cNvSpPr txBox="1">
            <a:spLocks noGrp="1"/>
          </p:cNvSpPr>
          <p:nvPr>
            <p:ph type="body" idx="2"/>
          </p:nvPr>
        </p:nvSpPr>
        <p:spPr>
          <a:xfrm>
            <a:off x="500579" y="1285463"/>
            <a:ext cx="11522700" cy="4835400"/>
          </a:xfrm>
          <a:prstGeom prst="rect">
            <a:avLst/>
          </a:prstGeom>
          <a:noFill/>
          <a:ln>
            <a:noFill/>
          </a:ln>
        </p:spPr>
        <p:txBody>
          <a:bodyPr spcFirstLastPara="1" wrap="square" lIns="91425" tIns="45700" rIns="91425" bIns="45700" anchor="t" anchorCtr="0">
            <a:noAutofit/>
          </a:bodyPr>
          <a:lstStyle/>
          <a:p>
            <a:pPr lvl="0" fontAlgn="base">
              <a:buFont typeface="Arial" panose="020B0604020202020204" pitchFamily="34" charset="0"/>
              <a:buChar char="•"/>
            </a:pPr>
            <a:r>
              <a:rPr lang="en-US" sz="1800" dirty="0">
                <a:solidFill>
                  <a:srgbClr val="3C4043"/>
                </a:solidFill>
                <a:highlight>
                  <a:srgbClr val="FFFFFF"/>
                </a:highlight>
                <a:latin typeface="Roboto"/>
                <a:ea typeface="Roboto"/>
              </a:rPr>
              <a:t>Unlike Screen flow which requires user interaction, Auto Launched Flow Doesn’t require user interaction.</a:t>
            </a:r>
          </a:p>
          <a:p>
            <a:pPr lvl="0" fontAlgn="base">
              <a:buFont typeface="Arial" panose="020B0604020202020204" pitchFamily="34" charset="0"/>
              <a:buChar char="•"/>
            </a:pPr>
            <a:r>
              <a:rPr lang="en-US" sz="1800" dirty="0">
                <a:solidFill>
                  <a:srgbClr val="3C4043"/>
                </a:solidFill>
                <a:highlight>
                  <a:srgbClr val="FFFFFF"/>
                </a:highlight>
                <a:latin typeface="Roboto"/>
                <a:ea typeface="Roboto"/>
              </a:rPr>
              <a:t>It is invoked automatically in background through either of the below ways:</a:t>
            </a:r>
          </a:p>
          <a:p>
            <a:pPr lvl="0" fontAlgn="base">
              <a:buFont typeface="Arial" panose="020B0604020202020204" pitchFamily="34" charset="0"/>
              <a:buChar char="•"/>
            </a:pPr>
            <a:endParaRPr lang="en-US" sz="1800" dirty="0">
              <a:solidFill>
                <a:srgbClr val="3C4043"/>
              </a:solidFill>
              <a:highlight>
                <a:srgbClr val="FFFFFF"/>
              </a:highlight>
              <a:latin typeface="Roboto"/>
              <a:ea typeface="Roboto"/>
            </a:endParaRPr>
          </a:p>
          <a:p>
            <a:pPr lvl="0" fontAlgn="base">
              <a:buFont typeface="Arial" panose="020B0604020202020204" pitchFamily="34" charset="0"/>
              <a:buChar char="•"/>
            </a:pPr>
            <a:endParaRPr lang="en-US" sz="1800" dirty="0">
              <a:solidFill>
                <a:srgbClr val="3C4043"/>
              </a:solidFill>
              <a:highlight>
                <a:srgbClr val="FFFFFF"/>
              </a:highlight>
              <a:latin typeface="Roboto"/>
              <a:ea typeface="Roboto"/>
            </a:endParaRPr>
          </a:p>
          <a:p>
            <a:pPr lvl="0" fontAlgn="base">
              <a:buFont typeface="Arial" panose="020B0604020202020204" pitchFamily="34" charset="0"/>
              <a:buChar char="•"/>
            </a:pPr>
            <a:endParaRPr lang="en-US" sz="1800" dirty="0">
              <a:solidFill>
                <a:srgbClr val="3C4043"/>
              </a:solidFill>
              <a:highlight>
                <a:srgbClr val="FFFFFF"/>
              </a:highlight>
              <a:latin typeface="Roboto"/>
              <a:ea typeface="Roboto"/>
            </a:endParaRPr>
          </a:p>
          <a:p>
            <a:pPr lvl="0" fontAlgn="base">
              <a:buFont typeface="Arial" panose="020B0604020202020204" pitchFamily="34" charset="0"/>
              <a:buChar char="•"/>
            </a:pPr>
            <a:endParaRPr lang="en-US" sz="1800" dirty="0">
              <a:solidFill>
                <a:srgbClr val="3C4043"/>
              </a:solidFill>
              <a:highlight>
                <a:srgbClr val="FFFFFF"/>
              </a:highlight>
              <a:latin typeface="Roboto"/>
              <a:ea typeface="Roboto"/>
            </a:endParaRPr>
          </a:p>
          <a:p>
            <a:pPr lvl="0" fontAlgn="base">
              <a:buFont typeface="Arial" panose="020B0604020202020204" pitchFamily="34" charset="0"/>
              <a:buChar char="•"/>
            </a:pPr>
            <a:endParaRPr lang="en-US" sz="1800" dirty="0">
              <a:solidFill>
                <a:srgbClr val="3C4043"/>
              </a:solidFill>
              <a:highlight>
                <a:srgbClr val="FFFFFF"/>
              </a:highlight>
              <a:latin typeface="Roboto"/>
              <a:ea typeface="Roboto"/>
            </a:endParaRPr>
          </a:p>
          <a:p>
            <a:pPr lvl="0" fontAlgn="base">
              <a:buFont typeface="Arial" panose="020B0604020202020204" pitchFamily="34" charset="0"/>
              <a:buChar char="•"/>
            </a:pPr>
            <a:r>
              <a:rPr lang="en-US" sz="1800" dirty="0">
                <a:solidFill>
                  <a:srgbClr val="3C4043"/>
                </a:solidFill>
                <a:highlight>
                  <a:srgbClr val="FFFFFF"/>
                </a:highlight>
                <a:latin typeface="Roboto"/>
                <a:ea typeface="Roboto"/>
              </a:rPr>
              <a:t>This flow type doesn’t support screens, local actions, choices, or choice sets.</a:t>
            </a:r>
            <a:endParaRPr sz="1800" dirty="0">
              <a:solidFill>
                <a:srgbClr val="3C4043"/>
              </a:solidFill>
              <a:highlight>
                <a:srgbClr val="FFFFFF"/>
              </a:highlight>
              <a:latin typeface="Roboto"/>
              <a:ea typeface="Roboto"/>
              <a:sym typeface="Roboto"/>
            </a:endParaRPr>
          </a:p>
          <a:p>
            <a:pPr marL="228605" lvl="0" indent="-50805">
              <a:lnSpc>
                <a:spcPct val="150000"/>
              </a:lnSpc>
              <a:spcBef>
                <a:spcPts val="0"/>
              </a:spcBef>
              <a:buNone/>
            </a:pPr>
            <a:endParaRPr sz="1800" dirty="0">
              <a:solidFill>
                <a:srgbClr val="3C4043"/>
              </a:solidFill>
              <a:highlight>
                <a:srgbClr val="FFFFFF"/>
              </a:highlight>
              <a:latin typeface="Roboto"/>
              <a:ea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050" dirty="0">
              <a:solidFill>
                <a:srgbClr val="3C4043"/>
              </a:solidFill>
              <a:highlight>
                <a:srgbClr val="FFFFFF"/>
              </a:highlight>
              <a:latin typeface="Roboto"/>
              <a:ea typeface="Roboto"/>
              <a:cs typeface="Roboto"/>
              <a:sym typeface="Roboto"/>
            </a:endParaRPr>
          </a:p>
        </p:txBody>
      </p:sp>
      <p:sp>
        <p:nvSpPr>
          <p:cNvPr id="2" name="Rectangle 1">
            <a:extLst>
              <a:ext uri="{FF2B5EF4-FFF2-40B4-BE49-F238E27FC236}">
                <a16:creationId xmlns:a16="http://schemas.microsoft.com/office/drawing/2014/main" id="{38656A52-82C3-40E9-BD76-CC4C6184F618}"/>
              </a:ext>
            </a:extLst>
          </p:cNvPr>
          <p:cNvSpPr>
            <a:spLocks noChangeArrowheads="1"/>
          </p:cNvSpPr>
          <p:nvPr/>
        </p:nvSpPr>
        <p:spPr bwMode="auto">
          <a:xfrm>
            <a:off x="-1730326" y="-2813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4" name="Table 3">
            <a:extLst>
              <a:ext uri="{FF2B5EF4-FFF2-40B4-BE49-F238E27FC236}">
                <a16:creationId xmlns:a16="http://schemas.microsoft.com/office/drawing/2014/main" id="{319F2462-5CA9-4E8A-9CCA-F9AE9F145552}"/>
              </a:ext>
            </a:extLst>
          </p:cNvPr>
          <p:cNvGraphicFramePr/>
          <p:nvPr>
            <p:extLst>
              <p:ext uri="{D42A27DB-BD31-4B8C-83A1-F6EECF244321}">
                <p14:modId xmlns:p14="http://schemas.microsoft.com/office/powerpoint/2010/main" val="112919060"/>
              </p:ext>
            </p:extLst>
          </p:nvPr>
        </p:nvGraphicFramePr>
        <p:xfrm>
          <a:off x="1299307" y="2148839"/>
          <a:ext cx="7061200" cy="1737360"/>
        </p:xfrm>
        <a:graphic>
          <a:graphicData uri="http://schemas.openxmlformats.org/drawingml/2006/table">
            <a:tbl>
              <a:tblPr>
                <a:tableStyleId>{C5506C4D-7EEC-4CB1-95DF-D9B22A299A20}</a:tableStyleId>
              </a:tblPr>
              <a:tblGrid>
                <a:gridCol w="7061200">
                  <a:extLst>
                    <a:ext uri="{9D8B030D-6E8A-4147-A177-3AD203B41FA5}">
                      <a16:colId xmlns:a16="http://schemas.microsoft.com/office/drawing/2014/main" val="2262330847"/>
                    </a:ext>
                  </a:extLst>
                </a:gridCol>
              </a:tblGrid>
              <a:tr h="0">
                <a:tc>
                  <a:txBody>
                    <a:bodyPr/>
                    <a:lstStyle/>
                    <a:p>
                      <a:pPr algn="l" fontAlgn="base">
                        <a:spcBef>
                          <a:spcPts val="0"/>
                        </a:spcBef>
                        <a:spcAft>
                          <a:spcPts val="0"/>
                        </a:spcAft>
                        <a:buClrTx/>
                        <a:buSzPts val="1800"/>
                        <a:buFont typeface="Arial" panose="020B0604020202020204" pitchFamily="34" charset="0"/>
                        <a:buChar char="•"/>
                      </a:pPr>
                      <a:r>
                        <a:rPr lang="en-US" sz="1800" u="none" strike="noStrike" dirty="0">
                          <a:effectLst/>
                        </a:rPr>
                        <a:t>Processes</a:t>
                      </a:r>
                    </a:p>
                    <a:p>
                      <a:pPr algn="l" fontAlgn="base">
                        <a:spcBef>
                          <a:spcPts val="0"/>
                        </a:spcBef>
                        <a:spcAft>
                          <a:spcPts val="0"/>
                        </a:spcAft>
                        <a:buClrTx/>
                        <a:buSzPts val="1800"/>
                        <a:buFont typeface="Arial" panose="020B0604020202020204" pitchFamily="34" charset="0"/>
                        <a:buChar char="•"/>
                      </a:pPr>
                      <a:r>
                        <a:rPr lang="en-US" sz="1800" u="none" strike="noStrike" dirty="0">
                          <a:effectLst/>
                        </a:rPr>
                        <a:t>Custom Apex classes</a:t>
                      </a:r>
                    </a:p>
                    <a:p>
                      <a:pPr algn="l" fontAlgn="base">
                        <a:spcBef>
                          <a:spcPts val="0"/>
                        </a:spcBef>
                        <a:spcAft>
                          <a:spcPts val="0"/>
                        </a:spcAft>
                        <a:buClrTx/>
                        <a:buSzPts val="1800"/>
                        <a:buFont typeface="Arial" panose="020B0604020202020204" pitchFamily="34" charset="0"/>
                        <a:buChar char="•"/>
                      </a:pPr>
                      <a:r>
                        <a:rPr lang="en-US" sz="1800" u="none" strike="noStrike" dirty="0">
                          <a:effectLst/>
                        </a:rPr>
                        <a:t>REST API</a:t>
                      </a:r>
                    </a:p>
                    <a:p>
                      <a:pPr algn="l" fontAlgn="base">
                        <a:spcBef>
                          <a:spcPts val="0"/>
                        </a:spcBef>
                        <a:spcAft>
                          <a:spcPts val="0"/>
                        </a:spcAft>
                        <a:buClrTx/>
                        <a:buSzPts val="1800"/>
                        <a:buFont typeface="Arial" panose="020B0604020202020204" pitchFamily="34" charset="0"/>
                        <a:buChar char="•"/>
                      </a:pPr>
                      <a:r>
                        <a:rPr lang="en-US" sz="1800" u="none" strike="noStrike" dirty="0">
                          <a:effectLst/>
                        </a:rPr>
                        <a:t>Web tabs</a:t>
                      </a:r>
                    </a:p>
                    <a:p>
                      <a:pPr algn="l" fontAlgn="base">
                        <a:spcBef>
                          <a:spcPts val="0"/>
                        </a:spcBef>
                        <a:spcAft>
                          <a:spcPts val="0"/>
                        </a:spcAft>
                        <a:buClrTx/>
                        <a:buSzPts val="1800"/>
                        <a:buFont typeface="Arial" panose="020B0604020202020204" pitchFamily="34" charset="0"/>
                        <a:buChar char="•"/>
                      </a:pPr>
                      <a:r>
                        <a:rPr lang="en-US" sz="1800" u="none" strike="noStrike" dirty="0">
                          <a:effectLst/>
                        </a:rPr>
                        <a:t>Custom buttons or custom links</a:t>
                      </a:r>
                    </a:p>
                    <a:p>
                      <a:pPr algn="l" fontAlgn="base">
                        <a:spcBef>
                          <a:spcPts val="0"/>
                        </a:spcBef>
                        <a:spcAft>
                          <a:spcPts val="0"/>
                        </a:spcAft>
                        <a:buClrTx/>
                        <a:buSzPts val="1800"/>
                        <a:buFont typeface="Arial" panose="020B0604020202020204" pitchFamily="34" charset="0"/>
                        <a:buChar char="•"/>
                      </a:pPr>
                      <a:r>
                        <a:rPr lang="en-US" sz="1800" u="none" strike="noStrike" dirty="0">
                          <a:effectLst/>
                        </a:rPr>
                        <a:t>Visualforce pages</a:t>
                      </a:r>
                      <a:endParaRPr lang="en-US" sz="1800" b="0" i="0" u="none" strike="noStrike" dirty="0">
                        <a:effectLst/>
                        <a:latin typeface="Arial" panose="020B0604020202020204" pitchFamily="34" charset="0"/>
                      </a:endParaRPr>
                    </a:p>
                  </a:txBody>
                  <a:tcPr anchor="ctr"/>
                </a:tc>
                <a:extLst>
                  <a:ext uri="{0D108BD9-81ED-4DB2-BD59-A6C34878D82A}">
                    <a16:rowId xmlns:a16="http://schemas.microsoft.com/office/drawing/2014/main" val="3400236553"/>
                  </a:ext>
                </a:extLst>
              </a:tr>
            </a:tbl>
          </a:graphicData>
        </a:graphic>
      </p:graphicFrame>
    </p:spTree>
    <p:extLst>
      <p:ext uri="{BB962C8B-B14F-4D97-AF65-F5344CB8AC3E}">
        <p14:creationId xmlns:p14="http://schemas.microsoft.com/office/powerpoint/2010/main" val="22447702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body" idx="1"/>
          </p:nvPr>
        </p:nvSpPr>
        <p:spPr>
          <a:xfrm>
            <a:off x="373969" y="310530"/>
            <a:ext cx="11444100" cy="627300"/>
          </a:xfrm>
          <a:prstGeom prst="rect">
            <a:avLst/>
          </a:prstGeom>
          <a:noFill/>
          <a:ln>
            <a:noFill/>
          </a:ln>
        </p:spPr>
        <p:txBody>
          <a:bodyPr spcFirstLastPara="1" wrap="square" lIns="91425" tIns="45700" rIns="91425" bIns="45700" anchor="t" anchorCtr="0">
            <a:noAutofit/>
          </a:bodyPr>
          <a:lstStyle/>
          <a:p>
            <a:pPr marL="0" indent="0" fontAlgn="base">
              <a:spcBef>
                <a:spcPts val="0"/>
              </a:spcBef>
            </a:pPr>
            <a:r>
              <a:rPr lang="en-IN" dirty="0"/>
              <a:t>Example of Auto Launched Flow</a:t>
            </a:r>
          </a:p>
        </p:txBody>
      </p:sp>
      <p:sp>
        <p:nvSpPr>
          <p:cNvPr id="204" name="Google Shape;204;p21"/>
          <p:cNvSpPr txBox="1">
            <a:spLocks noGrp="1"/>
          </p:cNvSpPr>
          <p:nvPr>
            <p:ph type="body" idx="2"/>
          </p:nvPr>
        </p:nvSpPr>
        <p:spPr>
          <a:xfrm>
            <a:off x="373969" y="1383937"/>
            <a:ext cx="11522700" cy="4835400"/>
          </a:xfrm>
          <a:prstGeom prst="rect">
            <a:avLst/>
          </a:prstGeom>
          <a:noFill/>
          <a:ln>
            <a:noFill/>
          </a:ln>
        </p:spPr>
        <p:txBody>
          <a:bodyPr spcFirstLastPara="1" wrap="square" lIns="91425" tIns="45700" rIns="91425" bIns="45700" anchor="t" anchorCtr="0">
            <a:noAutofit/>
          </a:bodyPr>
          <a:lstStyle/>
          <a:p>
            <a:pPr marL="228605" indent="-50805">
              <a:lnSpc>
                <a:spcPct val="150000"/>
              </a:lnSpc>
              <a:spcBef>
                <a:spcPts val="0"/>
              </a:spcBef>
              <a:buNone/>
            </a:pPr>
            <a:r>
              <a:rPr lang="en-US" sz="1800" dirty="0">
                <a:solidFill>
                  <a:srgbClr val="3C4043"/>
                </a:solidFill>
                <a:highlight>
                  <a:srgbClr val="FFFFFF"/>
                </a:highlight>
                <a:latin typeface="Roboto"/>
                <a:ea typeface="Roboto"/>
                <a:sym typeface="Roboto"/>
              </a:rPr>
              <a:t>          </a:t>
            </a: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highlight>
                <a:srgbClr val="FFFFFF"/>
              </a:highlight>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050" dirty="0">
              <a:solidFill>
                <a:srgbClr val="3C4043"/>
              </a:solidFill>
              <a:highlight>
                <a:srgbClr val="FFFFFF"/>
              </a:highlight>
              <a:latin typeface="Roboto"/>
              <a:ea typeface="Roboto"/>
              <a:cs typeface="Roboto"/>
              <a:sym typeface="Roboto"/>
            </a:endParaRPr>
          </a:p>
        </p:txBody>
      </p:sp>
      <p:pic>
        <p:nvPicPr>
          <p:cNvPr id="3" name="Picture 2">
            <a:extLst>
              <a:ext uri="{FF2B5EF4-FFF2-40B4-BE49-F238E27FC236}">
                <a16:creationId xmlns:a16="http://schemas.microsoft.com/office/drawing/2014/main" id="{5B099A1E-5D5B-405A-8E90-7400E7D1ECBE}"/>
              </a:ext>
            </a:extLst>
          </p:cNvPr>
          <p:cNvPicPr>
            <a:picLocks noChangeAspect="1"/>
          </p:cNvPicPr>
          <p:nvPr/>
        </p:nvPicPr>
        <p:blipFill>
          <a:blip r:embed="rId3"/>
          <a:stretch>
            <a:fillRect/>
          </a:stretch>
        </p:blipFill>
        <p:spPr>
          <a:xfrm>
            <a:off x="1501221" y="2213148"/>
            <a:ext cx="9189558" cy="3530963"/>
          </a:xfrm>
          <a:prstGeom prst="rect">
            <a:avLst/>
          </a:prstGeom>
        </p:spPr>
      </p:pic>
      <p:sp>
        <p:nvSpPr>
          <p:cNvPr id="2" name="TextBox 1">
            <a:extLst>
              <a:ext uri="{FF2B5EF4-FFF2-40B4-BE49-F238E27FC236}">
                <a16:creationId xmlns:a16="http://schemas.microsoft.com/office/drawing/2014/main" id="{3366D27D-2C35-4E68-8BCA-2FA467E47E5B}"/>
              </a:ext>
            </a:extLst>
          </p:cNvPr>
          <p:cNvSpPr txBox="1"/>
          <p:nvPr/>
        </p:nvSpPr>
        <p:spPr>
          <a:xfrm>
            <a:off x="1280160" y="1383937"/>
            <a:ext cx="9411286" cy="646331"/>
          </a:xfrm>
          <a:prstGeom prst="rect">
            <a:avLst/>
          </a:prstGeom>
          <a:noFill/>
        </p:spPr>
        <p:txBody>
          <a:bodyPr wrap="square" rtlCol="0">
            <a:spAutoFit/>
          </a:bodyPr>
          <a:lstStyle/>
          <a:p>
            <a:r>
              <a:rPr lang="en-US" sz="1800" dirty="0">
                <a:solidFill>
                  <a:srgbClr val="3C4043"/>
                </a:solidFill>
                <a:highlight>
                  <a:srgbClr val="FFFFFF"/>
                </a:highlight>
                <a:latin typeface="Roboto"/>
                <a:ea typeface="Roboto"/>
                <a:cs typeface="Calibri"/>
                <a:sym typeface="Calibri"/>
              </a:rPr>
              <a:t>Like Screen Flow, an auto launched flow should have a start elements and each elements should be connected with each other to define the sequence of execution</a:t>
            </a:r>
            <a:endParaRPr lang="en-IN" sz="1800" dirty="0">
              <a:solidFill>
                <a:srgbClr val="3C4043"/>
              </a:solidFill>
              <a:highlight>
                <a:srgbClr val="FFFFFF"/>
              </a:highlight>
              <a:latin typeface="Roboto"/>
              <a:ea typeface="Roboto"/>
              <a:cs typeface="Calibri"/>
              <a:sym typeface="Calibri"/>
            </a:endParaRPr>
          </a:p>
        </p:txBody>
      </p:sp>
    </p:spTree>
    <p:extLst>
      <p:ext uri="{BB962C8B-B14F-4D97-AF65-F5344CB8AC3E}">
        <p14:creationId xmlns:p14="http://schemas.microsoft.com/office/powerpoint/2010/main" val="37970493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3"/>
          <p:cNvSpPr txBox="1">
            <a:spLocks noGrp="1"/>
          </p:cNvSpPr>
          <p:nvPr>
            <p:ph type="body" idx="1"/>
          </p:nvPr>
        </p:nvSpPr>
        <p:spPr>
          <a:xfrm>
            <a:off x="373944" y="21483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dirty="0"/>
              <a:t>Schedule Flow</a:t>
            </a:r>
            <a:endParaRPr dirty="0"/>
          </a:p>
          <a:p>
            <a:pPr marL="0" lvl="0" indent="0" algn="ctr" rtl="0">
              <a:lnSpc>
                <a:spcPct val="90000"/>
              </a:lnSpc>
              <a:spcBef>
                <a:spcPts val="0"/>
              </a:spcBef>
              <a:spcAft>
                <a:spcPts val="0"/>
              </a:spcAft>
              <a:buClr>
                <a:schemeClr val="accent2"/>
              </a:buClr>
              <a:buSzPts val="4000"/>
              <a:buNone/>
            </a:pPr>
            <a:endParaRPr dirty="0"/>
          </a:p>
        </p:txBody>
      </p:sp>
      <p:sp>
        <p:nvSpPr>
          <p:cNvPr id="216" name="Google Shape;216;p23"/>
          <p:cNvSpPr txBox="1">
            <a:spLocks noGrp="1"/>
          </p:cNvSpPr>
          <p:nvPr>
            <p:ph type="body" idx="2"/>
          </p:nvPr>
        </p:nvSpPr>
        <p:spPr>
          <a:xfrm>
            <a:off x="334650" y="1222875"/>
            <a:ext cx="11522700" cy="5313900"/>
          </a:xfrm>
          <a:prstGeom prst="rect">
            <a:avLst/>
          </a:prstGeom>
          <a:noFill/>
          <a:ln>
            <a:noFill/>
          </a:ln>
        </p:spPr>
        <p:txBody>
          <a:bodyPr spcFirstLastPara="1" wrap="square" lIns="91425" tIns="45700" rIns="91425" bIns="45700" anchor="t" anchorCtr="0">
            <a:noAutofit/>
          </a:bodyPr>
          <a:lstStyle/>
          <a:p>
            <a:pPr marL="463550" indent="-285750">
              <a:lnSpc>
                <a:spcPct val="150000"/>
              </a:lnSpc>
              <a:spcBef>
                <a:spcPts val="0"/>
              </a:spcBef>
            </a:pPr>
            <a:r>
              <a:rPr lang="en-US" sz="1800" dirty="0">
                <a:solidFill>
                  <a:srgbClr val="3C4043"/>
                </a:solidFill>
                <a:latin typeface="Roboto"/>
                <a:ea typeface="Roboto"/>
                <a:cs typeface="Roboto"/>
                <a:sym typeface="Roboto"/>
              </a:rPr>
              <a:t>Schedule an </a:t>
            </a:r>
            <a:r>
              <a:rPr lang="en-US" sz="1800" dirty="0" err="1">
                <a:solidFill>
                  <a:srgbClr val="3C4043"/>
                </a:solidFill>
                <a:latin typeface="Roboto"/>
                <a:ea typeface="Roboto"/>
                <a:cs typeface="Roboto"/>
                <a:sym typeface="Roboto"/>
              </a:rPr>
              <a:t>autolaunched</a:t>
            </a:r>
            <a:r>
              <a:rPr lang="en-US" sz="1800" dirty="0">
                <a:solidFill>
                  <a:srgbClr val="3C4043"/>
                </a:solidFill>
                <a:latin typeface="Roboto"/>
                <a:ea typeface="Roboto"/>
                <a:cs typeface="Roboto"/>
                <a:sym typeface="Roboto"/>
              </a:rPr>
              <a:t> flow to start at a specific time and set it to run once, daily, or weekly. To have the scheduled flow run for a batch of records, specify the object and the filter conditions that each record must meet.</a:t>
            </a:r>
          </a:p>
          <a:p>
            <a:pPr marL="463550" indent="-285750">
              <a:lnSpc>
                <a:spcPct val="150000"/>
              </a:lnSpc>
              <a:spcBef>
                <a:spcPts val="0"/>
              </a:spcBef>
            </a:pPr>
            <a:r>
              <a:rPr lang="en-US" sz="1800" dirty="0">
                <a:solidFill>
                  <a:srgbClr val="3C4043"/>
                </a:solidFill>
                <a:latin typeface="Roboto"/>
                <a:ea typeface="Roboto"/>
                <a:cs typeface="Roboto"/>
                <a:sym typeface="Roboto"/>
              </a:rPr>
              <a:t>A flow interview runs for each record in the batch and stores all of the record’s field values in the $Record global variable. As you build the scheduled flow, reference the $Record global variable to access the record’s field values.</a:t>
            </a:r>
          </a:p>
          <a:p>
            <a:pPr marL="463550" indent="-285750">
              <a:lnSpc>
                <a:spcPct val="150000"/>
              </a:lnSpc>
              <a:spcBef>
                <a:spcPts val="0"/>
              </a:spcBef>
            </a:pPr>
            <a:r>
              <a:rPr lang="en-US" sz="1800" dirty="0">
                <a:solidFill>
                  <a:srgbClr val="3C4043"/>
                </a:solidFill>
                <a:latin typeface="Roboto"/>
                <a:ea typeface="Roboto"/>
                <a:cs typeface="Roboto"/>
                <a:sym typeface="Roboto"/>
              </a:rPr>
              <a:t>If you configure an Update Records element to use the ID and all field values from the $Record global variable, enable Filter inaccessible fields from flow requests in your org’s process automation settings. Otherwise, the flow fails because the Update Records element tries to set the values for system fields and other read-only fields.</a:t>
            </a:r>
          </a:p>
          <a:p>
            <a:pPr marL="463550" indent="-285750">
              <a:lnSpc>
                <a:spcPct val="150000"/>
              </a:lnSpc>
              <a:spcBef>
                <a:spcPts val="0"/>
              </a:spcBef>
            </a:pPr>
            <a:r>
              <a:rPr lang="en-US" sz="1800" dirty="0">
                <a:solidFill>
                  <a:srgbClr val="3C4043"/>
                </a:solidFill>
                <a:latin typeface="Roboto"/>
                <a:ea typeface="Roboto"/>
                <a:cs typeface="Roboto"/>
                <a:sym typeface="Roboto"/>
              </a:rPr>
              <a:t>You can monitor scheduled flows from the Scheduled Jobs page in Setup.</a:t>
            </a:r>
            <a:endParaRPr sz="1800" dirty="0">
              <a:solidFill>
                <a:srgbClr val="3C4043"/>
              </a:solidFill>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3"/>
          <p:cNvSpPr txBox="1">
            <a:spLocks noGrp="1"/>
          </p:cNvSpPr>
          <p:nvPr>
            <p:ph type="body" idx="1"/>
          </p:nvPr>
        </p:nvSpPr>
        <p:spPr>
          <a:xfrm>
            <a:off x="373944" y="21483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dirty="0"/>
              <a:t>Schedule Flow</a:t>
            </a:r>
            <a:endParaRPr dirty="0"/>
          </a:p>
          <a:p>
            <a:pPr marL="0" lvl="0" indent="0" algn="ctr" rtl="0">
              <a:lnSpc>
                <a:spcPct val="90000"/>
              </a:lnSpc>
              <a:spcBef>
                <a:spcPts val="0"/>
              </a:spcBef>
              <a:spcAft>
                <a:spcPts val="0"/>
              </a:spcAft>
              <a:buClr>
                <a:schemeClr val="accent2"/>
              </a:buClr>
              <a:buSzPts val="4000"/>
              <a:buNone/>
            </a:pPr>
            <a:endParaRPr dirty="0"/>
          </a:p>
        </p:txBody>
      </p:sp>
      <p:sp>
        <p:nvSpPr>
          <p:cNvPr id="216" name="Google Shape;216;p23"/>
          <p:cNvSpPr txBox="1">
            <a:spLocks noGrp="1"/>
          </p:cNvSpPr>
          <p:nvPr>
            <p:ph type="body" idx="2"/>
          </p:nvPr>
        </p:nvSpPr>
        <p:spPr>
          <a:xfrm>
            <a:off x="334650" y="1222875"/>
            <a:ext cx="11522700" cy="5313900"/>
          </a:xfrm>
          <a:prstGeom prst="rect">
            <a:avLst/>
          </a:prstGeom>
          <a:noFill/>
          <a:ln>
            <a:noFill/>
          </a:ln>
        </p:spPr>
        <p:txBody>
          <a:bodyPr spcFirstLastPara="1" wrap="square" lIns="91425" tIns="45700" rIns="91425" bIns="45700" anchor="t" anchorCtr="0">
            <a:noAutofit/>
          </a:bodyPr>
          <a:lstStyle/>
          <a:p>
            <a:pPr marL="228605" lvl="0" indent="-50805" algn="l" rtl="0">
              <a:lnSpc>
                <a:spcPct val="150000"/>
              </a:lnSpc>
              <a:spcBef>
                <a:spcPts val="0"/>
              </a:spcBef>
              <a:spcAft>
                <a:spcPts val="0"/>
              </a:spcAft>
              <a:buClr>
                <a:srgbClr val="3F3F3F"/>
              </a:buClr>
              <a:buSzPts val="2800"/>
              <a:buNone/>
            </a:pPr>
            <a:endParaRPr sz="1800" dirty="0">
              <a:solidFill>
                <a:srgbClr val="3C4043"/>
              </a:solidFill>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latin typeface="Roboto"/>
              <a:ea typeface="Roboto"/>
              <a:cs typeface="Roboto"/>
              <a:sym typeface="Roboto"/>
            </a:endParaRPr>
          </a:p>
        </p:txBody>
      </p:sp>
      <p:pic>
        <p:nvPicPr>
          <p:cNvPr id="10242" name="Picture 2" descr="Schedule Lightning Flows – Jayakrishna Ganjikunta">
            <a:extLst>
              <a:ext uri="{FF2B5EF4-FFF2-40B4-BE49-F238E27FC236}">
                <a16:creationId xmlns:a16="http://schemas.microsoft.com/office/drawing/2014/main" id="{44EBA5A8-772A-42BC-93E6-02ED39D950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3044" y="1289697"/>
            <a:ext cx="9105900" cy="4524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0871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3"/>
          <p:cNvSpPr txBox="1">
            <a:spLocks noGrp="1"/>
          </p:cNvSpPr>
          <p:nvPr>
            <p:ph type="body" idx="1"/>
          </p:nvPr>
        </p:nvSpPr>
        <p:spPr>
          <a:xfrm>
            <a:off x="373944" y="21483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dirty="0"/>
              <a:t>Record Triggered Flow</a:t>
            </a:r>
            <a:endParaRPr dirty="0"/>
          </a:p>
          <a:p>
            <a:pPr marL="0" lvl="0" indent="0" algn="ctr" rtl="0">
              <a:lnSpc>
                <a:spcPct val="90000"/>
              </a:lnSpc>
              <a:spcBef>
                <a:spcPts val="0"/>
              </a:spcBef>
              <a:spcAft>
                <a:spcPts val="0"/>
              </a:spcAft>
              <a:buClr>
                <a:schemeClr val="accent2"/>
              </a:buClr>
              <a:buSzPts val="4000"/>
              <a:buNone/>
            </a:pPr>
            <a:endParaRPr dirty="0"/>
          </a:p>
        </p:txBody>
      </p:sp>
      <p:sp>
        <p:nvSpPr>
          <p:cNvPr id="216" name="Google Shape;216;p23"/>
          <p:cNvSpPr txBox="1">
            <a:spLocks noGrp="1"/>
          </p:cNvSpPr>
          <p:nvPr>
            <p:ph type="body" idx="2"/>
          </p:nvPr>
        </p:nvSpPr>
        <p:spPr>
          <a:xfrm>
            <a:off x="334650" y="1222875"/>
            <a:ext cx="11522700" cy="5313900"/>
          </a:xfrm>
          <a:prstGeom prst="rect">
            <a:avLst/>
          </a:prstGeom>
          <a:noFill/>
          <a:ln>
            <a:noFill/>
          </a:ln>
        </p:spPr>
        <p:txBody>
          <a:bodyPr spcFirstLastPara="1" wrap="square" lIns="91425" tIns="45700" rIns="91425" bIns="45700" anchor="t" anchorCtr="0">
            <a:noAutofit/>
          </a:bodyPr>
          <a:lstStyle/>
          <a:p>
            <a:pPr marL="463550" lvl="0" indent="-285750">
              <a:lnSpc>
                <a:spcPct val="150000"/>
              </a:lnSpc>
              <a:spcBef>
                <a:spcPts val="0"/>
              </a:spcBef>
            </a:pPr>
            <a:r>
              <a:rPr lang="en-US" sz="1800" dirty="0">
                <a:solidFill>
                  <a:srgbClr val="3C4043"/>
                </a:solidFill>
                <a:latin typeface="Roboto"/>
                <a:ea typeface="Roboto"/>
              </a:rPr>
              <a:t>Makes before-save or after-save updates to the new or changed record that launches the flow. </a:t>
            </a:r>
          </a:p>
          <a:p>
            <a:pPr marL="463550" lvl="0" indent="-285750">
              <a:lnSpc>
                <a:spcPct val="150000"/>
              </a:lnSpc>
              <a:spcBef>
                <a:spcPts val="0"/>
              </a:spcBef>
            </a:pPr>
            <a:r>
              <a:rPr lang="en-US" sz="1800" dirty="0">
                <a:solidFill>
                  <a:srgbClr val="3C4043"/>
                </a:solidFill>
                <a:latin typeface="Roboto"/>
                <a:ea typeface="Roboto"/>
              </a:rPr>
              <a:t>A record-triggered flow runs when a record is created , updated or deleted</a:t>
            </a:r>
          </a:p>
          <a:p>
            <a:pPr marL="463550" lvl="0" indent="-285750">
              <a:lnSpc>
                <a:spcPct val="150000"/>
              </a:lnSpc>
              <a:spcBef>
                <a:spcPts val="0"/>
              </a:spcBef>
            </a:pPr>
            <a:endParaRPr lang="en-US" sz="1800" b="1" dirty="0">
              <a:solidFill>
                <a:srgbClr val="3C4043"/>
              </a:solidFill>
              <a:latin typeface="Roboto"/>
              <a:ea typeface="Roboto"/>
              <a:sym typeface="Roboto"/>
            </a:endParaRPr>
          </a:p>
          <a:p>
            <a:pPr marL="463550" lvl="0" indent="-285750">
              <a:lnSpc>
                <a:spcPct val="150000"/>
              </a:lnSpc>
              <a:spcBef>
                <a:spcPts val="0"/>
              </a:spcBef>
            </a:pPr>
            <a:endParaRPr lang="en-US" sz="1800" b="1" dirty="0">
              <a:solidFill>
                <a:srgbClr val="3C4043"/>
              </a:solidFill>
              <a:latin typeface="Roboto"/>
              <a:ea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latin typeface="Roboto"/>
              <a:ea typeface="Roboto"/>
              <a:cs typeface="Roboto"/>
              <a:sym typeface="Roboto"/>
            </a:endParaRPr>
          </a:p>
        </p:txBody>
      </p:sp>
      <p:sp>
        <p:nvSpPr>
          <p:cNvPr id="2" name="Rectangle: Rounded Corners 1">
            <a:extLst>
              <a:ext uri="{FF2B5EF4-FFF2-40B4-BE49-F238E27FC236}">
                <a16:creationId xmlns:a16="http://schemas.microsoft.com/office/drawing/2014/main" id="{1BFC8C5C-765C-47FB-BDC9-DE16039059D7}"/>
              </a:ext>
            </a:extLst>
          </p:cNvPr>
          <p:cNvSpPr/>
          <p:nvPr/>
        </p:nvSpPr>
        <p:spPr>
          <a:xfrm>
            <a:off x="3275428" y="4651840"/>
            <a:ext cx="2700997" cy="71288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Before-Save</a:t>
            </a:r>
            <a:endParaRPr lang="en-IN" sz="2000" dirty="0"/>
          </a:p>
        </p:txBody>
      </p:sp>
      <p:sp>
        <p:nvSpPr>
          <p:cNvPr id="5" name="Rectangle: Rounded Corners 4">
            <a:extLst>
              <a:ext uri="{FF2B5EF4-FFF2-40B4-BE49-F238E27FC236}">
                <a16:creationId xmlns:a16="http://schemas.microsoft.com/office/drawing/2014/main" id="{287BFA10-688C-4569-8F97-D1E895B43CD7}"/>
              </a:ext>
            </a:extLst>
          </p:cNvPr>
          <p:cNvSpPr/>
          <p:nvPr/>
        </p:nvSpPr>
        <p:spPr>
          <a:xfrm>
            <a:off x="6989299" y="4651841"/>
            <a:ext cx="2700997" cy="71288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After-Save</a:t>
            </a:r>
            <a:endParaRPr lang="en-IN" sz="2000" dirty="0"/>
          </a:p>
        </p:txBody>
      </p:sp>
      <p:sp>
        <p:nvSpPr>
          <p:cNvPr id="6" name="Rectangle: Rounded Corners 5">
            <a:extLst>
              <a:ext uri="{FF2B5EF4-FFF2-40B4-BE49-F238E27FC236}">
                <a16:creationId xmlns:a16="http://schemas.microsoft.com/office/drawing/2014/main" id="{4F938E13-4A0A-4681-B5A5-B9BF20435180}"/>
              </a:ext>
            </a:extLst>
          </p:cNvPr>
          <p:cNvSpPr/>
          <p:nvPr/>
        </p:nvSpPr>
        <p:spPr>
          <a:xfrm>
            <a:off x="2853397" y="2638190"/>
            <a:ext cx="7092462" cy="598336"/>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2800" b="1" dirty="0">
                <a:solidFill>
                  <a:schemeClr val="bg1"/>
                </a:solidFill>
                <a:latin typeface="Roboto"/>
                <a:ea typeface="Roboto"/>
                <a:sym typeface="Roboto"/>
              </a:rPr>
              <a:t>Types of Record-Triggered Flow</a:t>
            </a:r>
          </a:p>
        </p:txBody>
      </p:sp>
      <p:cxnSp>
        <p:nvCxnSpPr>
          <p:cNvPr id="4" name="Straight Arrow Connector 3">
            <a:extLst>
              <a:ext uri="{FF2B5EF4-FFF2-40B4-BE49-F238E27FC236}">
                <a16:creationId xmlns:a16="http://schemas.microsoft.com/office/drawing/2014/main" id="{EEC42780-6F91-4E74-9F66-60E90700CB55}"/>
              </a:ext>
            </a:extLst>
          </p:cNvPr>
          <p:cNvCxnSpPr/>
          <p:nvPr/>
        </p:nvCxnSpPr>
        <p:spPr>
          <a:xfrm flipH="1">
            <a:off x="4838114" y="3416942"/>
            <a:ext cx="1561514" cy="10445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0C7303C3-3698-4AC7-A4A9-341723B9BE41}"/>
              </a:ext>
            </a:extLst>
          </p:cNvPr>
          <p:cNvCxnSpPr>
            <a:cxnSpLocks/>
          </p:cNvCxnSpPr>
          <p:nvPr/>
        </p:nvCxnSpPr>
        <p:spPr>
          <a:xfrm>
            <a:off x="6399628" y="3429000"/>
            <a:ext cx="1547446" cy="11380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63139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4"/>
          <p:cNvSpPr txBox="1">
            <a:spLocks noGrp="1"/>
          </p:cNvSpPr>
          <p:nvPr>
            <p:ph type="body" idx="1"/>
          </p:nvPr>
        </p:nvSpPr>
        <p:spPr>
          <a:xfrm>
            <a:off x="373944" y="21483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dirty="0"/>
              <a:t>Record Triggered Flow</a:t>
            </a:r>
          </a:p>
          <a:p>
            <a:pPr marL="0" lvl="0" indent="0" algn="ctr" rtl="0">
              <a:lnSpc>
                <a:spcPct val="90000"/>
              </a:lnSpc>
              <a:spcBef>
                <a:spcPts val="0"/>
              </a:spcBef>
              <a:spcAft>
                <a:spcPts val="0"/>
              </a:spcAft>
              <a:buClr>
                <a:schemeClr val="accent2"/>
              </a:buClr>
              <a:buSzPts val="4000"/>
              <a:buNone/>
            </a:pPr>
            <a:endParaRPr dirty="0"/>
          </a:p>
        </p:txBody>
      </p:sp>
      <p:sp>
        <p:nvSpPr>
          <p:cNvPr id="222" name="Google Shape;222;p24"/>
          <p:cNvSpPr txBox="1">
            <a:spLocks noGrp="1"/>
          </p:cNvSpPr>
          <p:nvPr>
            <p:ph type="body" idx="2"/>
          </p:nvPr>
        </p:nvSpPr>
        <p:spPr>
          <a:xfrm>
            <a:off x="334650" y="1222875"/>
            <a:ext cx="11522700" cy="5313900"/>
          </a:xfrm>
          <a:prstGeom prst="rect">
            <a:avLst/>
          </a:prstGeom>
          <a:noFill/>
          <a:ln>
            <a:noFill/>
          </a:ln>
        </p:spPr>
        <p:txBody>
          <a:bodyPr spcFirstLastPara="1" wrap="square" lIns="91425" tIns="45700" rIns="91425" bIns="45700" anchor="t" anchorCtr="0">
            <a:noAutofit/>
          </a:bodyPr>
          <a:lstStyle/>
          <a:p>
            <a:pPr marL="228605" lvl="0" indent="-50805" algn="l" rtl="0">
              <a:lnSpc>
                <a:spcPct val="150000"/>
              </a:lnSpc>
              <a:spcBef>
                <a:spcPts val="0"/>
              </a:spcBef>
              <a:spcAft>
                <a:spcPts val="0"/>
              </a:spcAft>
              <a:buClr>
                <a:srgbClr val="3F3F3F"/>
              </a:buClr>
              <a:buSzPts val="2800"/>
              <a:buNone/>
            </a:pPr>
            <a:endParaRPr sz="1800" dirty="0">
              <a:solidFill>
                <a:srgbClr val="3C4043"/>
              </a:solidFill>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latin typeface="Roboto"/>
              <a:ea typeface="Roboto"/>
              <a:cs typeface="Roboto"/>
              <a:sym typeface="Roboto"/>
            </a:endParaRPr>
          </a:p>
        </p:txBody>
      </p:sp>
      <p:pic>
        <p:nvPicPr>
          <p:cNvPr id="4" name="Picture 3">
            <a:extLst>
              <a:ext uri="{FF2B5EF4-FFF2-40B4-BE49-F238E27FC236}">
                <a16:creationId xmlns:a16="http://schemas.microsoft.com/office/drawing/2014/main" id="{A7C7AB04-354F-46FA-B905-48A7D6DD8AAE}"/>
              </a:ext>
            </a:extLst>
          </p:cNvPr>
          <p:cNvPicPr>
            <a:picLocks noChangeAspect="1"/>
          </p:cNvPicPr>
          <p:nvPr/>
        </p:nvPicPr>
        <p:blipFill>
          <a:blip r:embed="rId3"/>
          <a:stretch>
            <a:fillRect/>
          </a:stretch>
        </p:blipFill>
        <p:spPr>
          <a:xfrm>
            <a:off x="1061883" y="1843548"/>
            <a:ext cx="10102645" cy="3229897"/>
          </a:xfrm>
          <a:prstGeom prst="rect">
            <a:avLst/>
          </a:prstGeom>
        </p:spPr>
      </p:pic>
    </p:spTree>
    <p:extLst>
      <p:ext uri="{BB962C8B-B14F-4D97-AF65-F5344CB8AC3E}">
        <p14:creationId xmlns:p14="http://schemas.microsoft.com/office/powerpoint/2010/main" val="22698311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4"/>
          <p:cNvSpPr txBox="1">
            <a:spLocks noGrp="1"/>
          </p:cNvSpPr>
          <p:nvPr>
            <p:ph type="body" idx="1"/>
          </p:nvPr>
        </p:nvSpPr>
        <p:spPr>
          <a:xfrm>
            <a:off x="373944" y="21483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dirty="0"/>
              <a:t>Before Save Flow</a:t>
            </a:r>
            <a:endParaRPr dirty="0"/>
          </a:p>
          <a:p>
            <a:pPr marL="0" lvl="0" indent="0" algn="ctr" rtl="0">
              <a:lnSpc>
                <a:spcPct val="90000"/>
              </a:lnSpc>
              <a:spcBef>
                <a:spcPts val="0"/>
              </a:spcBef>
              <a:spcAft>
                <a:spcPts val="0"/>
              </a:spcAft>
              <a:buClr>
                <a:schemeClr val="accent2"/>
              </a:buClr>
              <a:buSzPts val="4000"/>
              <a:buNone/>
            </a:pPr>
            <a:endParaRPr dirty="0"/>
          </a:p>
        </p:txBody>
      </p:sp>
      <p:sp>
        <p:nvSpPr>
          <p:cNvPr id="222" name="Google Shape;222;p24"/>
          <p:cNvSpPr txBox="1">
            <a:spLocks noGrp="1"/>
          </p:cNvSpPr>
          <p:nvPr>
            <p:ph type="body" idx="2"/>
          </p:nvPr>
        </p:nvSpPr>
        <p:spPr>
          <a:xfrm>
            <a:off x="334650" y="1222875"/>
            <a:ext cx="11522700" cy="5313900"/>
          </a:xfrm>
          <a:prstGeom prst="rect">
            <a:avLst/>
          </a:prstGeom>
          <a:noFill/>
          <a:ln>
            <a:noFill/>
          </a:ln>
        </p:spPr>
        <p:txBody>
          <a:bodyPr spcFirstLastPara="1" wrap="square" lIns="91425" tIns="45700" rIns="91425" bIns="45700" anchor="t" anchorCtr="0">
            <a:noAutofit/>
          </a:bodyPr>
          <a:lstStyle/>
          <a:p>
            <a:pPr marL="463550" indent="-285750" fontAlgn="base">
              <a:lnSpc>
                <a:spcPct val="150000"/>
              </a:lnSpc>
              <a:spcBef>
                <a:spcPts val="0"/>
              </a:spcBef>
            </a:pPr>
            <a:r>
              <a:rPr lang="en-US" sz="1800" dirty="0">
                <a:solidFill>
                  <a:srgbClr val="3C4043"/>
                </a:solidFill>
                <a:highlight>
                  <a:srgbClr val="FFFFFF"/>
                </a:highlight>
                <a:latin typeface="Roboto"/>
                <a:ea typeface="Roboto"/>
              </a:rPr>
              <a:t>Creating or updating a record can trigger a Before Save </a:t>
            </a:r>
            <a:r>
              <a:rPr lang="en-US" sz="1800" dirty="0" err="1">
                <a:solidFill>
                  <a:srgbClr val="3C4043"/>
                </a:solidFill>
                <a:highlight>
                  <a:srgbClr val="FFFFFF"/>
                </a:highlight>
                <a:latin typeface="Roboto"/>
                <a:ea typeface="Roboto"/>
              </a:rPr>
              <a:t>autolaunched</a:t>
            </a:r>
            <a:r>
              <a:rPr lang="en-US" sz="1800" dirty="0">
                <a:solidFill>
                  <a:srgbClr val="3C4043"/>
                </a:solidFill>
                <a:highlight>
                  <a:srgbClr val="FFFFFF"/>
                </a:highlight>
                <a:latin typeface="Roboto"/>
                <a:ea typeface="Roboto"/>
              </a:rPr>
              <a:t> flow to make additional updates to that record before it's saved to the database. </a:t>
            </a:r>
          </a:p>
          <a:p>
            <a:pPr marL="463550" indent="-285750" fontAlgn="base">
              <a:lnSpc>
                <a:spcPct val="150000"/>
              </a:lnSpc>
              <a:spcBef>
                <a:spcPts val="0"/>
              </a:spcBef>
            </a:pPr>
            <a:r>
              <a:rPr lang="en-US" sz="1800" dirty="0">
                <a:solidFill>
                  <a:srgbClr val="3C4043"/>
                </a:solidFill>
                <a:highlight>
                  <a:srgbClr val="FFFFFF"/>
                </a:highlight>
                <a:latin typeface="Roboto"/>
                <a:ea typeface="Roboto"/>
              </a:rPr>
              <a:t>A record-triggered flow can update a Salesforce record 10 times faster than a record-change process.</a:t>
            </a:r>
          </a:p>
          <a:p>
            <a:pPr marL="463550" indent="-285750" fontAlgn="base">
              <a:lnSpc>
                <a:spcPct val="150000"/>
              </a:lnSpc>
              <a:spcBef>
                <a:spcPts val="0"/>
              </a:spcBef>
            </a:pPr>
            <a:r>
              <a:rPr lang="en-US" sz="1800" dirty="0">
                <a:solidFill>
                  <a:srgbClr val="3C4043"/>
                </a:solidFill>
                <a:highlight>
                  <a:srgbClr val="FFFFFF"/>
                </a:highlight>
                <a:latin typeface="Roboto"/>
                <a:ea typeface="Roboto"/>
              </a:rPr>
              <a:t>Configure the record trigger in the Start element of your </a:t>
            </a:r>
            <a:r>
              <a:rPr lang="en-US" sz="1800" dirty="0" err="1">
                <a:solidFill>
                  <a:srgbClr val="3C4043"/>
                </a:solidFill>
                <a:highlight>
                  <a:srgbClr val="FFFFFF"/>
                </a:highlight>
                <a:latin typeface="Roboto"/>
                <a:ea typeface="Roboto"/>
              </a:rPr>
              <a:t>autolaunched</a:t>
            </a:r>
            <a:r>
              <a:rPr lang="en-US" sz="1800" dirty="0">
                <a:solidFill>
                  <a:srgbClr val="3C4043"/>
                </a:solidFill>
                <a:highlight>
                  <a:srgbClr val="FFFFFF"/>
                </a:highlight>
                <a:latin typeface="Roboto"/>
                <a:ea typeface="Roboto"/>
              </a:rPr>
              <a:t> flow.</a:t>
            </a:r>
            <a:endParaRPr sz="1800" dirty="0">
              <a:solidFill>
                <a:srgbClr val="3C4043"/>
              </a:solidFill>
              <a:highlight>
                <a:srgbClr val="FFFFFF"/>
              </a:highlight>
              <a:latin typeface="Roboto"/>
              <a:ea typeface="Roboto"/>
              <a:sym typeface="Roboto"/>
            </a:endParaRPr>
          </a:p>
          <a:p>
            <a:pPr marL="463550" lvl="0" indent="-285750" fontAlgn="base">
              <a:lnSpc>
                <a:spcPct val="150000"/>
              </a:lnSpc>
              <a:spcBef>
                <a:spcPts val="0"/>
              </a:spcBef>
            </a:pPr>
            <a:endParaRPr sz="1800" dirty="0">
              <a:solidFill>
                <a:srgbClr val="3C4043"/>
              </a:solidFill>
              <a:highlight>
                <a:srgbClr val="FFFFFF"/>
              </a:highlight>
              <a:latin typeface="Roboto"/>
              <a:ea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latin typeface="Roboto"/>
              <a:ea typeface="Roboto"/>
              <a:cs typeface="Roboto"/>
              <a:sym typeface="Roboto"/>
            </a:endParaRPr>
          </a:p>
        </p:txBody>
      </p:sp>
      <p:pic>
        <p:nvPicPr>
          <p:cNvPr id="5" name="Picture 4">
            <a:extLst>
              <a:ext uri="{FF2B5EF4-FFF2-40B4-BE49-F238E27FC236}">
                <a16:creationId xmlns:a16="http://schemas.microsoft.com/office/drawing/2014/main" id="{D7ECAF1A-BF60-4569-B5B0-4878E4D029F4}"/>
              </a:ext>
            </a:extLst>
          </p:cNvPr>
          <p:cNvPicPr>
            <a:picLocks noChangeAspect="1"/>
          </p:cNvPicPr>
          <p:nvPr/>
        </p:nvPicPr>
        <p:blipFill>
          <a:blip r:embed="rId3"/>
          <a:stretch>
            <a:fillRect/>
          </a:stretch>
        </p:blipFill>
        <p:spPr>
          <a:xfrm>
            <a:off x="697629" y="3429000"/>
            <a:ext cx="3629025" cy="128587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4"/>
          <p:cNvSpPr txBox="1">
            <a:spLocks noGrp="1"/>
          </p:cNvSpPr>
          <p:nvPr>
            <p:ph type="body" idx="1"/>
          </p:nvPr>
        </p:nvSpPr>
        <p:spPr>
          <a:xfrm>
            <a:off x="373944" y="21483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dirty="0"/>
              <a:t>Before Save Flow</a:t>
            </a:r>
            <a:endParaRPr dirty="0"/>
          </a:p>
          <a:p>
            <a:pPr marL="0" lvl="0" indent="0" algn="ctr" rtl="0">
              <a:lnSpc>
                <a:spcPct val="90000"/>
              </a:lnSpc>
              <a:spcBef>
                <a:spcPts val="0"/>
              </a:spcBef>
              <a:spcAft>
                <a:spcPts val="0"/>
              </a:spcAft>
              <a:buClr>
                <a:schemeClr val="accent2"/>
              </a:buClr>
              <a:buSzPts val="4000"/>
              <a:buNone/>
            </a:pPr>
            <a:endParaRPr dirty="0"/>
          </a:p>
        </p:txBody>
      </p:sp>
      <p:sp>
        <p:nvSpPr>
          <p:cNvPr id="222" name="Google Shape;222;p24"/>
          <p:cNvSpPr txBox="1">
            <a:spLocks noGrp="1"/>
          </p:cNvSpPr>
          <p:nvPr>
            <p:ph type="body" idx="2"/>
          </p:nvPr>
        </p:nvSpPr>
        <p:spPr>
          <a:xfrm>
            <a:off x="334650" y="1222875"/>
            <a:ext cx="11522700" cy="5313900"/>
          </a:xfrm>
          <a:prstGeom prst="rect">
            <a:avLst/>
          </a:prstGeom>
          <a:noFill/>
          <a:ln>
            <a:noFill/>
          </a:ln>
        </p:spPr>
        <p:txBody>
          <a:bodyPr spcFirstLastPara="1" wrap="square" lIns="91425" tIns="45700" rIns="91425" bIns="45700" anchor="t" anchorCtr="0">
            <a:noAutofit/>
          </a:bodyPr>
          <a:lstStyle/>
          <a:p>
            <a:pPr marL="463550" indent="-285750" fontAlgn="base">
              <a:lnSpc>
                <a:spcPct val="150000"/>
              </a:lnSpc>
              <a:spcBef>
                <a:spcPts val="0"/>
              </a:spcBef>
            </a:pPr>
            <a:r>
              <a:rPr lang="en-US" sz="1800" dirty="0">
                <a:solidFill>
                  <a:srgbClr val="3C4043"/>
                </a:solidFill>
                <a:highlight>
                  <a:srgbClr val="FFFFFF"/>
                </a:highlight>
                <a:latin typeface="Roboto"/>
                <a:ea typeface="Roboto"/>
              </a:rPr>
              <a:t>Deleting a record can trigger a Before Save </a:t>
            </a:r>
            <a:r>
              <a:rPr lang="en-US" sz="1800" dirty="0" err="1">
                <a:solidFill>
                  <a:srgbClr val="3C4043"/>
                </a:solidFill>
                <a:highlight>
                  <a:srgbClr val="FFFFFF"/>
                </a:highlight>
                <a:latin typeface="Roboto"/>
                <a:ea typeface="Roboto"/>
              </a:rPr>
              <a:t>autolaunched</a:t>
            </a:r>
            <a:r>
              <a:rPr lang="en-US" sz="1800" dirty="0">
                <a:solidFill>
                  <a:srgbClr val="3C4043"/>
                </a:solidFill>
                <a:highlight>
                  <a:srgbClr val="FFFFFF"/>
                </a:highlight>
                <a:latin typeface="Roboto"/>
                <a:ea typeface="Roboto"/>
              </a:rPr>
              <a:t> in case we want to make any changes after the record is deleted</a:t>
            </a:r>
            <a:endParaRPr sz="1800" dirty="0">
              <a:solidFill>
                <a:srgbClr val="3C4043"/>
              </a:solidFill>
              <a:highlight>
                <a:srgbClr val="FFFFFF"/>
              </a:highlight>
              <a:latin typeface="Roboto"/>
              <a:ea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latin typeface="Roboto"/>
              <a:ea typeface="Roboto"/>
              <a:cs typeface="Roboto"/>
              <a:sym typeface="Roboto"/>
            </a:endParaRPr>
          </a:p>
        </p:txBody>
      </p:sp>
      <p:pic>
        <p:nvPicPr>
          <p:cNvPr id="4" name="Picture 3">
            <a:extLst>
              <a:ext uri="{FF2B5EF4-FFF2-40B4-BE49-F238E27FC236}">
                <a16:creationId xmlns:a16="http://schemas.microsoft.com/office/drawing/2014/main" id="{99DD20C6-9AB7-47F5-9B34-F4A348BBA297}"/>
              </a:ext>
            </a:extLst>
          </p:cNvPr>
          <p:cNvPicPr>
            <a:picLocks noChangeAspect="1"/>
          </p:cNvPicPr>
          <p:nvPr/>
        </p:nvPicPr>
        <p:blipFill>
          <a:blip r:embed="rId3"/>
          <a:stretch>
            <a:fillRect/>
          </a:stretch>
        </p:blipFill>
        <p:spPr>
          <a:xfrm>
            <a:off x="995362" y="2050026"/>
            <a:ext cx="10201275" cy="4593144"/>
          </a:xfrm>
          <a:prstGeom prst="rect">
            <a:avLst/>
          </a:prstGeom>
        </p:spPr>
      </p:pic>
    </p:spTree>
    <p:extLst>
      <p:ext uri="{BB962C8B-B14F-4D97-AF65-F5344CB8AC3E}">
        <p14:creationId xmlns:p14="http://schemas.microsoft.com/office/powerpoint/2010/main" val="41765467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4"/>
          <p:cNvSpPr txBox="1">
            <a:spLocks noGrp="1"/>
          </p:cNvSpPr>
          <p:nvPr>
            <p:ph type="body" idx="1"/>
          </p:nvPr>
        </p:nvSpPr>
        <p:spPr>
          <a:xfrm>
            <a:off x="373944" y="21483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dirty="0"/>
              <a:t>Before Save Flow</a:t>
            </a:r>
            <a:endParaRPr dirty="0"/>
          </a:p>
          <a:p>
            <a:pPr marL="0" lvl="0" indent="0" algn="ctr" rtl="0">
              <a:lnSpc>
                <a:spcPct val="90000"/>
              </a:lnSpc>
              <a:spcBef>
                <a:spcPts val="0"/>
              </a:spcBef>
              <a:spcAft>
                <a:spcPts val="0"/>
              </a:spcAft>
              <a:buClr>
                <a:schemeClr val="accent2"/>
              </a:buClr>
              <a:buSzPts val="4000"/>
              <a:buNone/>
            </a:pPr>
            <a:endParaRPr dirty="0"/>
          </a:p>
        </p:txBody>
      </p:sp>
      <p:sp>
        <p:nvSpPr>
          <p:cNvPr id="222" name="Google Shape;222;p24"/>
          <p:cNvSpPr txBox="1">
            <a:spLocks noGrp="1"/>
          </p:cNvSpPr>
          <p:nvPr>
            <p:ph type="body" idx="2"/>
          </p:nvPr>
        </p:nvSpPr>
        <p:spPr>
          <a:xfrm>
            <a:off x="334650" y="1222875"/>
            <a:ext cx="11522700" cy="5313900"/>
          </a:xfrm>
          <a:prstGeom prst="rect">
            <a:avLst/>
          </a:prstGeom>
          <a:noFill/>
          <a:ln>
            <a:noFill/>
          </a:ln>
        </p:spPr>
        <p:txBody>
          <a:bodyPr spcFirstLastPara="1" wrap="square" lIns="91425" tIns="45700" rIns="91425" bIns="45700" anchor="t" anchorCtr="0">
            <a:noAutofit/>
          </a:bodyPr>
          <a:lstStyle/>
          <a:p>
            <a:pPr marL="463550" indent="-285750" fontAlgn="base">
              <a:lnSpc>
                <a:spcPct val="150000"/>
              </a:lnSpc>
              <a:spcBef>
                <a:spcPts val="0"/>
              </a:spcBef>
            </a:pPr>
            <a:r>
              <a:rPr lang="en-US" sz="1800" dirty="0">
                <a:solidFill>
                  <a:srgbClr val="3C4043"/>
                </a:solidFill>
                <a:highlight>
                  <a:srgbClr val="FFFFFF"/>
                </a:highlight>
                <a:latin typeface="Roboto"/>
                <a:ea typeface="Roboto"/>
              </a:rPr>
              <a:t>Select the object and the Criteria based on which the flow should be triggered</a:t>
            </a:r>
          </a:p>
          <a:p>
            <a:pPr marL="177800" indent="0" fontAlgn="base">
              <a:lnSpc>
                <a:spcPct val="150000"/>
              </a:lnSpc>
              <a:spcBef>
                <a:spcPts val="0"/>
              </a:spcBef>
              <a:buNone/>
            </a:pPr>
            <a:endParaRPr sz="1800" dirty="0">
              <a:solidFill>
                <a:srgbClr val="3C4043"/>
              </a:solidFill>
              <a:highlight>
                <a:srgbClr val="FFFFFF"/>
              </a:highlight>
              <a:latin typeface="Roboto"/>
              <a:ea typeface="Roboto"/>
              <a:sym typeface="Roboto"/>
            </a:endParaRPr>
          </a:p>
          <a:p>
            <a:pPr marL="463550" lvl="0" indent="-285750" fontAlgn="base">
              <a:lnSpc>
                <a:spcPct val="150000"/>
              </a:lnSpc>
              <a:spcBef>
                <a:spcPts val="0"/>
              </a:spcBef>
            </a:pPr>
            <a:endParaRPr sz="1800" dirty="0">
              <a:solidFill>
                <a:srgbClr val="3C4043"/>
              </a:solidFill>
              <a:highlight>
                <a:srgbClr val="FFFFFF"/>
              </a:highlight>
              <a:latin typeface="Roboto"/>
              <a:ea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latin typeface="Roboto"/>
              <a:ea typeface="Roboto"/>
              <a:cs typeface="Roboto"/>
              <a:sym typeface="Roboto"/>
            </a:endParaRPr>
          </a:p>
        </p:txBody>
      </p:sp>
      <p:pic>
        <p:nvPicPr>
          <p:cNvPr id="3" name="Picture 2">
            <a:extLst>
              <a:ext uri="{FF2B5EF4-FFF2-40B4-BE49-F238E27FC236}">
                <a16:creationId xmlns:a16="http://schemas.microsoft.com/office/drawing/2014/main" id="{2983DAEE-3C79-47BF-BC55-4464FD85ACDD}"/>
              </a:ext>
            </a:extLst>
          </p:cNvPr>
          <p:cNvPicPr>
            <a:picLocks noChangeAspect="1"/>
          </p:cNvPicPr>
          <p:nvPr/>
        </p:nvPicPr>
        <p:blipFill>
          <a:blip r:embed="rId3"/>
          <a:stretch>
            <a:fillRect/>
          </a:stretch>
        </p:blipFill>
        <p:spPr>
          <a:xfrm>
            <a:off x="1818909" y="1789649"/>
            <a:ext cx="7991475" cy="4747126"/>
          </a:xfrm>
          <a:prstGeom prst="rect">
            <a:avLst/>
          </a:prstGeom>
        </p:spPr>
      </p:pic>
    </p:spTree>
    <p:extLst>
      <p:ext uri="{BB962C8B-B14F-4D97-AF65-F5344CB8AC3E}">
        <p14:creationId xmlns:p14="http://schemas.microsoft.com/office/powerpoint/2010/main" val="16043919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0"/>
          <p:cNvSpPr txBox="1">
            <a:spLocks noGrp="1"/>
          </p:cNvSpPr>
          <p:nvPr>
            <p:ph type="body" idx="1"/>
          </p:nvPr>
        </p:nvSpPr>
        <p:spPr>
          <a:xfrm>
            <a:off x="7824650" y="470489"/>
            <a:ext cx="4193179" cy="5799681"/>
          </a:xfrm>
          <a:prstGeom prst="rect">
            <a:avLst/>
          </a:prstGeom>
          <a:noFill/>
          <a:ln>
            <a:noFill/>
          </a:ln>
        </p:spPr>
        <p:txBody>
          <a:bodyPr spcFirstLastPara="1" wrap="square" lIns="91425" tIns="45700" rIns="91425" bIns="45700" anchor="t" anchorCtr="0">
            <a:noAutofit/>
          </a:bodyPr>
          <a:lstStyle/>
          <a:p>
            <a:pPr marL="228604" lvl="0" indent="-50804" algn="l" rtl="0">
              <a:lnSpc>
                <a:spcPct val="90000"/>
              </a:lnSpc>
              <a:spcBef>
                <a:spcPts val="0"/>
              </a:spcBef>
              <a:spcAft>
                <a:spcPts val="0"/>
              </a:spcAft>
              <a:buClr>
                <a:schemeClr val="lt1"/>
              </a:buClr>
              <a:buSzPts val="2800"/>
              <a:buNone/>
            </a:pPr>
            <a:endParaRPr dirty="0"/>
          </a:p>
        </p:txBody>
      </p:sp>
      <p:sp>
        <p:nvSpPr>
          <p:cNvPr id="259" name="Google Shape;259;p30"/>
          <p:cNvSpPr txBox="1">
            <a:spLocks noGrp="1"/>
          </p:cNvSpPr>
          <p:nvPr>
            <p:ph type="body" idx="2"/>
          </p:nvPr>
        </p:nvSpPr>
        <p:spPr>
          <a:xfrm>
            <a:off x="377859" y="1463039"/>
            <a:ext cx="7067969" cy="4807131"/>
          </a:xfrm>
          <a:prstGeom prst="rect">
            <a:avLst/>
          </a:prstGeom>
          <a:noFill/>
          <a:ln>
            <a:noFill/>
          </a:ln>
        </p:spPr>
        <p:txBody>
          <a:bodyPr spcFirstLastPara="1" wrap="square" lIns="91425" tIns="45700" rIns="91425" bIns="45700" anchor="t" anchorCtr="0">
            <a:noAutofit/>
          </a:bodyPr>
          <a:lstStyle/>
          <a:p>
            <a:pPr marL="50800" indent="0" fontAlgn="base">
              <a:buSzPts val="2800"/>
              <a:buNone/>
            </a:pPr>
            <a:r>
              <a:rPr lang="en-US" sz="1800" b="1" dirty="0">
                <a:solidFill>
                  <a:srgbClr val="3C4043"/>
                </a:solidFill>
                <a:highlight>
                  <a:srgbClr val="FFFFFF"/>
                </a:highlight>
                <a:latin typeface="Roboto"/>
                <a:ea typeface="Roboto"/>
              </a:rPr>
              <a:t>Only 6 below elements are present in Before Save Flow:</a:t>
            </a:r>
          </a:p>
          <a:p>
            <a:pPr marL="336550" indent="-285750" fontAlgn="base">
              <a:buSzPts val="2800"/>
            </a:pPr>
            <a:r>
              <a:rPr lang="en-US" sz="1800" dirty="0">
                <a:solidFill>
                  <a:srgbClr val="3C4043"/>
                </a:solidFill>
                <a:highlight>
                  <a:srgbClr val="FFFFFF"/>
                </a:highlight>
                <a:latin typeface="Roboto"/>
                <a:ea typeface="Roboto"/>
              </a:rPr>
              <a:t>Assignment</a:t>
            </a:r>
          </a:p>
          <a:p>
            <a:pPr marL="336550" indent="-285750" fontAlgn="base">
              <a:buSzPts val="2800"/>
            </a:pPr>
            <a:r>
              <a:rPr lang="en-US" sz="1800" dirty="0">
                <a:solidFill>
                  <a:srgbClr val="3C4043"/>
                </a:solidFill>
                <a:highlight>
                  <a:srgbClr val="FFFFFF"/>
                </a:highlight>
                <a:latin typeface="Roboto"/>
                <a:ea typeface="Roboto"/>
              </a:rPr>
              <a:t>Decision</a:t>
            </a:r>
          </a:p>
          <a:p>
            <a:pPr marL="336550" indent="-285750" fontAlgn="base">
              <a:buSzPts val="2800"/>
            </a:pPr>
            <a:r>
              <a:rPr lang="en-US" sz="1800" dirty="0">
                <a:solidFill>
                  <a:srgbClr val="3C4043"/>
                </a:solidFill>
                <a:highlight>
                  <a:srgbClr val="FFFFFF"/>
                </a:highlight>
                <a:latin typeface="Roboto"/>
                <a:ea typeface="Roboto"/>
              </a:rPr>
              <a:t>Loop</a:t>
            </a:r>
          </a:p>
          <a:p>
            <a:pPr marL="336550" indent="-285750" fontAlgn="base">
              <a:buSzPts val="2800"/>
            </a:pPr>
            <a:r>
              <a:rPr lang="en-US" sz="1800" dirty="0">
                <a:solidFill>
                  <a:srgbClr val="3C4043"/>
                </a:solidFill>
                <a:highlight>
                  <a:srgbClr val="FFFFFF"/>
                </a:highlight>
                <a:latin typeface="Roboto"/>
                <a:ea typeface="Roboto"/>
              </a:rPr>
              <a:t>Collection Sort</a:t>
            </a:r>
          </a:p>
          <a:p>
            <a:pPr marL="336550" indent="-285750" fontAlgn="base">
              <a:buSzPts val="2800"/>
            </a:pPr>
            <a:r>
              <a:rPr lang="en-US" sz="1800" dirty="0">
                <a:solidFill>
                  <a:srgbClr val="3C4043"/>
                </a:solidFill>
                <a:highlight>
                  <a:srgbClr val="FFFFFF"/>
                </a:highlight>
                <a:latin typeface="Roboto"/>
                <a:ea typeface="Roboto"/>
              </a:rPr>
              <a:t>Get Records</a:t>
            </a:r>
          </a:p>
          <a:p>
            <a:pPr marL="336550" indent="-285750" fontAlgn="base">
              <a:buSzPts val="2800"/>
            </a:pPr>
            <a:r>
              <a:rPr lang="en-US" sz="1800" dirty="0">
                <a:solidFill>
                  <a:srgbClr val="3C4043"/>
                </a:solidFill>
                <a:highlight>
                  <a:srgbClr val="FFFFFF"/>
                </a:highlight>
                <a:latin typeface="Roboto"/>
                <a:ea typeface="Roboto"/>
              </a:rPr>
              <a:t>Update Records</a:t>
            </a:r>
          </a:p>
          <a:p>
            <a:pPr marL="228604" lvl="0" indent="-25404" algn="l" rtl="0">
              <a:lnSpc>
                <a:spcPct val="90000"/>
              </a:lnSpc>
              <a:spcBef>
                <a:spcPts val="0"/>
              </a:spcBef>
              <a:spcAft>
                <a:spcPts val="0"/>
              </a:spcAft>
              <a:buClr>
                <a:srgbClr val="3F3F3F"/>
              </a:buClr>
              <a:buSzPts val="3200"/>
              <a:buNone/>
            </a:pPr>
            <a:endParaRPr dirty="0"/>
          </a:p>
        </p:txBody>
      </p:sp>
      <p:sp>
        <p:nvSpPr>
          <p:cNvPr id="260" name="Google Shape;260;p30"/>
          <p:cNvSpPr txBox="1">
            <a:spLocks noGrp="1"/>
          </p:cNvSpPr>
          <p:nvPr>
            <p:ph type="body" idx="3"/>
          </p:nvPr>
        </p:nvSpPr>
        <p:spPr>
          <a:xfrm>
            <a:off x="377825" y="221887"/>
            <a:ext cx="7067550" cy="1019175"/>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dirty="0"/>
              <a:t>Before Save Flow</a:t>
            </a:r>
          </a:p>
          <a:p>
            <a:pPr marL="0" lvl="0" indent="0" algn="l" rtl="0">
              <a:lnSpc>
                <a:spcPct val="90000"/>
              </a:lnSpc>
              <a:spcBef>
                <a:spcPts val="0"/>
              </a:spcBef>
              <a:spcAft>
                <a:spcPts val="0"/>
              </a:spcAft>
              <a:buClr>
                <a:schemeClr val="accent2"/>
              </a:buClr>
              <a:buSzPts val="4000"/>
              <a:buNone/>
            </a:pPr>
            <a:endParaRPr dirty="0"/>
          </a:p>
        </p:txBody>
      </p:sp>
      <p:pic>
        <p:nvPicPr>
          <p:cNvPr id="3" name="Picture 2">
            <a:extLst>
              <a:ext uri="{FF2B5EF4-FFF2-40B4-BE49-F238E27FC236}">
                <a16:creationId xmlns:a16="http://schemas.microsoft.com/office/drawing/2014/main" id="{A659EE9F-2AA7-4888-8C2E-C4790DBE9644}"/>
              </a:ext>
            </a:extLst>
          </p:cNvPr>
          <p:cNvPicPr>
            <a:picLocks noChangeAspect="1"/>
          </p:cNvPicPr>
          <p:nvPr/>
        </p:nvPicPr>
        <p:blipFill>
          <a:blip r:embed="rId3"/>
          <a:stretch>
            <a:fillRect/>
          </a:stretch>
        </p:blipFill>
        <p:spPr>
          <a:xfrm>
            <a:off x="8052619" y="587831"/>
            <a:ext cx="3761522" cy="5562246"/>
          </a:xfrm>
          <a:prstGeom prst="rect">
            <a:avLst/>
          </a:prstGeom>
        </p:spPr>
      </p:pic>
    </p:spTree>
    <p:extLst>
      <p:ext uri="{BB962C8B-B14F-4D97-AF65-F5344CB8AC3E}">
        <p14:creationId xmlns:p14="http://schemas.microsoft.com/office/powerpoint/2010/main" val="2804043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4"/>
          <p:cNvSpPr txBox="1">
            <a:spLocks noGrp="1"/>
          </p:cNvSpPr>
          <p:nvPr>
            <p:ph type="body" idx="1"/>
          </p:nvPr>
        </p:nvSpPr>
        <p:spPr>
          <a:xfrm>
            <a:off x="373944" y="21483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dirty="0"/>
              <a:t>After Save Flow</a:t>
            </a:r>
            <a:endParaRPr dirty="0"/>
          </a:p>
          <a:p>
            <a:pPr marL="0" lvl="0" indent="0" algn="ctr" rtl="0">
              <a:lnSpc>
                <a:spcPct val="90000"/>
              </a:lnSpc>
              <a:spcBef>
                <a:spcPts val="0"/>
              </a:spcBef>
              <a:spcAft>
                <a:spcPts val="0"/>
              </a:spcAft>
              <a:buClr>
                <a:schemeClr val="accent2"/>
              </a:buClr>
              <a:buSzPts val="4000"/>
              <a:buNone/>
            </a:pPr>
            <a:endParaRPr dirty="0"/>
          </a:p>
        </p:txBody>
      </p:sp>
      <p:sp>
        <p:nvSpPr>
          <p:cNvPr id="222" name="Google Shape;222;p24"/>
          <p:cNvSpPr txBox="1">
            <a:spLocks noGrp="1"/>
          </p:cNvSpPr>
          <p:nvPr>
            <p:ph type="body" idx="2"/>
          </p:nvPr>
        </p:nvSpPr>
        <p:spPr>
          <a:xfrm>
            <a:off x="334650" y="1222875"/>
            <a:ext cx="11522700" cy="5313900"/>
          </a:xfrm>
          <a:prstGeom prst="rect">
            <a:avLst/>
          </a:prstGeom>
          <a:noFill/>
          <a:ln>
            <a:noFill/>
          </a:ln>
        </p:spPr>
        <p:txBody>
          <a:bodyPr spcFirstLastPara="1" wrap="square" lIns="91425" tIns="45700" rIns="91425" bIns="45700" anchor="t" anchorCtr="0">
            <a:noAutofit/>
          </a:bodyPr>
          <a:lstStyle/>
          <a:p>
            <a:pPr marL="463550" indent="-285750" fontAlgn="base">
              <a:lnSpc>
                <a:spcPct val="150000"/>
              </a:lnSpc>
              <a:spcBef>
                <a:spcPts val="0"/>
              </a:spcBef>
            </a:pPr>
            <a:r>
              <a:rPr lang="en-US" sz="1800" dirty="0">
                <a:solidFill>
                  <a:srgbClr val="3C4043"/>
                </a:solidFill>
                <a:highlight>
                  <a:srgbClr val="FFFFFF"/>
                </a:highlight>
                <a:latin typeface="Roboto"/>
                <a:ea typeface="Roboto"/>
              </a:rPr>
              <a:t>Similar to Before Save flow, Creating  or Updating a record can trigger a After-Save </a:t>
            </a:r>
            <a:r>
              <a:rPr lang="en-US" sz="1800" dirty="0" err="1">
                <a:solidFill>
                  <a:srgbClr val="3C4043"/>
                </a:solidFill>
                <a:highlight>
                  <a:srgbClr val="FFFFFF"/>
                </a:highlight>
                <a:latin typeface="Roboto"/>
                <a:ea typeface="Roboto"/>
              </a:rPr>
              <a:t>autolaunched</a:t>
            </a:r>
            <a:r>
              <a:rPr lang="en-US" sz="1800" dirty="0">
                <a:solidFill>
                  <a:srgbClr val="3C4043"/>
                </a:solidFill>
                <a:highlight>
                  <a:srgbClr val="FFFFFF"/>
                </a:highlight>
                <a:latin typeface="Roboto"/>
                <a:ea typeface="Roboto"/>
              </a:rPr>
              <a:t> flow to make additional updates to that record but only after it's saved to the database. </a:t>
            </a:r>
          </a:p>
          <a:p>
            <a:pPr marL="463550" indent="-285750" fontAlgn="base">
              <a:lnSpc>
                <a:spcPct val="150000"/>
              </a:lnSpc>
              <a:spcBef>
                <a:spcPts val="0"/>
              </a:spcBef>
            </a:pPr>
            <a:r>
              <a:rPr lang="en-US" sz="1800" dirty="0">
                <a:solidFill>
                  <a:srgbClr val="3C4043"/>
                </a:solidFill>
                <a:highlight>
                  <a:srgbClr val="FFFFFF"/>
                </a:highlight>
                <a:latin typeface="Roboto"/>
                <a:ea typeface="Roboto"/>
              </a:rPr>
              <a:t>Configure the record trigger in the Start element of your </a:t>
            </a:r>
            <a:r>
              <a:rPr lang="en-US" sz="1800" dirty="0" err="1">
                <a:solidFill>
                  <a:srgbClr val="3C4043"/>
                </a:solidFill>
                <a:highlight>
                  <a:srgbClr val="FFFFFF"/>
                </a:highlight>
                <a:latin typeface="Roboto"/>
                <a:ea typeface="Roboto"/>
              </a:rPr>
              <a:t>autolaunched</a:t>
            </a:r>
            <a:r>
              <a:rPr lang="en-US" sz="1800" dirty="0">
                <a:solidFill>
                  <a:srgbClr val="3C4043"/>
                </a:solidFill>
                <a:highlight>
                  <a:srgbClr val="FFFFFF"/>
                </a:highlight>
                <a:latin typeface="Roboto"/>
                <a:ea typeface="Roboto"/>
              </a:rPr>
              <a:t> flow.</a:t>
            </a:r>
            <a:endParaRPr sz="1800" dirty="0">
              <a:solidFill>
                <a:srgbClr val="3C4043"/>
              </a:solidFill>
              <a:highlight>
                <a:srgbClr val="FFFFFF"/>
              </a:highlight>
              <a:latin typeface="Roboto"/>
              <a:ea typeface="Roboto"/>
              <a:sym typeface="Roboto"/>
            </a:endParaRPr>
          </a:p>
          <a:p>
            <a:pPr marL="463550" lvl="0" indent="-285750" fontAlgn="base">
              <a:lnSpc>
                <a:spcPct val="150000"/>
              </a:lnSpc>
              <a:spcBef>
                <a:spcPts val="0"/>
              </a:spcBef>
            </a:pPr>
            <a:endParaRPr sz="1800" dirty="0">
              <a:solidFill>
                <a:srgbClr val="3C4043"/>
              </a:solidFill>
              <a:highlight>
                <a:srgbClr val="FFFFFF"/>
              </a:highlight>
              <a:latin typeface="Roboto"/>
              <a:ea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latin typeface="Roboto"/>
              <a:ea typeface="Roboto"/>
              <a:cs typeface="Roboto"/>
              <a:sym typeface="Roboto"/>
            </a:endParaRPr>
          </a:p>
        </p:txBody>
      </p:sp>
      <p:pic>
        <p:nvPicPr>
          <p:cNvPr id="4" name="Picture 3">
            <a:extLst>
              <a:ext uri="{FF2B5EF4-FFF2-40B4-BE49-F238E27FC236}">
                <a16:creationId xmlns:a16="http://schemas.microsoft.com/office/drawing/2014/main" id="{33BC9292-755D-4B1F-BE77-E3D243B1CBFE}"/>
              </a:ext>
            </a:extLst>
          </p:cNvPr>
          <p:cNvPicPr>
            <a:picLocks noChangeAspect="1"/>
          </p:cNvPicPr>
          <p:nvPr/>
        </p:nvPicPr>
        <p:blipFill>
          <a:blip r:embed="rId3"/>
          <a:stretch>
            <a:fillRect/>
          </a:stretch>
        </p:blipFill>
        <p:spPr>
          <a:xfrm>
            <a:off x="1066800" y="2580967"/>
            <a:ext cx="10058400" cy="3955807"/>
          </a:xfrm>
          <a:prstGeom prst="rect">
            <a:avLst/>
          </a:prstGeom>
        </p:spPr>
      </p:pic>
    </p:spTree>
    <p:extLst>
      <p:ext uri="{BB962C8B-B14F-4D97-AF65-F5344CB8AC3E}">
        <p14:creationId xmlns:p14="http://schemas.microsoft.com/office/powerpoint/2010/main" val="31582586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0"/>
          <p:cNvSpPr txBox="1">
            <a:spLocks noGrp="1"/>
          </p:cNvSpPr>
          <p:nvPr>
            <p:ph type="body" idx="1"/>
          </p:nvPr>
        </p:nvSpPr>
        <p:spPr>
          <a:xfrm>
            <a:off x="7824650" y="470489"/>
            <a:ext cx="4193179" cy="5799681"/>
          </a:xfrm>
          <a:prstGeom prst="rect">
            <a:avLst/>
          </a:prstGeom>
          <a:noFill/>
          <a:ln>
            <a:noFill/>
          </a:ln>
        </p:spPr>
        <p:txBody>
          <a:bodyPr spcFirstLastPara="1" wrap="square" lIns="91425" tIns="45700" rIns="91425" bIns="45700" anchor="t" anchorCtr="0">
            <a:noAutofit/>
          </a:bodyPr>
          <a:lstStyle/>
          <a:p>
            <a:pPr marL="228604" lvl="0" indent="-50804" algn="l" rtl="0">
              <a:lnSpc>
                <a:spcPct val="90000"/>
              </a:lnSpc>
              <a:spcBef>
                <a:spcPts val="0"/>
              </a:spcBef>
              <a:spcAft>
                <a:spcPts val="0"/>
              </a:spcAft>
              <a:buClr>
                <a:schemeClr val="lt1"/>
              </a:buClr>
              <a:buSzPts val="2800"/>
              <a:buNone/>
            </a:pPr>
            <a:endParaRPr dirty="0"/>
          </a:p>
        </p:txBody>
      </p:sp>
      <p:sp>
        <p:nvSpPr>
          <p:cNvPr id="259" name="Google Shape;259;p30"/>
          <p:cNvSpPr txBox="1">
            <a:spLocks noGrp="1"/>
          </p:cNvSpPr>
          <p:nvPr>
            <p:ph type="body" idx="2"/>
          </p:nvPr>
        </p:nvSpPr>
        <p:spPr>
          <a:xfrm>
            <a:off x="377859" y="1463039"/>
            <a:ext cx="7067969" cy="4807131"/>
          </a:xfrm>
          <a:prstGeom prst="rect">
            <a:avLst/>
          </a:prstGeom>
          <a:noFill/>
          <a:ln>
            <a:noFill/>
          </a:ln>
        </p:spPr>
        <p:txBody>
          <a:bodyPr spcFirstLastPara="1" wrap="square" lIns="91425" tIns="45700" rIns="91425" bIns="45700" anchor="t" anchorCtr="0">
            <a:noAutofit/>
          </a:bodyPr>
          <a:lstStyle/>
          <a:p>
            <a:pPr marL="50800" indent="0" fontAlgn="base">
              <a:buSzPts val="2800"/>
              <a:buNone/>
            </a:pPr>
            <a:endParaRPr lang="en-US" sz="1800" b="1" dirty="0">
              <a:solidFill>
                <a:srgbClr val="3C4043"/>
              </a:solidFill>
              <a:highlight>
                <a:srgbClr val="FFFFFF"/>
              </a:highlight>
              <a:latin typeface="Roboto"/>
              <a:ea typeface="Roboto"/>
            </a:endParaRPr>
          </a:p>
          <a:p>
            <a:pPr marL="336550" indent="-285750" fontAlgn="base">
              <a:buSzPts val="2800"/>
            </a:pPr>
            <a:r>
              <a:rPr lang="en-US" sz="1800" dirty="0">
                <a:solidFill>
                  <a:srgbClr val="3C4043"/>
                </a:solidFill>
                <a:highlight>
                  <a:srgbClr val="FFFFFF"/>
                </a:highlight>
                <a:latin typeface="Roboto"/>
                <a:ea typeface="Roboto"/>
              </a:rPr>
              <a:t>After Save Flow supports more elements as compared to the Before Save </a:t>
            </a:r>
            <a:r>
              <a:rPr lang="en-US" sz="1800" dirty="0" err="1">
                <a:solidFill>
                  <a:srgbClr val="3C4043"/>
                </a:solidFill>
                <a:highlight>
                  <a:srgbClr val="FFFFFF"/>
                </a:highlight>
                <a:latin typeface="Roboto"/>
                <a:ea typeface="Roboto"/>
              </a:rPr>
              <a:t>Autolaunched</a:t>
            </a:r>
            <a:r>
              <a:rPr lang="en-US" sz="1800" dirty="0">
                <a:solidFill>
                  <a:srgbClr val="3C4043"/>
                </a:solidFill>
                <a:highlight>
                  <a:srgbClr val="FFFFFF"/>
                </a:highlight>
                <a:latin typeface="Roboto"/>
                <a:ea typeface="Roboto"/>
              </a:rPr>
              <a:t> Flow.</a:t>
            </a:r>
          </a:p>
          <a:p>
            <a:pPr marL="50800" indent="0" fontAlgn="base">
              <a:buSzPts val="2800"/>
              <a:buNone/>
            </a:pPr>
            <a:endParaRPr lang="en-US" sz="1800" dirty="0">
              <a:solidFill>
                <a:srgbClr val="3C4043"/>
              </a:solidFill>
              <a:highlight>
                <a:srgbClr val="FFFFFF"/>
              </a:highlight>
              <a:latin typeface="Roboto"/>
              <a:ea typeface="Roboto"/>
            </a:endParaRPr>
          </a:p>
          <a:p>
            <a:pPr marL="336550" indent="-285750" fontAlgn="base">
              <a:buSzPts val="2800"/>
            </a:pPr>
            <a:r>
              <a:rPr lang="en-US" sz="1800" dirty="0">
                <a:solidFill>
                  <a:srgbClr val="3C4043"/>
                </a:solidFill>
                <a:highlight>
                  <a:srgbClr val="FFFFFF"/>
                </a:highlight>
                <a:latin typeface="Roboto"/>
                <a:ea typeface="Roboto"/>
              </a:rPr>
              <a:t>In After Save </a:t>
            </a:r>
            <a:r>
              <a:rPr lang="en-US" sz="1800" dirty="0" err="1">
                <a:solidFill>
                  <a:srgbClr val="3C4043"/>
                </a:solidFill>
                <a:highlight>
                  <a:srgbClr val="FFFFFF"/>
                </a:highlight>
                <a:latin typeface="Roboto"/>
                <a:ea typeface="Roboto"/>
              </a:rPr>
              <a:t>Autolaunched</a:t>
            </a:r>
            <a:r>
              <a:rPr lang="en-US" sz="1800" dirty="0">
                <a:solidFill>
                  <a:srgbClr val="3C4043"/>
                </a:solidFill>
                <a:highlight>
                  <a:srgbClr val="FFFFFF"/>
                </a:highlight>
                <a:latin typeface="Roboto"/>
                <a:ea typeface="Roboto"/>
              </a:rPr>
              <a:t> Flow, we can create or update the records as well which is not possible in Before-Save Flow</a:t>
            </a:r>
            <a:endParaRPr dirty="0"/>
          </a:p>
        </p:txBody>
      </p:sp>
      <p:sp>
        <p:nvSpPr>
          <p:cNvPr id="260" name="Google Shape;260;p30"/>
          <p:cNvSpPr txBox="1">
            <a:spLocks noGrp="1"/>
          </p:cNvSpPr>
          <p:nvPr>
            <p:ph type="body" idx="3"/>
          </p:nvPr>
        </p:nvSpPr>
        <p:spPr>
          <a:xfrm>
            <a:off x="377825" y="221887"/>
            <a:ext cx="7067550" cy="1019175"/>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dirty="0"/>
              <a:t>After Save Flow</a:t>
            </a:r>
          </a:p>
          <a:p>
            <a:pPr marL="0" lvl="0" indent="0" algn="l" rtl="0">
              <a:lnSpc>
                <a:spcPct val="90000"/>
              </a:lnSpc>
              <a:spcBef>
                <a:spcPts val="0"/>
              </a:spcBef>
              <a:spcAft>
                <a:spcPts val="0"/>
              </a:spcAft>
              <a:buClr>
                <a:schemeClr val="accent2"/>
              </a:buClr>
              <a:buSzPts val="4000"/>
              <a:buNone/>
            </a:pPr>
            <a:endParaRPr dirty="0"/>
          </a:p>
        </p:txBody>
      </p:sp>
      <p:pic>
        <p:nvPicPr>
          <p:cNvPr id="4" name="Picture 3">
            <a:extLst>
              <a:ext uri="{FF2B5EF4-FFF2-40B4-BE49-F238E27FC236}">
                <a16:creationId xmlns:a16="http://schemas.microsoft.com/office/drawing/2014/main" id="{E0A24CD1-A73A-467A-A8AA-FA8FC7323690}"/>
              </a:ext>
            </a:extLst>
          </p:cNvPr>
          <p:cNvPicPr>
            <a:picLocks noChangeAspect="1"/>
          </p:cNvPicPr>
          <p:nvPr/>
        </p:nvPicPr>
        <p:blipFill>
          <a:blip r:embed="rId3"/>
          <a:stretch>
            <a:fillRect/>
          </a:stretch>
        </p:blipFill>
        <p:spPr>
          <a:xfrm>
            <a:off x="7992703" y="587830"/>
            <a:ext cx="3821437" cy="5503254"/>
          </a:xfrm>
          <a:prstGeom prst="rect">
            <a:avLst/>
          </a:prstGeom>
        </p:spPr>
      </p:pic>
    </p:spTree>
    <p:extLst>
      <p:ext uri="{BB962C8B-B14F-4D97-AF65-F5344CB8AC3E}">
        <p14:creationId xmlns:p14="http://schemas.microsoft.com/office/powerpoint/2010/main" val="38836791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4"/>
          <p:cNvSpPr txBox="1">
            <a:spLocks noGrp="1"/>
          </p:cNvSpPr>
          <p:nvPr>
            <p:ph type="body" idx="1"/>
          </p:nvPr>
        </p:nvSpPr>
        <p:spPr>
          <a:xfrm>
            <a:off x="373944" y="21483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dirty="0"/>
              <a:t>Accessing Prior value</a:t>
            </a:r>
            <a:endParaRPr dirty="0"/>
          </a:p>
          <a:p>
            <a:pPr marL="0" lvl="0" indent="0" algn="ctr" rtl="0">
              <a:lnSpc>
                <a:spcPct val="90000"/>
              </a:lnSpc>
              <a:spcBef>
                <a:spcPts val="0"/>
              </a:spcBef>
              <a:spcAft>
                <a:spcPts val="0"/>
              </a:spcAft>
              <a:buClr>
                <a:schemeClr val="accent2"/>
              </a:buClr>
              <a:buSzPts val="4000"/>
              <a:buNone/>
            </a:pPr>
            <a:endParaRPr dirty="0"/>
          </a:p>
        </p:txBody>
      </p:sp>
      <p:sp>
        <p:nvSpPr>
          <p:cNvPr id="222" name="Google Shape;222;p24"/>
          <p:cNvSpPr txBox="1">
            <a:spLocks noGrp="1"/>
          </p:cNvSpPr>
          <p:nvPr>
            <p:ph type="body" idx="2"/>
          </p:nvPr>
        </p:nvSpPr>
        <p:spPr>
          <a:xfrm>
            <a:off x="334650" y="1222875"/>
            <a:ext cx="11522700" cy="5313900"/>
          </a:xfrm>
          <a:prstGeom prst="rect">
            <a:avLst/>
          </a:prstGeom>
          <a:noFill/>
          <a:ln>
            <a:noFill/>
          </a:ln>
        </p:spPr>
        <p:txBody>
          <a:bodyPr spcFirstLastPara="1" wrap="square" lIns="91425" tIns="45700" rIns="91425" bIns="45700" anchor="t" anchorCtr="0">
            <a:noAutofit/>
          </a:bodyPr>
          <a:lstStyle/>
          <a:p>
            <a:pPr marL="228605" lvl="0" indent="-50805" algn="l" rtl="0">
              <a:lnSpc>
                <a:spcPct val="150000"/>
              </a:lnSpc>
              <a:spcBef>
                <a:spcPts val="0"/>
              </a:spcBef>
              <a:spcAft>
                <a:spcPts val="0"/>
              </a:spcAft>
              <a:buClr>
                <a:srgbClr val="3F3F3F"/>
              </a:buClr>
              <a:buSzPts val="2800"/>
              <a:buNone/>
            </a:pPr>
            <a:endParaRPr sz="1800" dirty="0">
              <a:solidFill>
                <a:srgbClr val="3C4043"/>
              </a:solidFill>
              <a:latin typeface="Roboto"/>
              <a:ea typeface="Roboto"/>
              <a:cs typeface="Roboto"/>
              <a:sym typeface="Roboto"/>
            </a:endParaRPr>
          </a:p>
          <a:p>
            <a:pPr marL="228605" lvl="0" indent="-50805" algn="l" rtl="0">
              <a:lnSpc>
                <a:spcPct val="150000"/>
              </a:lnSpc>
              <a:spcBef>
                <a:spcPts val="0"/>
              </a:spcBef>
              <a:spcAft>
                <a:spcPts val="0"/>
              </a:spcAft>
              <a:buClr>
                <a:srgbClr val="3F3F3F"/>
              </a:buClr>
              <a:buSzPts val="2800"/>
              <a:buNone/>
            </a:pPr>
            <a:endParaRPr sz="1800" dirty="0">
              <a:solidFill>
                <a:srgbClr val="3C4043"/>
              </a:solidFill>
              <a:latin typeface="Roboto"/>
              <a:ea typeface="Roboto"/>
              <a:cs typeface="Roboto"/>
              <a:sym typeface="Roboto"/>
            </a:endParaRPr>
          </a:p>
        </p:txBody>
      </p:sp>
      <p:pic>
        <p:nvPicPr>
          <p:cNvPr id="1026" name="Picture 2">
            <a:extLst>
              <a:ext uri="{FF2B5EF4-FFF2-40B4-BE49-F238E27FC236}">
                <a16:creationId xmlns:a16="http://schemas.microsoft.com/office/drawing/2014/main" id="{E93E70F2-D6AC-40DC-B8CA-5BAF01DEA2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1001" y="1041009"/>
            <a:ext cx="10015537" cy="54219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58884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4"/>
          <p:cNvSpPr txBox="1">
            <a:spLocks noGrp="1"/>
          </p:cNvSpPr>
          <p:nvPr>
            <p:ph type="body" idx="1"/>
          </p:nvPr>
        </p:nvSpPr>
        <p:spPr>
          <a:xfrm>
            <a:off x="373944" y="21483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dirty="0"/>
              <a:t>Scheduled Path in Record Triggered Flow</a:t>
            </a:r>
          </a:p>
          <a:p>
            <a:pPr marL="0" lvl="0" indent="0" algn="ctr" rtl="0">
              <a:lnSpc>
                <a:spcPct val="90000"/>
              </a:lnSpc>
              <a:spcBef>
                <a:spcPts val="0"/>
              </a:spcBef>
              <a:spcAft>
                <a:spcPts val="0"/>
              </a:spcAft>
              <a:buClr>
                <a:schemeClr val="accent2"/>
              </a:buClr>
              <a:buSzPts val="4000"/>
              <a:buNone/>
            </a:pPr>
            <a:endParaRPr dirty="0"/>
          </a:p>
        </p:txBody>
      </p:sp>
      <p:sp>
        <p:nvSpPr>
          <p:cNvPr id="222" name="Google Shape;222;p24"/>
          <p:cNvSpPr txBox="1">
            <a:spLocks noGrp="1"/>
          </p:cNvSpPr>
          <p:nvPr>
            <p:ph type="body" idx="2"/>
          </p:nvPr>
        </p:nvSpPr>
        <p:spPr>
          <a:xfrm>
            <a:off x="334650" y="1222875"/>
            <a:ext cx="11522700" cy="5313900"/>
          </a:xfrm>
          <a:prstGeom prst="rect">
            <a:avLst/>
          </a:prstGeom>
          <a:noFill/>
          <a:ln>
            <a:noFill/>
          </a:ln>
        </p:spPr>
        <p:txBody>
          <a:bodyPr spcFirstLastPara="1" wrap="square" lIns="91425" tIns="45700" rIns="91425" bIns="45700" anchor="t" anchorCtr="0">
            <a:noAutofit/>
          </a:bodyPr>
          <a:lstStyle/>
          <a:p>
            <a:pPr marL="463550" indent="-285750" fontAlgn="base">
              <a:lnSpc>
                <a:spcPct val="150000"/>
              </a:lnSpc>
              <a:spcBef>
                <a:spcPts val="0"/>
              </a:spcBef>
            </a:pPr>
            <a:r>
              <a:rPr lang="en-US" sz="1800" dirty="0">
                <a:solidFill>
                  <a:srgbClr val="3C4043"/>
                </a:solidFill>
                <a:highlight>
                  <a:srgbClr val="FFFFFF"/>
                </a:highlight>
                <a:latin typeface="Roboto"/>
                <a:ea typeface="Roboto"/>
              </a:rPr>
              <a:t>Trigger certain types of events based on date fields on the object that triggered the flow</a:t>
            </a:r>
          </a:p>
          <a:p>
            <a:pPr marL="228605" lvl="0" indent="-50805" algn="l" rtl="0">
              <a:lnSpc>
                <a:spcPct val="150000"/>
              </a:lnSpc>
              <a:spcBef>
                <a:spcPts val="0"/>
              </a:spcBef>
              <a:spcAft>
                <a:spcPts val="0"/>
              </a:spcAft>
              <a:buClr>
                <a:srgbClr val="3F3F3F"/>
              </a:buClr>
              <a:buSzPts val="2800"/>
              <a:buNone/>
            </a:pPr>
            <a:endParaRPr sz="1800" dirty="0">
              <a:solidFill>
                <a:srgbClr val="3C4043"/>
              </a:solidFill>
              <a:latin typeface="Roboto"/>
              <a:ea typeface="Roboto"/>
              <a:cs typeface="Roboto"/>
              <a:sym typeface="Roboto"/>
            </a:endParaRPr>
          </a:p>
        </p:txBody>
      </p:sp>
      <p:pic>
        <p:nvPicPr>
          <p:cNvPr id="3" name="Picture 2">
            <a:extLst>
              <a:ext uri="{FF2B5EF4-FFF2-40B4-BE49-F238E27FC236}">
                <a16:creationId xmlns:a16="http://schemas.microsoft.com/office/drawing/2014/main" id="{F61A5BDC-8420-4B49-859F-C6C042A43179}"/>
              </a:ext>
            </a:extLst>
          </p:cNvPr>
          <p:cNvPicPr>
            <a:picLocks noChangeAspect="1"/>
          </p:cNvPicPr>
          <p:nvPr/>
        </p:nvPicPr>
        <p:blipFill>
          <a:blip r:embed="rId3"/>
          <a:stretch>
            <a:fillRect/>
          </a:stretch>
        </p:blipFill>
        <p:spPr>
          <a:xfrm>
            <a:off x="560439" y="1805755"/>
            <a:ext cx="10456606" cy="4314826"/>
          </a:xfrm>
          <a:prstGeom prst="rect">
            <a:avLst/>
          </a:prstGeom>
        </p:spPr>
      </p:pic>
    </p:spTree>
    <p:extLst>
      <p:ext uri="{BB962C8B-B14F-4D97-AF65-F5344CB8AC3E}">
        <p14:creationId xmlns:p14="http://schemas.microsoft.com/office/powerpoint/2010/main" val="2231014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39"/>
          <p:cNvSpPr txBox="1">
            <a:spLocks noGrp="1"/>
          </p:cNvSpPr>
          <p:nvPr>
            <p:ph type="body" idx="1"/>
          </p:nvPr>
        </p:nvSpPr>
        <p:spPr>
          <a:xfrm>
            <a:off x="803275" y="1175107"/>
            <a:ext cx="4852942" cy="7620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3F3F3F"/>
              </a:buClr>
              <a:buSzPts val="7200"/>
              <a:buNone/>
            </a:pPr>
            <a:r>
              <a:rPr lang="en-US" dirty="0"/>
              <a:t>Thank You</a:t>
            </a:r>
            <a:endParaRPr dirty="0"/>
          </a:p>
        </p:txBody>
      </p:sp>
    </p:spTree>
  </p:cSld>
  <p:clrMapOvr>
    <a:masterClrMapping/>
  </p:clrMapOvr>
</p:sld>
</file>

<file path=ppt/theme/theme1.xml><?xml version="1.0" encoding="utf-8"?>
<a:theme xmlns:a="http://schemas.openxmlformats.org/drawingml/2006/main" name="Cover and End Slide Master">
  <a:themeElements>
    <a:clrScheme name="Test1">
      <a:dk1>
        <a:srgbClr val="000000"/>
      </a:dk1>
      <a:lt1>
        <a:srgbClr val="FFFFFF"/>
      </a:lt1>
      <a:dk2>
        <a:srgbClr val="44546A"/>
      </a:dk2>
      <a:lt2>
        <a:srgbClr val="E7E6E6"/>
      </a:lt2>
      <a:accent1>
        <a:srgbClr val="3282BE"/>
      </a:accent1>
      <a:accent2>
        <a:srgbClr val="28608C"/>
      </a:accent2>
      <a:accent3>
        <a:srgbClr val="262626"/>
      </a:accent3>
      <a:accent4>
        <a:srgbClr val="3282BE"/>
      </a:accent4>
      <a:accent5>
        <a:srgbClr val="28608C"/>
      </a:accent5>
      <a:accent6>
        <a:srgbClr val="262626"/>
      </a:accent6>
      <a:hlink>
        <a:srgbClr val="FFFFFF"/>
      </a:hlink>
      <a:folHlink>
        <a:srgbClr val="FF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tents Slide Master">
  <a:themeElements>
    <a:clrScheme name="Test1">
      <a:dk1>
        <a:srgbClr val="000000"/>
      </a:dk1>
      <a:lt1>
        <a:srgbClr val="FFFFFF"/>
      </a:lt1>
      <a:dk2>
        <a:srgbClr val="44546A"/>
      </a:dk2>
      <a:lt2>
        <a:srgbClr val="E7E6E6"/>
      </a:lt2>
      <a:accent1>
        <a:srgbClr val="3282BE"/>
      </a:accent1>
      <a:accent2>
        <a:srgbClr val="28608C"/>
      </a:accent2>
      <a:accent3>
        <a:srgbClr val="262626"/>
      </a:accent3>
      <a:accent4>
        <a:srgbClr val="3282BE"/>
      </a:accent4>
      <a:accent5>
        <a:srgbClr val="28608C"/>
      </a:accent5>
      <a:accent6>
        <a:srgbClr val="262626"/>
      </a:accent6>
      <a:hlink>
        <a:srgbClr val="FFFFFF"/>
      </a:hlink>
      <a:folHlink>
        <a:srgbClr val="FF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472838459BBD64385CD2F40386C567F" ma:contentTypeVersion="13" ma:contentTypeDescription="Create a new document." ma:contentTypeScope="" ma:versionID="a1e738963b02d2357a25c24de22c504c">
  <xsd:schema xmlns:xsd="http://www.w3.org/2001/XMLSchema" xmlns:xs="http://www.w3.org/2001/XMLSchema" xmlns:p="http://schemas.microsoft.com/office/2006/metadata/properties" xmlns:ns2="0dab33a2-3426-4df1-aeb3-da106cc11362" xmlns:ns3="b7344c0c-05a4-4c29-b46a-b10958ceeffc" targetNamespace="http://schemas.microsoft.com/office/2006/metadata/properties" ma:root="true" ma:fieldsID="b5b1afaab406d47f6c6a7130c3b1fa6b" ns2:_="" ns3:_="">
    <xsd:import namespace="0dab33a2-3426-4df1-aeb3-da106cc11362"/>
    <xsd:import namespace="b7344c0c-05a4-4c29-b46a-b10958ceeff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dab33a2-3426-4df1-aeb3-da106cc1136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9ab39e78-2f50-40ad-9103-f4aa2192ce9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7344c0c-05a4-4c29-b46a-b10958ceeffc"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688ba81c-112d-44cd-a1c5-92790c1b0ece}" ma:internalName="TaxCatchAll" ma:showField="CatchAllData" ma:web="b7344c0c-05a4-4c29-b46a-b10958ceeff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dab33a2-3426-4df1-aeb3-da106cc11362">
      <Terms xmlns="http://schemas.microsoft.com/office/infopath/2007/PartnerControls"/>
    </lcf76f155ced4ddcb4097134ff3c332f>
    <TaxCatchAll xmlns="b7344c0c-05a4-4c29-b46a-b10958ceeffc" xsi:nil="true"/>
  </documentManagement>
</p:properties>
</file>

<file path=customXml/itemProps1.xml><?xml version="1.0" encoding="utf-8"?>
<ds:datastoreItem xmlns:ds="http://schemas.openxmlformats.org/officeDocument/2006/customXml" ds:itemID="{F40E374C-67C1-43B8-A4E5-09DA65DF05EB}"/>
</file>

<file path=customXml/itemProps2.xml><?xml version="1.0" encoding="utf-8"?>
<ds:datastoreItem xmlns:ds="http://schemas.openxmlformats.org/officeDocument/2006/customXml" ds:itemID="{884AA449-6F3F-4EC1-B03D-E93F630587AC}"/>
</file>

<file path=customXml/itemProps3.xml><?xml version="1.0" encoding="utf-8"?>
<ds:datastoreItem xmlns:ds="http://schemas.openxmlformats.org/officeDocument/2006/customXml" ds:itemID="{6A6377EB-7C95-47C9-BDA1-2111471A49CA}"/>
</file>

<file path=docProps/app.xml><?xml version="1.0" encoding="utf-8"?>
<Properties xmlns="http://schemas.openxmlformats.org/officeDocument/2006/extended-properties" xmlns:vt="http://schemas.openxmlformats.org/officeDocument/2006/docPropsVTypes">
  <TotalTime>3546</TotalTime>
  <Words>1436</Words>
  <Application>Microsoft Office PowerPoint</Application>
  <PresentationFormat>Widescreen</PresentationFormat>
  <Paragraphs>314</Paragraphs>
  <Slides>33</Slides>
  <Notes>29</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33</vt:i4>
      </vt:variant>
    </vt:vector>
  </HeadingPairs>
  <TitlesOfParts>
    <vt:vector size="38" baseType="lpstr">
      <vt:lpstr>Calibri</vt:lpstr>
      <vt:lpstr>Roboto</vt:lpstr>
      <vt:lpstr>Arial</vt:lpstr>
      <vt:lpstr>Cover and End Slide Master</vt:lpstr>
      <vt:lpstr>Contents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Geeta Kushwaha</cp:lastModifiedBy>
  <cp:revision>87</cp:revision>
  <dcterms:modified xsi:type="dcterms:W3CDTF">2022-02-03T04:26:47Z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0x010100F472838459BBD64385CD2F40386C567F</vt:lpwstr>
  </property>
</Properties>
</file>