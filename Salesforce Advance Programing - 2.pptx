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 id="2147483652" r:id="rId5"/>
  </p:sldMasterIdLst>
  <p:notesMasterIdLst>
    <p:notesMasterId r:id="rId44"/>
  </p:notesMasterIdLst>
  <p:sldIdLst>
    <p:sldId id="257" r:id="rId6"/>
    <p:sldId id="258" r:id="rId7"/>
    <p:sldId id="277" r:id="rId8"/>
    <p:sldId id="262" r:id="rId9"/>
    <p:sldId id="261" r:id="rId10"/>
    <p:sldId id="278" r:id="rId11"/>
    <p:sldId id="287" r:id="rId12"/>
    <p:sldId id="263" r:id="rId13"/>
    <p:sldId id="283" r:id="rId14"/>
    <p:sldId id="286" r:id="rId15"/>
    <p:sldId id="264" r:id="rId16"/>
    <p:sldId id="265" r:id="rId17"/>
    <p:sldId id="279" r:id="rId18"/>
    <p:sldId id="266" r:id="rId19"/>
    <p:sldId id="267" r:id="rId20"/>
    <p:sldId id="292" r:id="rId21"/>
    <p:sldId id="293" r:id="rId22"/>
    <p:sldId id="294" r:id="rId23"/>
    <p:sldId id="280" r:id="rId24"/>
    <p:sldId id="288" r:id="rId25"/>
    <p:sldId id="289" r:id="rId26"/>
    <p:sldId id="290" r:id="rId27"/>
    <p:sldId id="291" r:id="rId28"/>
    <p:sldId id="281" r:id="rId29"/>
    <p:sldId id="268" r:id="rId30"/>
    <p:sldId id="269" r:id="rId31"/>
    <p:sldId id="270" r:id="rId32"/>
    <p:sldId id="271" r:id="rId33"/>
    <p:sldId id="272" r:id="rId34"/>
    <p:sldId id="273" r:id="rId35"/>
    <p:sldId id="282" r:id="rId36"/>
    <p:sldId id="274" r:id="rId37"/>
    <p:sldId id="275" r:id="rId38"/>
    <p:sldId id="295" r:id="rId39"/>
    <p:sldId id="296" r:id="rId40"/>
    <p:sldId id="276" r:id="rId41"/>
    <p:sldId id="259" r:id="rId42"/>
    <p:sldId id="28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C0D6C6-6ADB-178E-0DE9-3D4AD2982D24}" v="2" dt="2024-12-17T07:11:54.3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8000006E_D782B72.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84A-4014-AFC4-7E00CEBAB9BB}"/>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84A-4014-AFC4-7E00CEBAB9BB}"/>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84A-4014-AFC4-7E00CEBAB9BB}"/>
            </c:ext>
          </c:extLst>
        </c:ser>
        <c:dLbls>
          <c:showLegendKey val="0"/>
          <c:showVal val="0"/>
          <c:showCatName val="0"/>
          <c:showSerName val="0"/>
          <c:showPercent val="0"/>
          <c:showBubbleSize val="0"/>
        </c:dLbls>
        <c:gapWidth val="219"/>
        <c:overlap val="-27"/>
        <c:axId val="1658542927"/>
        <c:axId val="1658674239"/>
      </c:barChart>
      <c:catAx>
        <c:axId val="1658542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58674239"/>
        <c:crosses val="autoZero"/>
        <c:auto val="1"/>
        <c:lblAlgn val="ctr"/>
        <c:lblOffset val="100"/>
        <c:noMultiLvlLbl val="0"/>
      </c:catAx>
      <c:valAx>
        <c:axId val="16586742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585429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DC3495-4794-4FE7-A2E0-B4E841682CCB}" type="datetimeFigureOut">
              <a:rPr lang="en-IN" smtClean="0"/>
              <a:t>06-10-2026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EBA88-BD83-4A90-A0E0-E3B534A35735}" type="slidenum">
              <a:rPr lang="en-IN" smtClean="0"/>
              <a:t>‹#›</a:t>
            </a:fld>
            <a:endParaRPr lang="en-IN"/>
          </a:p>
        </p:txBody>
      </p:sp>
    </p:spTree>
    <p:extLst>
      <p:ext uri="{BB962C8B-B14F-4D97-AF65-F5344CB8AC3E}">
        <p14:creationId xmlns:p14="http://schemas.microsoft.com/office/powerpoint/2010/main" val="544107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96D9DAD-670B-4FA1-B1BB-4A91741908BF}"/>
              </a:ext>
            </a:extLst>
          </p:cNvPr>
          <p:cNvSpPr>
            <a:spLocks noGrp="1"/>
          </p:cNvSpPr>
          <p:nvPr>
            <p:ph type="body" sz="quarter" idx="10" hasCustomPrompt="1"/>
          </p:nvPr>
        </p:nvSpPr>
        <p:spPr>
          <a:xfrm>
            <a:off x="365760" y="2749145"/>
            <a:ext cx="6194935" cy="660264"/>
          </a:xfrm>
          <a:prstGeom prst="rect">
            <a:avLst/>
          </a:prstGeom>
        </p:spPr>
        <p:txBody>
          <a:bodyPr/>
          <a:lstStyle>
            <a:lvl1pPr marL="0" indent="0" algn="ctr">
              <a:buNone/>
              <a:defRPr sz="4400">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Presentation Title</a:t>
            </a:r>
          </a:p>
        </p:txBody>
      </p:sp>
      <p:grpSp>
        <p:nvGrpSpPr>
          <p:cNvPr id="4" name="Group 3">
            <a:extLst>
              <a:ext uri="{FF2B5EF4-FFF2-40B4-BE49-F238E27FC236}">
                <a16:creationId xmlns:a16="http://schemas.microsoft.com/office/drawing/2014/main" id="{5F76F8C1-0EA4-46D6-B5A1-EBC1CA434239}"/>
              </a:ext>
            </a:extLst>
          </p:cNvPr>
          <p:cNvGrpSpPr/>
          <p:nvPr userDrawn="1"/>
        </p:nvGrpSpPr>
        <p:grpSpPr>
          <a:xfrm>
            <a:off x="365760" y="3429000"/>
            <a:ext cx="6194935" cy="201821"/>
            <a:chOff x="4379494" y="697832"/>
            <a:chExt cx="2586787" cy="168442"/>
          </a:xfrm>
        </p:grpSpPr>
        <p:sp>
          <p:nvSpPr>
            <p:cNvPr id="6" name="Rectangle 5">
              <a:extLst>
                <a:ext uri="{FF2B5EF4-FFF2-40B4-BE49-F238E27FC236}">
                  <a16:creationId xmlns:a16="http://schemas.microsoft.com/office/drawing/2014/main" id="{2A1E5E8D-2901-409C-8823-88CA8363116C}"/>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A81CE6B0-0E13-4A90-A64A-9DA61DDC6A0B}"/>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8">
              <a:extLst>
                <a:ext uri="{FF2B5EF4-FFF2-40B4-BE49-F238E27FC236}">
                  <a16:creationId xmlns:a16="http://schemas.microsoft.com/office/drawing/2014/main" id="{38700089-3B74-4CC7-9148-745B0D833BEF}"/>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a:extLst>
                <a:ext uri="{FF2B5EF4-FFF2-40B4-BE49-F238E27FC236}">
                  <a16:creationId xmlns:a16="http://schemas.microsoft.com/office/drawing/2014/main" id="{8CC002CE-08FD-45B9-850B-1BDA9623991F}"/>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10">
              <a:extLst>
                <a:ext uri="{FF2B5EF4-FFF2-40B4-BE49-F238E27FC236}">
                  <a16:creationId xmlns:a16="http://schemas.microsoft.com/office/drawing/2014/main" id="{496C67BA-F9BB-4405-B5D1-34E4094D329E}"/>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5" name="Picture 4">
            <a:extLst>
              <a:ext uri="{FF2B5EF4-FFF2-40B4-BE49-F238E27FC236}">
                <a16:creationId xmlns:a16="http://schemas.microsoft.com/office/drawing/2014/main" id="{0AE362F6-C509-4476-9C38-55073D744C50}"/>
              </a:ext>
            </a:extLst>
          </p:cNvPr>
          <p:cNvPicPr>
            <a:picLocks noChangeAspect="1"/>
          </p:cNvPicPr>
          <p:nvPr userDrawn="1"/>
        </p:nvPicPr>
        <p:blipFill rotWithShape="1">
          <a:blip r:embed="rId2"/>
          <a:srcRect l="43393" t="1161"/>
          <a:stretch/>
        </p:blipFill>
        <p:spPr>
          <a:xfrm>
            <a:off x="6560695" y="1332412"/>
            <a:ext cx="5631305" cy="5551714"/>
          </a:xfrm>
          <a:prstGeom prst="rect">
            <a:avLst/>
          </a:prstGeom>
        </p:spPr>
      </p:pic>
      <p:sp>
        <p:nvSpPr>
          <p:cNvPr id="2" name="Rectangle 1">
            <a:extLst>
              <a:ext uri="{FF2B5EF4-FFF2-40B4-BE49-F238E27FC236}">
                <a16:creationId xmlns:a16="http://schemas.microsoft.com/office/drawing/2014/main" id="{664F99A7-6ED8-4641-92CD-91D047A7675C}"/>
              </a:ext>
            </a:extLst>
          </p:cNvPr>
          <p:cNvSpPr/>
          <p:nvPr userDrawn="1"/>
        </p:nvSpPr>
        <p:spPr>
          <a:xfrm>
            <a:off x="7929155" y="3630821"/>
            <a:ext cx="4023360" cy="11501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7208BFB5-0F4F-44C0-9308-4A4B9517D34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68640" y="4016039"/>
            <a:ext cx="4023360" cy="764967"/>
          </a:xfrm>
          <a:prstGeom prst="rect">
            <a:avLst/>
          </a:prstGeom>
        </p:spPr>
      </p:pic>
      <p:pic>
        <p:nvPicPr>
          <p:cNvPr id="14" name="Picture 13" descr="A picture containing drawing&#10;&#10;Description automatically generated">
            <a:extLst>
              <a:ext uri="{FF2B5EF4-FFF2-40B4-BE49-F238E27FC236}">
                <a16:creationId xmlns:a16="http://schemas.microsoft.com/office/drawing/2014/main" id="{5DE5B263-CC5B-49B2-BF12-3338DAEC792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08836" y="2865853"/>
            <a:ext cx="742967" cy="1150186"/>
          </a:xfrm>
          <a:prstGeom prst="rect">
            <a:avLst/>
          </a:prstGeom>
        </p:spPr>
      </p:pic>
    </p:spTree>
    <p:extLst>
      <p:ext uri="{BB962C8B-B14F-4D97-AF65-F5344CB8AC3E}">
        <p14:creationId xmlns:p14="http://schemas.microsoft.com/office/powerpoint/2010/main" val="2395023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7968A3-BE97-4A65-A5F2-96ABF3CF93A2}"/>
              </a:ext>
            </a:extLst>
          </p:cNvPr>
          <p:cNvPicPr>
            <a:picLocks noChangeAspect="1"/>
          </p:cNvPicPr>
          <p:nvPr userDrawn="1"/>
        </p:nvPicPr>
        <p:blipFill rotWithShape="1">
          <a:blip r:embed="rId2"/>
          <a:srcRect t="549" r="567"/>
          <a:stretch/>
        </p:blipFill>
        <p:spPr>
          <a:xfrm>
            <a:off x="0" y="-10141"/>
            <a:ext cx="12191999" cy="6877402"/>
          </a:xfrm>
          <a:prstGeom prst="rect">
            <a:avLst/>
          </a:prstGeom>
        </p:spPr>
      </p:pic>
      <p:pic>
        <p:nvPicPr>
          <p:cNvPr id="2" name="Picture 1">
            <a:extLst>
              <a:ext uri="{FF2B5EF4-FFF2-40B4-BE49-F238E27FC236}">
                <a16:creationId xmlns:a16="http://schemas.microsoft.com/office/drawing/2014/main" id="{0D730A89-45CA-4F9E-B018-FAB2BFBD162A}"/>
              </a:ext>
            </a:extLst>
          </p:cNvPr>
          <p:cNvPicPr>
            <a:picLocks noChangeAspect="1"/>
          </p:cNvPicPr>
          <p:nvPr userDrawn="1"/>
        </p:nvPicPr>
        <p:blipFill rotWithShape="1">
          <a:blip r:embed="rId2"/>
          <a:srcRect t="31406" r="51735" b="50000"/>
          <a:stretch/>
        </p:blipFill>
        <p:spPr>
          <a:xfrm>
            <a:off x="803637" y="1003145"/>
            <a:ext cx="4238625" cy="920932"/>
          </a:xfrm>
          <a:prstGeom prst="rect">
            <a:avLst/>
          </a:prstGeom>
        </p:spPr>
      </p:pic>
      <p:sp>
        <p:nvSpPr>
          <p:cNvPr id="6" name="Text Placeholder 5">
            <a:extLst>
              <a:ext uri="{FF2B5EF4-FFF2-40B4-BE49-F238E27FC236}">
                <a16:creationId xmlns:a16="http://schemas.microsoft.com/office/drawing/2014/main" id="{8D3E205C-E1EE-4481-AB5B-A175DE9FC5BA}"/>
              </a:ext>
            </a:extLst>
          </p:cNvPr>
          <p:cNvSpPr>
            <a:spLocks noGrp="1"/>
          </p:cNvSpPr>
          <p:nvPr>
            <p:ph type="body" sz="quarter" idx="10" hasCustomPrompt="1"/>
          </p:nvPr>
        </p:nvSpPr>
        <p:spPr>
          <a:xfrm>
            <a:off x="803275" y="1175107"/>
            <a:ext cx="4852942" cy="762000"/>
          </a:xfrm>
          <a:prstGeom prst="rect">
            <a:avLst/>
          </a:prstGeom>
        </p:spPr>
        <p:txBody>
          <a:bodyPr/>
          <a:lstStyle>
            <a:lvl1pPr marL="0" indent="0">
              <a:buNone/>
              <a:defRPr sz="7200">
                <a:solidFill>
                  <a:schemeClr val="tx1">
                    <a:lumMod val="75000"/>
                    <a:lumOff val="25000"/>
                  </a:schemeClr>
                </a:solidFill>
                <a:latin typeface="Calibri" panose="020F0502020204030204" pitchFamily="34" charset="0"/>
                <a:cs typeface="Calibri" panose="020F0502020204030204" pitchFamily="34" charset="0"/>
              </a:defRPr>
            </a:lvl1pPr>
          </a:lstStyle>
          <a:p>
            <a:pPr lvl="0"/>
            <a:r>
              <a:rPr lang="en-US"/>
              <a:t>End Slide</a:t>
            </a:r>
            <a:endParaRPr lang="en-IN"/>
          </a:p>
        </p:txBody>
      </p:sp>
      <p:pic>
        <p:nvPicPr>
          <p:cNvPr id="7" name="Picture 6" descr="A close up of a sign&#10;&#10;Description automatically generated">
            <a:extLst>
              <a:ext uri="{FF2B5EF4-FFF2-40B4-BE49-F238E27FC236}">
                <a16:creationId xmlns:a16="http://schemas.microsoft.com/office/drawing/2014/main" id="{5FA0200E-7FB4-455F-8F8C-1F4D15689A6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715" y="3448591"/>
            <a:ext cx="3746622" cy="1097281"/>
          </a:xfrm>
          <a:prstGeom prst="rect">
            <a:avLst/>
          </a:prstGeom>
        </p:spPr>
      </p:pic>
    </p:spTree>
    <p:extLst>
      <p:ext uri="{BB962C8B-B14F-4D97-AF65-F5344CB8AC3E}">
        <p14:creationId xmlns:p14="http://schemas.microsoft.com/office/powerpoint/2010/main" val="3654665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CA8973D-C634-4848-857D-0801D672446D}"/>
              </a:ext>
            </a:extLst>
          </p:cNvPr>
          <p:cNvGrpSpPr/>
          <p:nvPr userDrawn="1"/>
        </p:nvGrpSpPr>
        <p:grpSpPr>
          <a:xfrm>
            <a:off x="3907972" y="1063755"/>
            <a:ext cx="4376057" cy="77068"/>
            <a:chOff x="4379494" y="697832"/>
            <a:chExt cx="2586787" cy="168442"/>
          </a:xfrm>
        </p:grpSpPr>
        <p:sp>
          <p:nvSpPr>
            <p:cNvPr id="4" name="Rectangle 3">
              <a:extLst>
                <a:ext uri="{FF2B5EF4-FFF2-40B4-BE49-F238E27FC236}">
                  <a16:creationId xmlns:a16="http://schemas.microsoft.com/office/drawing/2014/main" id="{4E9AA5D9-EA08-4B65-BAC7-CCBAA8BBCFA2}"/>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a:extLst>
                <a:ext uri="{FF2B5EF4-FFF2-40B4-BE49-F238E27FC236}">
                  <a16:creationId xmlns:a16="http://schemas.microsoft.com/office/drawing/2014/main" id="{AFA2020C-7669-42EC-A46A-2BBD3E0A2A5A}"/>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a:extLst>
                <a:ext uri="{FF2B5EF4-FFF2-40B4-BE49-F238E27FC236}">
                  <a16:creationId xmlns:a16="http://schemas.microsoft.com/office/drawing/2014/main" id="{72D3F948-1B48-4E44-9763-0E76AB3476B8}"/>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Rectangle 6">
              <a:extLst>
                <a:ext uri="{FF2B5EF4-FFF2-40B4-BE49-F238E27FC236}">
                  <a16:creationId xmlns:a16="http://schemas.microsoft.com/office/drawing/2014/main" id="{636DDCBC-E585-46F9-BEE4-221A8B23C244}"/>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937AC09D-17BE-418F-8B66-F7C0995BCC1C}"/>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Text Placeholder 6">
            <a:extLst>
              <a:ext uri="{FF2B5EF4-FFF2-40B4-BE49-F238E27FC236}">
                <a16:creationId xmlns:a16="http://schemas.microsoft.com/office/drawing/2014/main" id="{18E19310-A788-4448-B117-709E93E2B6D8}"/>
              </a:ext>
            </a:extLst>
          </p:cNvPr>
          <p:cNvSpPr>
            <a:spLocks noGrp="1"/>
          </p:cNvSpPr>
          <p:nvPr>
            <p:ph type="body" sz="quarter" idx="12" hasCustomPrompt="1"/>
          </p:nvPr>
        </p:nvSpPr>
        <p:spPr>
          <a:xfrm>
            <a:off x="373969" y="310530"/>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Main Slide of a Topic</a:t>
            </a:r>
            <a:endParaRPr lang="en-IN"/>
          </a:p>
        </p:txBody>
      </p:sp>
      <p:sp>
        <p:nvSpPr>
          <p:cNvPr id="11" name="Content Placeholder 3">
            <a:extLst>
              <a:ext uri="{FF2B5EF4-FFF2-40B4-BE49-F238E27FC236}">
                <a16:creationId xmlns:a16="http://schemas.microsoft.com/office/drawing/2014/main" id="{81DF7291-8360-4B98-B464-10E9B883B739}"/>
              </a:ext>
            </a:extLst>
          </p:cNvPr>
          <p:cNvSpPr>
            <a:spLocks noGrp="1"/>
          </p:cNvSpPr>
          <p:nvPr>
            <p:ph sz="quarter" idx="11"/>
          </p:nvPr>
        </p:nvSpPr>
        <p:spPr>
          <a:xfrm>
            <a:off x="373969" y="1383937"/>
            <a:ext cx="11522754" cy="4835525"/>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4" name="Group 13">
            <a:extLst>
              <a:ext uri="{FF2B5EF4-FFF2-40B4-BE49-F238E27FC236}">
                <a16:creationId xmlns:a16="http://schemas.microsoft.com/office/drawing/2014/main" id="{1DEF3056-D11F-4B00-8694-32CB88DBFA49}"/>
              </a:ext>
            </a:extLst>
          </p:cNvPr>
          <p:cNvGrpSpPr/>
          <p:nvPr userDrawn="1"/>
        </p:nvGrpSpPr>
        <p:grpSpPr>
          <a:xfrm>
            <a:off x="-4946" y="6547470"/>
            <a:ext cx="12027129" cy="383311"/>
            <a:chOff x="-4946" y="6547470"/>
            <a:chExt cx="12027129" cy="383311"/>
          </a:xfrm>
        </p:grpSpPr>
        <p:grpSp>
          <p:nvGrpSpPr>
            <p:cNvPr id="20" name="Group 19">
              <a:extLst>
                <a:ext uri="{FF2B5EF4-FFF2-40B4-BE49-F238E27FC236}">
                  <a16:creationId xmlns:a16="http://schemas.microsoft.com/office/drawing/2014/main" id="{CF09B866-B1C8-4A3B-A189-F5351D7EE50D}"/>
                </a:ext>
              </a:extLst>
            </p:cNvPr>
            <p:cNvGrpSpPr/>
            <p:nvPr userDrawn="1"/>
          </p:nvGrpSpPr>
          <p:grpSpPr>
            <a:xfrm>
              <a:off x="-4946" y="6548165"/>
              <a:ext cx="9753597" cy="335375"/>
              <a:chOff x="4896852" y="697832"/>
              <a:chExt cx="2069429" cy="168442"/>
            </a:xfrm>
          </p:grpSpPr>
          <p:sp>
            <p:nvSpPr>
              <p:cNvPr id="22" name="Rectangle 21">
                <a:extLst>
                  <a:ext uri="{FF2B5EF4-FFF2-40B4-BE49-F238E27FC236}">
                    <a16:creationId xmlns:a16="http://schemas.microsoft.com/office/drawing/2014/main" id="{A932203F-94D3-4CDD-A197-40C46B100B00}"/>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6C59BA5E-784B-49BB-85F9-EE1E555336D4}"/>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C5A0FA5E-6D40-4198-9B40-B2603913FBCB}"/>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461FFBC3-95D6-43E5-AE83-90E3CAFC191A}"/>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9" name="Picture 8">
              <a:extLst>
                <a:ext uri="{FF2B5EF4-FFF2-40B4-BE49-F238E27FC236}">
                  <a16:creationId xmlns:a16="http://schemas.microsoft.com/office/drawing/2014/main" id="{E1DBAA6F-F9CF-4BC4-83DF-B4832B5E3E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3866159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64277B9A-80D1-4174-8310-4A1F805CA593}"/>
              </a:ext>
            </a:extLst>
          </p:cNvPr>
          <p:cNvSpPr>
            <a:spLocks noGrp="1"/>
          </p:cNvSpPr>
          <p:nvPr>
            <p:ph sz="quarter" idx="11"/>
          </p:nvPr>
        </p:nvSpPr>
        <p:spPr>
          <a:xfrm>
            <a:off x="373969" y="1383937"/>
            <a:ext cx="11522754" cy="4835525"/>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6">
            <a:extLst>
              <a:ext uri="{FF2B5EF4-FFF2-40B4-BE49-F238E27FC236}">
                <a16:creationId xmlns:a16="http://schemas.microsoft.com/office/drawing/2014/main" id="{CBE916E6-8BFA-4FD1-A895-286E9BBD8126}"/>
              </a:ext>
            </a:extLst>
          </p:cNvPr>
          <p:cNvSpPr>
            <a:spLocks noGrp="1"/>
          </p:cNvSpPr>
          <p:nvPr>
            <p:ph type="body" sz="quarter" idx="12" hasCustomPrompt="1"/>
          </p:nvPr>
        </p:nvSpPr>
        <p:spPr>
          <a:xfrm>
            <a:off x="373969" y="310530"/>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Sub Slide of a Topic</a:t>
            </a:r>
            <a:endParaRPr lang="en-IN"/>
          </a:p>
        </p:txBody>
      </p:sp>
      <p:grpSp>
        <p:nvGrpSpPr>
          <p:cNvPr id="27" name="Group 26">
            <a:extLst>
              <a:ext uri="{FF2B5EF4-FFF2-40B4-BE49-F238E27FC236}">
                <a16:creationId xmlns:a16="http://schemas.microsoft.com/office/drawing/2014/main" id="{BA2D769E-8EE7-4F1B-8836-B3FF5F7E6DFA}"/>
              </a:ext>
            </a:extLst>
          </p:cNvPr>
          <p:cNvGrpSpPr/>
          <p:nvPr userDrawn="1"/>
        </p:nvGrpSpPr>
        <p:grpSpPr>
          <a:xfrm>
            <a:off x="-4946" y="6547470"/>
            <a:ext cx="12027129" cy="383311"/>
            <a:chOff x="-4946" y="6547470"/>
            <a:chExt cx="12027129" cy="383311"/>
          </a:xfrm>
        </p:grpSpPr>
        <p:grpSp>
          <p:nvGrpSpPr>
            <p:cNvPr id="28" name="Group 27">
              <a:extLst>
                <a:ext uri="{FF2B5EF4-FFF2-40B4-BE49-F238E27FC236}">
                  <a16:creationId xmlns:a16="http://schemas.microsoft.com/office/drawing/2014/main" id="{0774C97A-CE79-470F-847F-441DDD1A5075}"/>
                </a:ext>
              </a:extLst>
            </p:cNvPr>
            <p:cNvGrpSpPr/>
            <p:nvPr userDrawn="1"/>
          </p:nvGrpSpPr>
          <p:grpSpPr>
            <a:xfrm>
              <a:off x="-4946" y="6548165"/>
              <a:ext cx="9753597" cy="335375"/>
              <a:chOff x="4896852" y="697832"/>
              <a:chExt cx="2069429" cy="168442"/>
            </a:xfrm>
          </p:grpSpPr>
          <p:sp>
            <p:nvSpPr>
              <p:cNvPr id="30" name="Rectangle 29">
                <a:extLst>
                  <a:ext uri="{FF2B5EF4-FFF2-40B4-BE49-F238E27FC236}">
                    <a16:creationId xmlns:a16="http://schemas.microsoft.com/office/drawing/2014/main" id="{57502EDB-EB2F-4B86-9EAD-3EABD21E9656}"/>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Rectangle 30">
                <a:extLst>
                  <a:ext uri="{FF2B5EF4-FFF2-40B4-BE49-F238E27FC236}">
                    <a16:creationId xmlns:a16="http://schemas.microsoft.com/office/drawing/2014/main" id="{6AF26606-4F1C-4811-A88F-3EE03C1FB048}"/>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Rectangle 31">
                <a:extLst>
                  <a:ext uri="{FF2B5EF4-FFF2-40B4-BE49-F238E27FC236}">
                    <a16:creationId xmlns:a16="http://schemas.microsoft.com/office/drawing/2014/main" id="{97BAE946-CCE0-4BD4-9A12-38C7E5993610}"/>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Rectangle 32">
                <a:extLst>
                  <a:ext uri="{FF2B5EF4-FFF2-40B4-BE49-F238E27FC236}">
                    <a16:creationId xmlns:a16="http://schemas.microsoft.com/office/drawing/2014/main" id="{90E393A1-DB39-4004-9100-8A5BFE4490A1}"/>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9" name="Picture 28">
              <a:extLst>
                <a:ext uri="{FF2B5EF4-FFF2-40B4-BE49-F238E27FC236}">
                  <a16:creationId xmlns:a16="http://schemas.microsoft.com/office/drawing/2014/main" id="{EABF556C-1C9F-4086-ADD6-6C5565C5D6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131028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1222CC-732A-4B80-B569-6128BF040B19}"/>
              </a:ext>
            </a:extLst>
          </p:cNvPr>
          <p:cNvSpPr/>
          <p:nvPr userDrawn="1"/>
        </p:nvSpPr>
        <p:spPr>
          <a:xfrm rot="5400000">
            <a:off x="5869923" y="213026"/>
            <a:ext cx="6548153" cy="6096000"/>
          </a:xfrm>
          <a:prstGeom prst="rect">
            <a:avLst/>
          </a:prstGeom>
          <a:gradFill>
            <a:gsLst>
              <a:gs pos="66000">
                <a:schemeClr val="accent3"/>
              </a:gs>
              <a:gs pos="33000">
                <a:schemeClr val="accent2"/>
              </a:gs>
              <a:gs pos="0">
                <a:schemeClr val="accent1"/>
              </a:gs>
              <a:gs pos="96000">
                <a:schemeClr val="accent4"/>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
        <p:nvSpPr>
          <p:cNvPr id="4" name="Content Placeholder 3">
            <a:extLst>
              <a:ext uri="{FF2B5EF4-FFF2-40B4-BE49-F238E27FC236}">
                <a16:creationId xmlns:a16="http://schemas.microsoft.com/office/drawing/2014/main" id="{780ED48C-A2D5-4891-9519-7DCD949ECC0A}"/>
              </a:ext>
            </a:extLst>
          </p:cNvPr>
          <p:cNvSpPr>
            <a:spLocks noGrp="1"/>
          </p:cNvSpPr>
          <p:nvPr>
            <p:ph sz="quarter" idx="10"/>
          </p:nvPr>
        </p:nvSpPr>
        <p:spPr>
          <a:xfrm>
            <a:off x="6257110" y="1449976"/>
            <a:ext cx="5760720" cy="4878863"/>
          </a:xfrm>
          <a:prstGeom prst="rect">
            <a:avLst/>
          </a:prstGeom>
        </p:spPr>
        <p:txBody>
          <a:bodyPr/>
          <a:lstStyle>
            <a:lvl1pPr>
              <a:defRPr sz="2800">
                <a:solidFill>
                  <a:schemeClr val="bg1"/>
                </a:solidFill>
                <a:latin typeface="Calibri" panose="020F0502020204030204" pitchFamily="34" charset="0"/>
                <a:cs typeface="Calibri" panose="020F0502020204030204" pitchFamily="34" charset="0"/>
              </a:defRPr>
            </a:lvl1pPr>
            <a:lvl2pPr>
              <a:defRPr sz="2800">
                <a:solidFill>
                  <a:schemeClr val="bg1"/>
                </a:solidFill>
                <a:latin typeface="Calibri" panose="020F0502020204030204" pitchFamily="34" charset="0"/>
                <a:cs typeface="Calibri" panose="020F0502020204030204" pitchFamily="34" charset="0"/>
              </a:defRPr>
            </a:lvl2pPr>
            <a:lvl3pPr>
              <a:defRPr sz="2800">
                <a:solidFill>
                  <a:schemeClr val="bg1"/>
                </a:solidFill>
                <a:latin typeface="Calibri" panose="020F0502020204030204" pitchFamily="34" charset="0"/>
                <a:cs typeface="Calibri" panose="020F0502020204030204" pitchFamily="34" charset="0"/>
              </a:defRPr>
            </a:lvl3pPr>
            <a:lvl4pPr>
              <a:defRPr sz="2800">
                <a:solidFill>
                  <a:schemeClr val="bg1"/>
                </a:solidFill>
                <a:latin typeface="Calibri" panose="020F0502020204030204" pitchFamily="34" charset="0"/>
                <a:cs typeface="Calibri" panose="020F0502020204030204" pitchFamily="34" charset="0"/>
              </a:defRPr>
            </a:lvl4pPr>
            <a:lvl5pPr>
              <a:defRPr sz="2800">
                <a:solidFill>
                  <a:schemeClr val="bg1"/>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3">
            <a:extLst>
              <a:ext uri="{FF2B5EF4-FFF2-40B4-BE49-F238E27FC236}">
                <a16:creationId xmlns:a16="http://schemas.microsoft.com/office/drawing/2014/main" id="{6297509B-CD02-43D9-9E19-50795E4ED740}"/>
              </a:ext>
            </a:extLst>
          </p:cNvPr>
          <p:cNvSpPr>
            <a:spLocks noGrp="1"/>
          </p:cNvSpPr>
          <p:nvPr>
            <p:ph sz="quarter" idx="11"/>
          </p:nvPr>
        </p:nvSpPr>
        <p:spPr>
          <a:xfrm>
            <a:off x="174171" y="1476104"/>
            <a:ext cx="5747657" cy="4852736"/>
          </a:xfrm>
          <a:prstGeom prst="rect">
            <a:avLst/>
          </a:prstGeom>
        </p:spPr>
        <p:txBody>
          <a:bodyPr/>
          <a:lstStyle>
            <a:lvl1pPr>
              <a:defRPr sz="2800">
                <a:solidFill>
                  <a:schemeClr val="tx1">
                    <a:lumMod val="75000"/>
                    <a:lumOff val="25000"/>
                  </a:schemeClr>
                </a:solidFill>
                <a:latin typeface="Calibri" panose="020F0502020204030204" pitchFamily="34" charset="0"/>
                <a:cs typeface="Calibri" panose="020F0502020204030204" pitchFamily="34" charset="0"/>
              </a:defRPr>
            </a:lvl1pPr>
            <a:lvl2pPr>
              <a:defRPr sz="2800">
                <a:solidFill>
                  <a:schemeClr val="tx1">
                    <a:lumMod val="75000"/>
                    <a:lumOff val="25000"/>
                  </a:schemeClr>
                </a:solidFill>
                <a:latin typeface="Calibri" panose="020F0502020204030204" pitchFamily="34" charset="0"/>
                <a:cs typeface="Calibri" panose="020F0502020204030204" pitchFamily="34" charset="0"/>
              </a:defRPr>
            </a:lvl2pPr>
            <a:lvl3pPr>
              <a:defRPr sz="2800">
                <a:solidFill>
                  <a:schemeClr val="tx1">
                    <a:lumMod val="75000"/>
                    <a:lumOff val="25000"/>
                  </a:schemeClr>
                </a:solidFill>
                <a:latin typeface="Calibri" panose="020F0502020204030204" pitchFamily="34" charset="0"/>
                <a:cs typeface="Calibri" panose="020F0502020204030204" pitchFamily="34" charset="0"/>
              </a:defRPr>
            </a:lvl3pPr>
            <a:lvl4pPr>
              <a:defRPr sz="2800">
                <a:solidFill>
                  <a:schemeClr val="tx1">
                    <a:lumMod val="75000"/>
                    <a:lumOff val="25000"/>
                  </a:schemeClr>
                </a:solidFill>
                <a:latin typeface="Calibri" panose="020F0502020204030204" pitchFamily="34" charset="0"/>
                <a:cs typeface="Calibri" panose="020F0502020204030204" pitchFamily="34" charset="0"/>
              </a:defRPr>
            </a:lvl4pPr>
            <a:lvl5pPr>
              <a:defRPr sz="28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 Placeholder 6">
            <a:extLst>
              <a:ext uri="{FF2B5EF4-FFF2-40B4-BE49-F238E27FC236}">
                <a16:creationId xmlns:a16="http://schemas.microsoft.com/office/drawing/2014/main" id="{64417085-CCA0-4060-A229-FADDD7016DD6}"/>
              </a:ext>
            </a:extLst>
          </p:cNvPr>
          <p:cNvSpPr>
            <a:spLocks noGrp="1"/>
          </p:cNvSpPr>
          <p:nvPr>
            <p:ph type="body" sz="quarter" idx="12"/>
          </p:nvPr>
        </p:nvSpPr>
        <p:spPr>
          <a:xfrm>
            <a:off x="174171" y="195762"/>
            <a:ext cx="5747623" cy="1019175"/>
          </a:xfrm>
          <a:prstGeom prst="rect">
            <a:avLst/>
          </a:prstGeom>
        </p:spPr>
        <p:txBody>
          <a:bodyPr/>
          <a:lstStyle>
            <a:lvl1pPr marL="0" indent="0">
              <a:buNone/>
              <a:defRPr sz="36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sp>
        <p:nvSpPr>
          <p:cNvPr id="6" name="Text Placeholder 6">
            <a:extLst>
              <a:ext uri="{FF2B5EF4-FFF2-40B4-BE49-F238E27FC236}">
                <a16:creationId xmlns:a16="http://schemas.microsoft.com/office/drawing/2014/main" id="{D2D2D7BC-001D-4AEA-BC70-7D81847F66D8}"/>
              </a:ext>
            </a:extLst>
          </p:cNvPr>
          <p:cNvSpPr>
            <a:spLocks noGrp="1"/>
          </p:cNvSpPr>
          <p:nvPr>
            <p:ph type="body" sz="quarter" idx="13"/>
          </p:nvPr>
        </p:nvSpPr>
        <p:spPr>
          <a:xfrm>
            <a:off x="6257110" y="182699"/>
            <a:ext cx="5747623" cy="1019175"/>
          </a:xfrm>
          <a:prstGeom prst="rect">
            <a:avLst/>
          </a:prstGeom>
        </p:spPr>
        <p:txBody>
          <a:bodyPr/>
          <a:lstStyle>
            <a:lvl1pPr marL="0" indent="0">
              <a:buNone/>
              <a:defRPr sz="3600">
                <a:solidFill>
                  <a:schemeClr val="bg1"/>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14" name="Group 13">
            <a:extLst>
              <a:ext uri="{FF2B5EF4-FFF2-40B4-BE49-F238E27FC236}">
                <a16:creationId xmlns:a16="http://schemas.microsoft.com/office/drawing/2014/main" id="{25C4B7A4-2103-4C8A-B8B5-6D492D41CC1B}"/>
              </a:ext>
            </a:extLst>
          </p:cNvPr>
          <p:cNvGrpSpPr/>
          <p:nvPr userDrawn="1"/>
        </p:nvGrpSpPr>
        <p:grpSpPr>
          <a:xfrm>
            <a:off x="-4946" y="6547470"/>
            <a:ext cx="12027129" cy="383311"/>
            <a:chOff x="-4946" y="6547470"/>
            <a:chExt cx="12027129" cy="383311"/>
          </a:xfrm>
        </p:grpSpPr>
        <p:grpSp>
          <p:nvGrpSpPr>
            <p:cNvPr id="22" name="Group 21">
              <a:extLst>
                <a:ext uri="{FF2B5EF4-FFF2-40B4-BE49-F238E27FC236}">
                  <a16:creationId xmlns:a16="http://schemas.microsoft.com/office/drawing/2014/main" id="{475D72E8-C3CB-4930-AD24-7FC90FF9E4F3}"/>
                </a:ext>
              </a:extLst>
            </p:cNvPr>
            <p:cNvGrpSpPr/>
            <p:nvPr userDrawn="1"/>
          </p:nvGrpSpPr>
          <p:grpSpPr>
            <a:xfrm>
              <a:off x="-4946" y="6548165"/>
              <a:ext cx="9753597" cy="335375"/>
              <a:chOff x="4896852" y="697832"/>
              <a:chExt cx="2069429" cy="168442"/>
            </a:xfrm>
          </p:grpSpPr>
          <p:sp>
            <p:nvSpPr>
              <p:cNvPr id="24" name="Rectangle 23">
                <a:extLst>
                  <a:ext uri="{FF2B5EF4-FFF2-40B4-BE49-F238E27FC236}">
                    <a16:creationId xmlns:a16="http://schemas.microsoft.com/office/drawing/2014/main" id="{12AD63E7-E928-4CC1-8AE0-66526F024EF4}"/>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4A6BCF82-1D2A-4BE3-8504-E3023833CB05}"/>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Rectangle 25">
                <a:extLst>
                  <a:ext uri="{FF2B5EF4-FFF2-40B4-BE49-F238E27FC236}">
                    <a16:creationId xmlns:a16="http://schemas.microsoft.com/office/drawing/2014/main" id="{832A9275-2BB0-4C64-B57F-D9522FEA5785}"/>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Rectangle 26">
                <a:extLst>
                  <a:ext uri="{FF2B5EF4-FFF2-40B4-BE49-F238E27FC236}">
                    <a16:creationId xmlns:a16="http://schemas.microsoft.com/office/drawing/2014/main" id="{C4E7F822-2420-402F-B070-9CE3130AEA92}"/>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3" name="Picture 22">
              <a:extLst>
                <a:ext uri="{FF2B5EF4-FFF2-40B4-BE49-F238E27FC236}">
                  <a16:creationId xmlns:a16="http://schemas.microsoft.com/office/drawing/2014/main" id="{B8ABFD94-BE10-4A48-AFD9-AD769E4924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3994026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graphicFrame>
        <p:nvGraphicFramePr>
          <p:cNvPr id="2" name="Table 4">
            <a:extLst>
              <a:ext uri="{FF2B5EF4-FFF2-40B4-BE49-F238E27FC236}">
                <a16:creationId xmlns:a16="http://schemas.microsoft.com/office/drawing/2014/main" id="{FD412E07-CE5B-4D99-9562-C6257A36A75B}"/>
              </a:ext>
            </a:extLst>
          </p:cNvPr>
          <p:cNvGraphicFramePr>
            <a:graphicFrameLocks noGrp="1"/>
          </p:cNvGraphicFramePr>
          <p:nvPr userDrawn="1">
            <p:extLst>
              <p:ext uri="{D42A27DB-BD31-4B8C-83A1-F6EECF244321}">
                <p14:modId xmlns:p14="http://schemas.microsoft.com/office/powerpoint/2010/main" val="1046673098"/>
              </p:ext>
            </p:extLst>
          </p:nvPr>
        </p:nvGraphicFramePr>
        <p:xfrm>
          <a:off x="373969" y="1332411"/>
          <a:ext cx="11444061" cy="2873829"/>
        </p:xfrm>
        <a:graphic>
          <a:graphicData uri="http://schemas.openxmlformats.org/drawingml/2006/table">
            <a:tbl>
              <a:tblPr firstRow="1" bandRow="1">
                <a:tableStyleId>{5C22544A-7EE6-4342-B048-85BDC9FD1C3A}</a:tableStyleId>
              </a:tblPr>
              <a:tblGrid>
                <a:gridCol w="3814687">
                  <a:extLst>
                    <a:ext uri="{9D8B030D-6E8A-4147-A177-3AD203B41FA5}">
                      <a16:colId xmlns:a16="http://schemas.microsoft.com/office/drawing/2014/main" val="2481990889"/>
                    </a:ext>
                  </a:extLst>
                </a:gridCol>
                <a:gridCol w="3814687">
                  <a:extLst>
                    <a:ext uri="{9D8B030D-6E8A-4147-A177-3AD203B41FA5}">
                      <a16:colId xmlns:a16="http://schemas.microsoft.com/office/drawing/2014/main" val="3474923534"/>
                    </a:ext>
                  </a:extLst>
                </a:gridCol>
                <a:gridCol w="3814687">
                  <a:extLst>
                    <a:ext uri="{9D8B030D-6E8A-4147-A177-3AD203B41FA5}">
                      <a16:colId xmlns:a16="http://schemas.microsoft.com/office/drawing/2014/main" val="2526214167"/>
                    </a:ext>
                  </a:extLst>
                </a:gridCol>
              </a:tblGrid>
              <a:tr h="410547">
                <a:tc>
                  <a:txBody>
                    <a:bodyPr/>
                    <a:lstStyle/>
                    <a:p>
                      <a:pPr algn="ctr"/>
                      <a:r>
                        <a:rPr lang="en-US">
                          <a:latin typeface="Calibri" panose="020F0502020204030204" pitchFamily="34" charset="0"/>
                          <a:cs typeface="Calibri" panose="020F0502020204030204" pitchFamily="34" charset="0"/>
                        </a:rPr>
                        <a:t>Point 1</a:t>
                      </a:r>
                      <a:endParaRPr lang="en-IN">
                        <a:latin typeface="Calibri" panose="020F0502020204030204" pitchFamily="34" charset="0"/>
                        <a:cs typeface="Calibri" panose="020F0502020204030204" pitchFamily="34" charset="0"/>
                      </a:endParaRPr>
                    </a:p>
                  </a:txBody>
                  <a:tcPr/>
                </a:tc>
                <a:tc>
                  <a:txBody>
                    <a:bodyPr/>
                    <a:lstStyle/>
                    <a:p>
                      <a:pPr algn="ctr"/>
                      <a:r>
                        <a:rPr lang="en-US">
                          <a:latin typeface="Calibri" panose="020F0502020204030204" pitchFamily="34" charset="0"/>
                          <a:cs typeface="Calibri" panose="020F0502020204030204" pitchFamily="34" charset="0"/>
                        </a:rPr>
                        <a:t>Point 2</a:t>
                      </a:r>
                      <a:endParaRPr lang="en-IN">
                        <a:latin typeface="Calibri" panose="020F0502020204030204" pitchFamily="34" charset="0"/>
                        <a:cs typeface="Calibri" panose="020F0502020204030204" pitchFamily="34" charset="0"/>
                      </a:endParaRPr>
                    </a:p>
                  </a:txBody>
                  <a:tcPr/>
                </a:tc>
                <a:tc>
                  <a:txBody>
                    <a:bodyPr/>
                    <a:lstStyle/>
                    <a:p>
                      <a:pPr algn="ctr"/>
                      <a:r>
                        <a:rPr lang="en-US">
                          <a:latin typeface="Calibri" panose="020F0502020204030204" pitchFamily="34" charset="0"/>
                          <a:cs typeface="Calibri" panose="020F0502020204030204" pitchFamily="34" charset="0"/>
                        </a:rPr>
                        <a:t>Point 3</a:t>
                      </a:r>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000559239"/>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152963733"/>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00110635"/>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32944415"/>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60285709"/>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03592721"/>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2604282"/>
                  </a:ext>
                </a:extLst>
              </a:tr>
            </a:tbl>
          </a:graphicData>
        </a:graphic>
      </p:graphicFrame>
      <p:sp>
        <p:nvSpPr>
          <p:cNvPr id="12" name="Text Placeholder 6">
            <a:extLst>
              <a:ext uri="{FF2B5EF4-FFF2-40B4-BE49-F238E27FC236}">
                <a16:creationId xmlns:a16="http://schemas.microsoft.com/office/drawing/2014/main" id="{D68A8622-271F-46BB-B56E-28415DAAF64C}"/>
              </a:ext>
            </a:extLst>
          </p:cNvPr>
          <p:cNvSpPr>
            <a:spLocks noGrp="1"/>
          </p:cNvSpPr>
          <p:nvPr>
            <p:ph type="body" sz="quarter" idx="12"/>
          </p:nvPr>
        </p:nvSpPr>
        <p:spPr>
          <a:xfrm>
            <a:off x="373969" y="323593"/>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33" name="Group 32">
            <a:extLst>
              <a:ext uri="{FF2B5EF4-FFF2-40B4-BE49-F238E27FC236}">
                <a16:creationId xmlns:a16="http://schemas.microsoft.com/office/drawing/2014/main" id="{738AEC9C-F9B7-4303-B41C-7DEE36B44280}"/>
              </a:ext>
            </a:extLst>
          </p:cNvPr>
          <p:cNvGrpSpPr/>
          <p:nvPr userDrawn="1"/>
        </p:nvGrpSpPr>
        <p:grpSpPr>
          <a:xfrm>
            <a:off x="3907972" y="1063755"/>
            <a:ext cx="4376057" cy="77068"/>
            <a:chOff x="4379494" y="697832"/>
            <a:chExt cx="2586787" cy="168442"/>
          </a:xfrm>
        </p:grpSpPr>
        <p:sp>
          <p:nvSpPr>
            <p:cNvPr id="34" name="Rectangle 33">
              <a:extLst>
                <a:ext uri="{FF2B5EF4-FFF2-40B4-BE49-F238E27FC236}">
                  <a16:creationId xmlns:a16="http://schemas.microsoft.com/office/drawing/2014/main" id="{DFE5A592-5D2C-4CB9-B814-F356295B7548}"/>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Rectangle 34">
              <a:extLst>
                <a:ext uri="{FF2B5EF4-FFF2-40B4-BE49-F238E27FC236}">
                  <a16:creationId xmlns:a16="http://schemas.microsoft.com/office/drawing/2014/main" id="{C3D8F582-D714-4585-B741-E34D35CDC1BF}"/>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Rectangle 35">
              <a:extLst>
                <a:ext uri="{FF2B5EF4-FFF2-40B4-BE49-F238E27FC236}">
                  <a16:creationId xmlns:a16="http://schemas.microsoft.com/office/drawing/2014/main" id="{8BC82B65-7F91-462D-B432-707A0E12594B}"/>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Rectangle 36">
              <a:extLst>
                <a:ext uri="{FF2B5EF4-FFF2-40B4-BE49-F238E27FC236}">
                  <a16:creationId xmlns:a16="http://schemas.microsoft.com/office/drawing/2014/main" id="{ABDA09CA-07D6-4702-850D-94BA5A8CA6B1}"/>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Rectangle 37">
              <a:extLst>
                <a:ext uri="{FF2B5EF4-FFF2-40B4-BE49-F238E27FC236}">
                  <a16:creationId xmlns:a16="http://schemas.microsoft.com/office/drawing/2014/main" id="{0FDE4628-34E4-47FE-93F1-D926A39A40F7}"/>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Group 16">
            <a:extLst>
              <a:ext uri="{FF2B5EF4-FFF2-40B4-BE49-F238E27FC236}">
                <a16:creationId xmlns:a16="http://schemas.microsoft.com/office/drawing/2014/main" id="{62090ADD-8632-4F13-8620-2A7C28FD09D9}"/>
              </a:ext>
            </a:extLst>
          </p:cNvPr>
          <p:cNvGrpSpPr/>
          <p:nvPr userDrawn="1"/>
        </p:nvGrpSpPr>
        <p:grpSpPr>
          <a:xfrm>
            <a:off x="-4946" y="6547470"/>
            <a:ext cx="12027129" cy="383311"/>
            <a:chOff x="-4946" y="6547470"/>
            <a:chExt cx="12027129" cy="383311"/>
          </a:xfrm>
        </p:grpSpPr>
        <p:grpSp>
          <p:nvGrpSpPr>
            <p:cNvPr id="18" name="Group 17">
              <a:extLst>
                <a:ext uri="{FF2B5EF4-FFF2-40B4-BE49-F238E27FC236}">
                  <a16:creationId xmlns:a16="http://schemas.microsoft.com/office/drawing/2014/main" id="{1F009072-8D4E-4158-9EF6-4A045AD9FF60}"/>
                </a:ext>
              </a:extLst>
            </p:cNvPr>
            <p:cNvGrpSpPr/>
            <p:nvPr userDrawn="1"/>
          </p:nvGrpSpPr>
          <p:grpSpPr>
            <a:xfrm>
              <a:off x="-4946" y="6548165"/>
              <a:ext cx="9753597" cy="335375"/>
              <a:chOff x="4896852" y="697832"/>
              <a:chExt cx="2069429" cy="168442"/>
            </a:xfrm>
          </p:grpSpPr>
          <p:sp>
            <p:nvSpPr>
              <p:cNvPr id="20" name="Rectangle 19">
                <a:extLst>
                  <a:ext uri="{FF2B5EF4-FFF2-40B4-BE49-F238E27FC236}">
                    <a16:creationId xmlns:a16="http://schemas.microsoft.com/office/drawing/2014/main" id="{5E3342F1-8F77-45EC-AC34-7B0EA9CD92DA}"/>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Rectangle 20">
                <a:extLst>
                  <a:ext uri="{FF2B5EF4-FFF2-40B4-BE49-F238E27FC236}">
                    <a16:creationId xmlns:a16="http://schemas.microsoft.com/office/drawing/2014/main" id="{3D5FD2AA-C40E-4F5B-AA86-225E70158693}"/>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8F9BC910-B481-44C7-B25E-03C30F8FDF2B}"/>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E9CAFF4B-1C60-4A2B-B963-AD9C04139461}"/>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9" name="Picture 18">
              <a:extLst>
                <a:ext uri="{FF2B5EF4-FFF2-40B4-BE49-F238E27FC236}">
                  <a16:creationId xmlns:a16="http://schemas.microsoft.com/office/drawing/2014/main" id="{AB3F41AD-9CD7-4DB0-BAED-B3A6A17753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1082127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1222CC-732A-4B80-B569-6128BF040B19}"/>
              </a:ext>
            </a:extLst>
          </p:cNvPr>
          <p:cNvSpPr/>
          <p:nvPr userDrawn="1"/>
        </p:nvSpPr>
        <p:spPr>
          <a:xfrm rot="5400000">
            <a:off x="6644503" y="987606"/>
            <a:ext cx="6561221" cy="4533772"/>
          </a:xfrm>
          <a:prstGeom prst="rect">
            <a:avLst/>
          </a:prstGeom>
          <a:gradFill>
            <a:gsLst>
              <a:gs pos="66000">
                <a:schemeClr val="accent3"/>
              </a:gs>
              <a:gs pos="33000">
                <a:schemeClr val="accent2"/>
              </a:gs>
              <a:gs pos="0">
                <a:schemeClr val="accent1"/>
              </a:gs>
              <a:gs pos="96000">
                <a:schemeClr val="accent4"/>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
        <p:nvSpPr>
          <p:cNvPr id="4" name="Content Placeholder 3">
            <a:extLst>
              <a:ext uri="{FF2B5EF4-FFF2-40B4-BE49-F238E27FC236}">
                <a16:creationId xmlns:a16="http://schemas.microsoft.com/office/drawing/2014/main" id="{780ED48C-A2D5-4891-9519-7DCD949ECC0A}"/>
              </a:ext>
            </a:extLst>
          </p:cNvPr>
          <p:cNvSpPr>
            <a:spLocks noGrp="1"/>
          </p:cNvSpPr>
          <p:nvPr>
            <p:ph sz="quarter" idx="10"/>
          </p:nvPr>
        </p:nvSpPr>
        <p:spPr>
          <a:xfrm>
            <a:off x="7824650" y="470489"/>
            <a:ext cx="4193179" cy="5799681"/>
          </a:xfrm>
          <a:prstGeom prst="rect">
            <a:avLst/>
          </a:prstGeom>
        </p:spPr>
        <p:txBody>
          <a:bodyPr/>
          <a:lstStyle>
            <a:lvl1pPr>
              <a:defRPr>
                <a:solidFill>
                  <a:schemeClr val="bg1"/>
                </a:solidFill>
                <a:latin typeface="Calibri" panose="020F0502020204030204" pitchFamily="34" charset="0"/>
                <a:cs typeface="Calibri" panose="020F0502020204030204" pitchFamily="34" charset="0"/>
              </a:defRPr>
            </a:lvl1pPr>
            <a:lvl2pPr>
              <a:defRPr>
                <a:solidFill>
                  <a:schemeClr val="bg1"/>
                </a:solidFill>
                <a:latin typeface="Calibri" panose="020F0502020204030204" pitchFamily="34" charset="0"/>
                <a:cs typeface="Calibri" panose="020F0502020204030204" pitchFamily="34" charset="0"/>
              </a:defRPr>
            </a:lvl2pPr>
            <a:lvl3pPr>
              <a:defRPr>
                <a:solidFill>
                  <a:schemeClr val="bg1"/>
                </a:solidFill>
                <a:latin typeface="Calibri" panose="020F0502020204030204" pitchFamily="34" charset="0"/>
                <a:cs typeface="Calibri" panose="020F0502020204030204" pitchFamily="34" charset="0"/>
              </a:defRPr>
            </a:lvl3pPr>
            <a:lvl4pPr>
              <a:defRPr>
                <a:solidFill>
                  <a:schemeClr val="bg1"/>
                </a:solidFill>
                <a:latin typeface="Calibri" panose="020F0502020204030204" pitchFamily="34" charset="0"/>
                <a:cs typeface="Calibri" panose="020F0502020204030204" pitchFamily="34" charset="0"/>
              </a:defRPr>
            </a:lvl4pPr>
            <a:lvl5pPr>
              <a:defRPr>
                <a:solidFill>
                  <a:schemeClr val="bg1"/>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3">
            <a:extLst>
              <a:ext uri="{FF2B5EF4-FFF2-40B4-BE49-F238E27FC236}">
                <a16:creationId xmlns:a16="http://schemas.microsoft.com/office/drawing/2014/main" id="{6297509B-CD02-43D9-9E19-50795E4ED740}"/>
              </a:ext>
            </a:extLst>
          </p:cNvPr>
          <p:cNvSpPr>
            <a:spLocks noGrp="1"/>
          </p:cNvSpPr>
          <p:nvPr>
            <p:ph sz="quarter" idx="11"/>
          </p:nvPr>
        </p:nvSpPr>
        <p:spPr>
          <a:xfrm>
            <a:off x="377859" y="1463039"/>
            <a:ext cx="7067969" cy="4807131"/>
          </a:xfrm>
          <a:prstGeom prst="rect">
            <a:avLst/>
          </a:prstGeom>
        </p:spPr>
        <p:txBody>
          <a:bodyPr/>
          <a:lstStyle>
            <a:lvl1pPr>
              <a:defRPr sz="3200">
                <a:solidFill>
                  <a:schemeClr val="tx1">
                    <a:lumMod val="75000"/>
                    <a:lumOff val="25000"/>
                  </a:schemeClr>
                </a:solidFill>
                <a:latin typeface="Calibri" panose="020F0502020204030204" pitchFamily="34" charset="0"/>
                <a:cs typeface="Calibri" panose="020F0502020204030204" pitchFamily="34" charset="0"/>
              </a:defRPr>
            </a:lvl1pPr>
            <a:lvl2pPr>
              <a:defRPr sz="3200">
                <a:solidFill>
                  <a:schemeClr val="tx1">
                    <a:lumMod val="75000"/>
                    <a:lumOff val="25000"/>
                  </a:schemeClr>
                </a:solidFill>
                <a:latin typeface="Calibri" panose="020F0502020204030204" pitchFamily="34" charset="0"/>
                <a:cs typeface="Calibri" panose="020F0502020204030204" pitchFamily="34" charset="0"/>
              </a:defRPr>
            </a:lvl2pPr>
            <a:lvl3pPr>
              <a:defRPr sz="3200">
                <a:solidFill>
                  <a:schemeClr val="tx1">
                    <a:lumMod val="75000"/>
                    <a:lumOff val="25000"/>
                  </a:schemeClr>
                </a:solidFill>
                <a:latin typeface="Calibri" panose="020F0502020204030204" pitchFamily="34" charset="0"/>
                <a:cs typeface="Calibri" panose="020F0502020204030204" pitchFamily="34" charset="0"/>
              </a:defRPr>
            </a:lvl3pPr>
            <a:lvl4pPr>
              <a:defRPr sz="3200">
                <a:solidFill>
                  <a:schemeClr val="tx1">
                    <a:lumMod val="75000"/>
                    <a:lumOff val="25000"/>
                  </a:schemeClr>
                </a:solidFill>
                <a:latin typeface="Calibri" panose="020F0502020204030204" pitchFamily="34" charset="0"/>
                <a:cs typeface="Calibri" panose="020F0502020204030204" pitchFamily="34" charset="0"/>
              </a:defRPr>
            </a:lvl4pPr>
            <a:lvl5pPr>
              <a:defRPr sz="32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 Placeholder 6">
            <a:extLst>
              <a:ext uri="{FF2B5EF4-FFF2-40B4-BE49-F238E27FC236}">
                <a16:creationId xmlns:a16="http://schemas.microsoft.com/office/drawing/2014/main" id="{64417085-CCA0-4060-A229-FADDD7016DD6}"/>
              </a:ext>
            </a:extLst>
          </p:cNvPr>
          <p:cNvSpPr>
            <a:spLocks noGrp="1"/>
          </p:cNvSpPr>
          <p:nvPr>
            <p:ph type="body" sz="quarter" idx="12"/>
          </p:nvPr>
        </p:nvSpPr>
        <p:spPr>
          <a:xfrm>
            <a:off x="377825" y="221887"/>
            <a:ext cx="7067550" cy="1019175"/>
          </a:xfrm>
          <a:prstGeom prst="rect">
            <a:avLst/>
          </a:prstGeom>
        </p:spPr>
        <p:txBody>
          <a:bodyPr/>
          <a:lstStyle>
            <a:lvl1pPr marL="0" indent="0">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14" name="Group 13">
            <a:extLst>
              <a:ext uri="{FF2B5EF4-FFF2-40B4-BE49-F238E27FC236}">
                <a16:creationId xmlns:a16="http://schemas.microsoft.com/office/drawing/2014/main" id="{F1DAD97B-2DBF-47F3-9552-149589A292DF}"/>
              </a:ext>
            </a:extLst>
          </p:cNvPr>
          <p:cNvGrpSpPr/>
          <p:nvPr userDrawn="1"/>
        </p:nvGrpSpPr>
        <p:grpSpPr>
          <a:xfrm>
            <a:off x="-4946" y="6547470"/>
            <a:ext cx="12027129" cy="383311"/>
            <a:chOff x="-4946" y="6547470"/>
            <a:chExt cx="12027129" cy="383311"/>
          </a:xfrm>
        </p:grpSpPr>
        <p:grpSp>
          <p:nvGrpSpPr>
            <p:cNvPr id="15" name="Group 14">
              <a:extLst>
                <a:ext uri="{FF2B5EF4-FFF2-40B4-BE49-F238E27FC236}">
                  <a16:creationId xmlns:a16="http://schemas.microsoft.com/office/drawing/2014/main" id="{05A4689B-D401-4EE7-B8AF-DBF25C3948E2}"/>
                </a:ext>
              </a:extLst>
            </p:cNvPr>
            <p:cNvGrpSpPr/>
            <p:nvPr userDrawn="1"/>
          </p:nvGrpSpPr>
          <p:grpSpPr>
            <a:xfrm>
              <a:off x="-4946" y="6548165"/>
              <a:ext cx="9753597" cy="335375"/>
              <a:chOff x="4896852" y="697832"/>
              <a:chExt cx="2069429" cy="168442"/>
            </a:xfrm>
          </p:grpSpPr>
          <p:sp>
            <p:nvSpPr>
              <p:cNvPr id="17" name="Rectangle 16">
                <a:extLst>
                  <a:ext uri="{FF2B5EF4-FFF2-40B4-BE49-F238E27FC236}">
                    <a16:creationId xmlns:a16="http://schemas.microsoft.com/office/drawing/2014/main" id="{EDC2B6F3-4B03-4310-9926-DBDBD9B53010}"/>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17">
                <a:extLst>
                  <a:ext uri="{FF2B5EF4-FFF2-40B4-BE49-F238E27FC236}">
                    <a16:creationId xmlns:a16="http://schemas.microsoft.com/office/drawing/2014/main" id="{8FC881B0-0002-43F6-9481-D8329C76F5DB}"/>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18">
                <a:extLst>
                  <a:ext uri="{FF2B5EF4-FFF2-40B4-BE49-F238E27FC236}">
                    <a16:creationId xmlns:a16="http://schemas.microsoft.com/office/drawing/2014/main" id="{E548CBC0-CA3D-4B40-8F2E-2DF5F08367C9}"/>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Rectangle 19">
                <a:extLst>
                  <a:ext uri="{FF2B5EF4-FFF2-40B4-BE49-F238E27FC236}">
                    <a16:creationId xmlns:a16="http://schemas.microsoft.com/office/drawing/2014/main" id="{2539AFBE-01FD-48AA-869E-94B70EE7A26A}"/>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6" name="Picture 15">
              <a:extLst>
                <a:ext uri="{FF2B5EF4-FFF2-40B4-BE49-F238E27FC236}">
                  <a16:creationId xmlns:a16="http://schemas.microsoft.com/office/drawing/2014/main" id="{1E3EA21E-A194-47DD-AE00-5F5F425C56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2210521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CA8973D-C634-4848-857D-0801D672446D}"/>
              </a:ext>
            </a:extLst>
          </p:cNvPr>
          <p:cNvGrpSpPr/>
          <p:nvPr userDrawn="1"/>
        </p:nvGrpSpPr>
        <p:grpSpPr>
          <a:xfrm>
            <a:off x="3907972" y="1063755"/>
            <a:ext cx="4376057" cy="77068"/>
            <a:chOff x="4379494" y="697832"/>
            <a:chExt cx="2586787" cy="168442"/>
          </a:xfrm>
        </p:grpSpPr>
        <p:sp>
          <p:nvSpPr>
            <p:cNvPr id="4" name="Rectangle 3">
              <a:extLst>
                <a:ext uri="{FF2B5EF4-FFF2-40B4-BE49-F238E27FC236}">
                  <a16:creationId xmlns:a16="http://schemas.microsoft.com/office/drawing/2014/main" id="{4E9AA5D9-EA08-4B65-BAC7-CCBAA8BBCFA2}"/>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a:extLst>
                <a:ext uri="{FF2B5EF4-FFF2-40B4-BE49-F238E27FC236}">
                  <a16:creationId xmlns:a16="http://schemas.microsoft.com/office/drawing/2014/main" id="{AFA2020C-7669-42EC-A46A-2BBD3E0A2A5A}"/>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a:extLst>
                <a:ext uri="{FF2B5EF4-FFF2-40B4-BE49-F238E27FC236}">
                  <a16:creationId xmlns:a16="http://schemas.microsoft.com/office/drawing/2014/main" id="{72D3F948-1B48-4E44-9763-0E76AB3476B8}"/>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Rectangle 6">
              <a:extLst>
                <a:ext uri="{FF2B5EF4-FFF2-40B4-BE49-F238E27FC236}">
                  <a16:creationId xmlns:a16="http://schemas.microsoft.com/office/drawing/2014/main" id="{636DDCBC-E585-46F9-BEE4-221A8B23C244}"/>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937AC09D-17BE-418F-8B66-F7C0995BCC1C}"/>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Text Placeholder 6">
            <a:extLst>
              <a:ext uri="{FF2B5EF4-FFF2-40B4-BE49-F238E27FC236}">
                <a16:creationId xmlns:a16="http://schemas.microsoft.com/office/drawing/2014/main" id="{18E19310-A788-4448-B117-709E93E2B6D8}"/>
              </a:ext>
            </a:extLst>
          </p:cNvPr>
          <p:cNvSpPr>
            <a:spLocks noGrp="1"/>
          </p:cNvSpPr>
          <p:nvPr>
            <p:ph type="body" sz="quarter" idx="12" hasCustomPrompt="1"/>
          </p:nvPr>
        </p:nvSpPr>
        <p:spPr>
          <a:xfrm>
            <a:off x="373969" y="310530"/>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Main Slide of a Topic</a:t>
            </a:r>
            <a:endParaRPr lang="en-IN"/>
          </a:p>
        </p:txBody>
      </p:sp>
      <p:graphicFrame>
        <p:nvGraphicFramePr>
          <p:cNvPr id="12" name="Chart 11">
            <a:extLst>
              <a:ext uri="{FF2B5EF4-FFF2-40B4-BE49-F238E27FC236}">
                <a16:creationId xmlns:a16="http://schemas.microsoft.com/office/drawing/2014/main" id="{AE7C4478-285E-411E-8464-648BB3B4DCBE}"/>
              </a:ext>
            </a:extLst>
          </p:cNvPr>
          <p:cNvGraphicFramePr/>
          <p:nvPr userDrawn="1">
            <p:extLst>
              <p:ext uri="{D42A27DB-BD31-4B8C-83A1-F6EECF244321}">
                <p14:modId xmlns:p14="http://schemas.microsoft.com/office/powerpoint/2010/main" val="635200283"/>
              </p:ext>
            </p:extLst>
          </p:nvPr>
        </p:nvGraphicFramePr>
        <p:xfrm>
          <a:off x="373970" y="1371600"/>
          <a:ext cx="11444060" cy="5175870"/>
        </p:xfrm>
        <a:graphic>
          <a:graphicData uri="http://schemas.openxmlformats.org/drawingml/2006/chart">
            <c:chart xmlns:c="http://schemas.openxmlformats.org/drawingml/2006/chart" xmlns:r="http://schemas.openxmlformats.org/officeDocument/2006/relationships" r:id="rId2"/>
          </a:graphicData>
        </a:graphic>
      </p:graphicFrame>
      <p:grpSp>
        <p:nvGrpSpPr>
          <p:cNvPr id="19" name="Group 18">
            <a:extLst>
              <a:ext uri="{FF2B5EF4-FFF2-40B4-BE49-F238E27FC236}">
                <a16:creationId xmlns:a16="http://schemas.microsoft.com/office/drawing/2014/main" id="{47A85278-302E-4CCD-9719-ACC1AB227228}"/>
              </a:ext>
            </a:extLst>
          </p:cNvPr>
          <p:cNvGrpSpPr/>
          <p:nvPr userDrawn="1"/>
        </p:nvGrpSpPr>
        <p:grpSpPr>
          <a:xfrm>
            <a:off x="-4946" y="6547470"/>
            <a:ext cx="12027129" cy="383311"/>
            <a:chOff x="-4946" y="6547470"/>
            <a:chExt cx="12027129" cy="383311"/>
          </a:xfrm>
        </p:grpSpPr>
        <p:grpSp>
          <p:nvGrpSpPr>
            <p:cNvPr id="20" name="Group 19">
              <a:extLst>
                <a:ext uri="{FF2B5EF4-FFF2-40B4-BE49-F238E27FC236}">
                  <a16:creationId xmlns:a16="http://schemas.microsoft.com/office/drawing/2014/main" id="{34D3A19E-BCB0-4CDB-9722-6E1780FC1EFF}"/>
                </a:ext>
              </a:extLst>
            </p:cNvPr>
            <p:cNvGrpSpPr/>
            <p:nvPr userDrawn="1"/>
          </p:nvGrpSpPr>
          <p:grpSpPr>
            <a:xfrm>
              <a:off x="-4946" y="6548165"/>
              <a:ext cx="9753597" cy="335375"/>
              <a:chOff x="4896852" y="697832"/>
              <a:chExt cx="2069429" cy="168442"/>
            </a:xfrm>
          </p:grpSpPr>
          <p:sp>
            <p:nvSpPr>
              <p:cNvPr id="22" name="Rectangle 21">
                <a:extLst>
                  <a:ext uri="{FF2B5EF4-FFF2-40B4-BE49-F238E27FC236}">
                    <a16:creationId xmlns:a16="http://schemas.microsoft.com/office/drawing/2014/main" id="{CB99FE6E-5319-49FD-AD8B-C66C40B0D1DB}"/>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44B6524E-CEE0-41A4-BFBB-D2901384C8DC}"/>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05BF3950-6A0A-44C6-AEE8-0ECF1991E675}"/>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BFB8A714-C809-43B9-B017-2049EBE55ACB}"/>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1" name="Picture 20">
              <a:extLst>
                <a:ext uri="{FF2B5EF4-FFF2-40B4-BE49-F238E27FC236}">
                  <a16:creationId xmlns:a16="http://schemas.microsoft.com/office/drawing/2014/main" id="{351C9144-0927-47FC-8200-EB00C3B8E16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225979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51_Images &amp; Contents Layout">
    <p:spTree>
      <p:nvGrpSpPr>
        <p:cNvPr id="1" name=""/>
        <p:cNvGrpSpPr/>
        <p:nvPr/>
      </p:nvGrpSpPr>
      <p:grpSpPr>
        <a:xfrm>
          <a:off x="0" y="0"/>
          <a:ext cx="0" cy="0"/>
          <a:chOff x="0" y="0"/>
          <a:chExt cx="0" cy="0"/>
        </a:xfrm>
      </p:grpSpPr>
      <p:sp>
        <p:nvSpPr>
          <p:cNvPr id="9" name="자유형: 도형 8">
            <a:extLst>
              <a:ext uri="{FF2B5EF4-FFF2-40B4-BE49-F238E27FC236}">
                <a16:creationId xmlns:a16="http://schemas.microsoft.com/office/drawing/2014/main" id="{C2ABD529-FE83-4068-B43D-09D8C61354D1}"/>
              </a:ext>
            </a:extLst>
          </p:cNvPr>
          <p:cNvSpPr>
            <a:spLocks noGrp="1"/>
          </p:cNvSpPr>
          <p:nvPr>
            <p:ph type="pic" idx="11" hasCustomPrompt="1"/>
          </p:nvPr>
        </p:nvSpPr>
        <p:spPr>
          <a:xfrm>
            <a:off x="143693" y="555623"/>
            <a:ext cx="5808616" cy="5663839"/>
          </a:xfrm>
          <a:custGeom>
            <a:avLst/>
            <a:gdLst>
              <a:gd name="connsiteX0" fmla="*/ 5203477 w 5529990"/>
              <a:gd name="connsiteY0" fmla="*/ 4996820 h 5456343"/>
              <a:gd name="connsiteX1" fmla="*/ 5205385 w 5529990"/>
              <a:gd name="connsiteY1" fmla="*/ 4997961 h 5456343"/>
              <a:gd name="connsiteX2" fmla="*/ 5204062 w 5529990"/>
              <a:gd name="connsiteY2" fmla="*/ 4999290 h 5456343"/>
              <a:gd name="connsiteX3" fmla="*/ 3285288 w 5529990"/>
              <a:gd name="connsiteY3" fmla="*/ 850958 h 5456343"/>
              <a:gd name="connsiteX4" fmla="*/ 3285287 w 5529990"/>
              <a:gd name="connsiteY4" fmla="*/ 957889 h 5456343"/>
              <a:gd name="connsiteX5" fmla="*/ 3309883 w 5529990"/>
              <a:gd name="connsiteY5" fmla="*/ 964960 h 5456343"/>
              <a:gd name="connsiteX6" fmla="*/ 3342876 w 5529990"/>
              <a:gd name="connsiteY6" fmla="*/ 959101 h 5456343"/>
              <a:gd name="connsiteX7" fmla="*/ 3347625 w 5529990"/>
              <a:gd name="connsiteY7" fmla="*/ 953011 h 5456343"/>
              <a:gd name="connsiteX8" fmla="*/ 3340340 w 5529990"/>
              <a:gd name="connsiteY8" fmla="*/ 917595 h 5456343"/>
              <a:gd name="connsiteX9" fmla="*/ 3323433 w 5529990"/>
              <a:gd name="connsiteY9" fmla="*/ 872062 h 5456343"/>
              <a:gd name="connsiteX10" fmla="*/ 3302259 w 5529990"/>
              <a:gd name="connsiteY10" fmla="*/ 854999 h 5456343"/>
              <a:gd name="connsiteX11" fmla="*/ 97597 w 5529990"/>
              <a:gd name="connsiteY11" fmla="*/ 97597 h 5456343"/>
              <a:gd name="connsiteX12" fmla="*/ 97597 w 5529990"/>
              <a:gd name="connsiteY12" fmla="*/ 3380541 h 5456343"/>
              <a:gd name="connsiteX13" fmla="*/ 925476 w 5529990"/>
              <a:gd name="connsiteY13" fmla="*/ 3380541 h 5456343"/>
              <a:gd name="connsiteX14" fmla="*/ 946229 w 5529990"/>
              <a:gd name="connsiteY14" fmla="*/ 3355733 h 5456343"/>
              <a:gd name="connsiteX15" fmla="*/ 978940 w 5529990"/>
              <a:gd name="connsiteY15" fmla="*/ 3351467 h 5456343"/>
              <a:gd name="connsiteX16" fmla="*/ 1007525 w 5529990"/>
              <a:gd name="connsiteY16" fmla="*/ 3349520 h 5456343"/>
              <a:gd name="connsiteX17" fmla="*/ 1031564 w 5529990"/>
              <a:gd name="connsiteY17" fmla="*/ 3353683 h 5456343"/>
              <a:gd name="connsiteX18" fmla="*/ 1032954 w 5529990"/>
              <a:gd name="connsiteY18" fmla="*/ 3351929 h 5456343"/>
              <a:gd name="connsiteX19" fmla="*/ 1046660 w 5529990"/>
              <a:gd name="connsiteY19" fmla="*/ 3307002 h 5456343"/>
              <a:gd name="connsiteX20" fmla="*/ 1050343 w 5529990"/>
              <a:gd name="connsiteY20" fmla="*/ 3285495 h 5456343"/>
              <a:gd name="connsiteX21" fmla="*/ 1053485 w 5529990"/>
              <a:gd name="connsiteY21" fmla="*/ 3281034 h 5456343"/>
              <a:gd name="connsiteX22" fmla="*/ 213108 w 5529990"/>
              <a:gd name="connsiteY22" fmla="*/ 3281033 h 5456343"/>
              <a:gd name="connsiteX23" fmla="*/ 213107 w 5529990"/>
              <a:gd name="connsiteY23" fmla="*/ 208854 h 5456343"/>
              <a:gd name="connsiteX24" fmla="*/ 3285287 w 5529990"/>
              <a:gd name="connsiteY24" fmla="*/ 208854 h 5456343"/>
              <a:gd name="connsiteX25" fmla="*/ 3285287 w 5529990"/>
              <a:gd name="connsiteY25" fmla="*/ 805089 h 5456343"/>
              <a:gd name="connsiteX26" fmla="*/ 3285421 w 5529990"/>
              <a:gd name="connsiteY26" fmla="*/ 805084 h 5456343"/>
              <a:gd name="connsiteX27" fmla="*/ 3308726 w 5529990"/>
              <a:gd name="connsiteY27" fmla="*/ 825294 h 5456343"/>
              <a:gd name="connsiteX28" fmla="*/ 3343101 w 5529990"/>
              <a:gd name="connsiteY28" fmla="*/ 834936 h 5456343"/>
              <a:gd name="connsiteX29" fmla="*/ 3357542 w 5529990"/>
              <a:gd name="connsiteY29" fmla="*/ 829717 h 5456343"/>
              <a:gd name="connsiteX30" fmla="*/ 3389087 w 5529990"/>
              <a:gd name="connsiteY30" fmla="*/ 840123 h 5456343"/>
              <a:gd name="connsiteX31" fmla="*/ 3389087 w 5529990"/>
              <a:gd name="connsiteY31" fmla="*/ 97597 h 5456343"/>
              <a:gd name="connsiteX32" fmla="*/ 0 w 5529990"/>
              <a:gd name="connsiteY32" fmla="*/ 0 h 5456343"/>
              <a:gd name="connsiteX33" fmla="*/ 3486684 w 5529990"/>
              <a:gd name="connsiteY33" fmla="*/ 0 h 5456343"/>
              <a:gd name="connsiteX34" fmla="*/ 3486684 w 5529990"/>
              <a:gd name="connsiteY34" fmla="*/ 833838 h 5456343"/>
              <a:gd name="connsiteX35" fmla="*/ 3500172 w 5529990"/>
              <a:gd name="connsiteY35" fmla="*/ 834269 h 5456343"/>
              <a:gd name="connsiteX36" fmla="*/ 3516226 w 5529990"/>
              <a:gd name="connsiteY36" fmla="*/ 839003 h 5456343"/>
              <a:gd name="connsiteX37" fmla="*/ 3647545 w 5529990"/>
              <a:gd name="connsiteY37" fmla="*/ 866570 h 5456343"/>
              <a:gd name="connsiteX38" fmla="*/ 3662947 w 5529990"/>
              <a:gd name="connsiteY38" fmla="*/ 857912 h 5456343"/>
              <a:gd name="connsiteX39" fmla="*/ 3656762 w 5529990"/>
              <a:gd name="connsiteY39" fmla="*/ 846906 h 5456343"/>
              <a:gd name="connsiteX40" fmla="*/ 3515960 w 5529990"/>
              <a:gd name="connsiteY40" fmla="*/ 787015 h 5456343"/>
              <a:gd name="connsiteX41" fmla="*/ 3489147 w 5529990"/>
              <a:gd name="connsiteY41" fmla="*/ 770223 h 5456343"/>
              <a:gd name="connsiteX42" fmla="*/ 3498229 w 5529990"/>
              <a:gd name="connsiteY42" fmla="*/ 724565 h 5456343"/>
              <a:gd name="connsiteX43" fmla="*/ 3516829 w 5529990"/>
              <a:gd name="connsiteY43" fmla="*/ 717732 h 5456343"/>
              <a:gd name="connsiteX44" fmla="*/ 3531095 w 5529990"/>
              <a:gd name="connsiteY44" fmla="*/ 726369 h 5456343"/>
              <a:gd name="connsiteX45" fmla="*/ 3557357 w 5529990"/>
              <a:gd name="connsiteY45" fmla="*/ 731881 h 5456343"/>
              <a:gd name="connsiteX46" fmla="*/ 3581695 w 5529990"/>
              <a:gd name="connsiteY46" fmla="*/ 744271 h 5456343"/>
              <a:gd name="connsiteX47" fmla="*/ 3651817 w 5529990"/>
              <a:gd name="connsiteY47" fmla="*/ 791752 h 5456343"/>
              <a:gd name="connsiteX48" fmla="*/ 3701043 w 5529990"/>
              <a:gd name="connsiteY48" fmla="*/ 827808 h 5456343"/>
              <a:gd name="connsiteX49" fmla="*/ 3778589 w 5529990"/>
              <a:gd name="connsiteY49" fmla="*/ 888498 h 5456343"/>
              <a:gd name="connsiteX50" fmla="*/ 3870983 w 5529990"/>
              <a:gd name="connsiteY50" fmla="*/ 975599 h 5456343"/>
              <a:gd name="connsiteX51" fmla="*/ 3913472 w 5529990"/>
              <a:gd name="connsiteY51" fmla="*/ 989372 h 5456343"/>
              <a:gd name="connsiteX52" fmla="*/ 3940973 w 5529990"/>
              <a:gd name="connsiteY52" fmla="*/ 997085 h 5456343"/>
              <a:gd name="connsiteX53" fmla="*/ 3982772 w 5529990"/>
              <a:gd name="connsiteY53" fmla="*/ 1019936 h 5456343"/>
              <a:gd name="connsiteX54" fmla="*/ 3937964 w 5529990"/>
              <a:gd name="connsiteY54" fmla="*/ 888706 h 5456343"/>
              <a:gd name="connsiteX55" fmla="*/ 3899601 w 5529990"/>
              <a:gd name="connsiteY55" fmla="*/ 866821 h 5456343"/>
              <a:gd name="connsiteX56" fmla="*/ 3853267 w 5529990"/>
              <a:gd name="connsiteY56" fmla="*/ 820451 h 5456343"/>
              <a:gd name="connsiteX57" fmla="*/ 3829759 w 5529990"/>
              <a:gd name="connsiteY57" fmla="*/ 778630 h 5456343"/>
              <a:gd name="connsiteX58" fmla="*/ 3899474 w 5529990"/>
              <a:gd name="connsiteY58" fmla="*/ 794477 h 5456343"/>
              <a:gd name="connsiteX59" fmla="*/ 3949113 w 5529990"/>
              <a:gd name="connsiteY59" fmla="*/ 815817 h 5456343"/>
              <a:gd name="connsiteX60" fmla="*/ 3979087 w 5529990"/>
              <a:gd name="connsiteY60" fmla="*/ 827934 h 5456343"/>
              <a:gd name="connsiteX61" fmla="*/ 4029548 w 5529990"/>
              <a:gd name="connsiteY61" fmla="*/ 866192 h 5456343"/>
              <a:gd name="connsiteX62" fmla="*/ 4074646 w 5529990"/>
              <a:gd name="connsiteY62" fmla="*/ 910362 h 5456343"/>
              <a:gd name="connsiteX63" fmla="*/ 4111496 w 5529990"/>
              <a:gd name="connsiteY63" fmla="*/ 924407 h 5456343"/>
              <a:gd name="connsiteX64" fmla="*/ 4161957 w 5529990"/>
              <a:gd name="connsiteY64" fmla="*/ 962664 h 5456343"/>
              <a:gd name="connsiteX65" fmla="*/ 4131426 w 5529990"/>
              <a:gd name="connsiteY65" fmla="*/ 985620 h 5456343"/>
              <a:gd name="connsiteX66" fmla="*/ 4134857 w 5529990"/>
              <a:gd name="connsiteY66" fmla="*/ 1032933 h 5456343"/>
              <a:gd name="connsiteX67" fmla="*/ 4138703 w 5529990"/>
              <a:gd name="connsiteY67" fmla="*/ 1065530 h 5456343"/>
              <a:gd name="connsiteX68" fmla="*/ 4128249 w 5529990"/>
              <a:gd name="connsiteY68" fmla="*/ 1082993 h 5456343"/>
              <a:gd name="connsiteX69" fmla="*/ 4147363 w 5529990"/>
              <a:gd name="connsiteY69" fmla="*/ 1080938 h 5456343"/>
              <a:gd name="connsiteX70" fmla="*/ 4170738 w 5529990"/>
              <a:gd name="connsiteY70" fmla="*/ 1096765 h 5456343"/>
              <a:gd name="connsiteX71" fmla="*/ 4166471 w 5529990"/>
              <a:gd name="connsiteY71" fmla="*/ 1125234 h 5456343"/>
              <a:gd name="connsiteX72" fmla="*/ 4151337 w 5529990"/>
              <a:gd name="connsiteY72" fmla="*/ 1185880 h 5456343"/>
              <a:gd name="connsiteX73" fmla="*/ 4159309 w 5529990"/>
              <a:gd name="connsiteY73" fmla="*/ 1210365 h 5456343"/>
              <a:gd name="connsiteX74" fmla="*/ 4205665 w 5529990"/>
              <a:gd name="connsiteY74" fmla="*/ 1117687 h 5456343"/>
              <a:gd name="connsiteX75" fmla="*/ 4209517 w 5529990"/>
              <a:gd name="connsiteY75" fmla="*/ 1103935 h 5456343"/>
              <a:gd name="connsiteX76" fmla="*/ 4224918 w 5529990"/>
              <a:gd name="connsiteY76" fmla="*/ 1095278 h 5456343"/>
              <a:gd name="connsiteX77" fmla="*/ 4232341 w 5529990"/>
              <a:gd name="connsiteY77" fmla="*/ 1108484 h 5456343"/>
              <a:gd name="connsiteX78" fmla="*/ 4211843 w 5529990"/>
              <a:gd name="connsiteY78" fmla="*/ 1175042 h 5456343"/>
              <a:gd name="connsiteX79" fmla="*/ 4227373 w 5529990"/>
              <a:gd name="connsiteY79" fmla="*/ 1238729 h 5456343"/>
              <a:gd name="connsiteX80" fmla="*/ 4277010 w 5529990"/>
              <a:gd name="connsiteY80" fmla="*/ 1260069 h 5456343"/>
              <a:gd name="connsiteX81" fmla="*/ 4319914 w 5529990"/>
              <a:gd name="connsiteY81" fmla="*/ 1259126 h 5456343"/>
              <a:gd name="connsiteX82" fmla="*/ 4394024 w 5529990"/>
              <a:gd name="connsiteY82" fmla="*/ 1318850 h 5456343"/>
              <a:gd name="connsiteX83" fmla="*/ 4439529 w 5529990"/>
              <a:gd name="connsiteY83" fmla="*/ 1394653 h 5456343"/>
              <a:gd name="connsiteX84" fmla="*/ 4465896 w 5529990"/>
              <a:gd name="connsiteY84" fmla="*/ 1405900 h 5456343"/>
              <a:gd name="connsiteX85" fmla="*/ 4496792 w 5529990"/>
              <a:gd name="connsiteY85" fmla="*/ 1389917 h 5456343"/>
              <a:gd name="connsiteX86" fmla="*/ 4517002 w 5529990"/>
              <a:gd name="connsiteY86" fmla="*/ 1350259 h 5456343"/>
              <a:gd name="connsiteX87" fmla="*/ 4543362 w 5529990"/>
              <a:gd name="connsiteY87" fmla="*/ 1292820 h 5456343"/>
              <a:gd name="connsiteX88" fmla="*/ 4573307 w 5529990"/>
              <a:gd name="connsiteY88" fmla="*/ 1288454 h 5456343"/>
              <a:gd name="connsiteX89" fmla="*/ 4586211 w 5529990"/>
              <a:gd name="connsiteY89" fmla="*/ 1309822 h 5456343"/>
              <a:gd name="connsiteX90" fmla="*/ 4565007 w 5529990"/>
              <a:gd name="connsiteY90" fmla="*/ 1374097 h 5456343"/>
              <a:gd name="connsiteX91" fmla="*/ 4525037 w 5529990"/>
              <a:gd name="connsiteY91" fmla="*/ 1424592 h 5456343"/>
              <a:gd name="connsiteX92" fmla="*/ 4537809 w 5529990"/>
              <a:gd name="connsiteY92" fmla="*/ 1428478 h 5456343"/>
              <a:gd name="connsiteX93" fmla="*/ 4570157 w 5529990"/>
              <a:gd name="connsiteY93" fmla="*/ 1431296 h 5456343"/>
              <a:gd name="connsiteX94" fmla="*/ 4584183 w 5529990"/>
              <a:gd name="connsiteY94" fmla="*/ 1440791 h 5456343"/>
              <a:gd name="connsiteX95" fmla="*/ 4615797 w 5529990"/>
              <a:gd name="connsiteY95" fmla="*/ 1533093 h 5456343"/>
              <a:gd name="connsiteX96" fmla="*/ 4630077 w 5529990"/>
              <a:gd name="connsiteY96" fmla="*/ 1568154 h 5456343"/>
              <a:gd name="connsiteX97" fmla="*/ 4642622 w 5529990"/>
              <a:gd name="connsiteY97" fmla="*/ 1584865 h 5456343"/>
              <a:gd name="connsiteX98" fmla="*/ 4650392 w 5529990"/>
              <a:gd name="connsiteY98" fmla="*/ 1585335 h 5456343"/>
              <a:gd name="connsiteX99" fmla="*/ 4706855 w 5529990"/>
              <a:gd name="connsiteY99" fmla="*/ 1574900 h 5456343"/>
              <a:gd name="connsiteX100" fmla="*/ 4733741 w 5529990"/>
              <a:gd name="connsiteY100" fmla="*/ 1584777 h 5456343"/>
              <a:gd name="connsiteX101" fmla="*/ 4735707 w 5529990"/>
              <a:gd name="connsiteY101" fmla="*/ 1602394 h 5456343"/>
              <a:gd name="connsiteX102" fmla="*/ 4744256 w 5529990"/>
              <a:gd name="connsiteY102" fmla="*/ 1600647 h 5456343"/>
              <a:gd name="connsiteX103" fmla="*/ 4780936 w 5529990"/>
              <a:gd name="connsiteY103" fmla="*/ 1605372 h 5456343"/>
              <a:gd name="connsiteX104" fmla="*/ 4803756 w 5529990"/>
              <a:gd name="connsiteY104" fmla="*/ 1656271 h 5456343"/>
              <a:gd name="connsiteX105" fmla="*/ 4782161 w 5529990"/>
              <a:gd name="connsiteY105" fmla="*/ 1700274 h 5456343"/>
              <a:gd name="connsiteX106" fmla="*/ 4785999 w 5529990"/>
              <a:gd name="connsiteY106" fmla="*/ 1779221 h 5456343"/>
              <a:gd name="connsiteX107" fmla="*/ 4800847 w 5529990"/>
              <a:gd name="connsiteY107" fmla="*/ 1805635 h 5456343"/>
              <a:gd name="connsiteX108" fmla="*/ 4804501 w 5529990"/>
              <a:gd name="connsiteY108" fmla="*/ 1810637 h 5456343"/>
              <a:gd name="connsiteX109" fmla="*/ 4845375 w 5529990"/>
              <a:gd name="connsiteY109" fmla="*/ 1808249 h 5456343"/>
              <a:gd name="connsiteX110" fmla="*/ 4843969 w 5529990"/>
              <a:gd name="connsiteY110" fmla="*/ 1825149 h 5456343"/>
              <a:gd name="connsiteX111" fmla="*/ 4843929 w 5529990"/>
              <a:gd name="connsiteY111" fmla="*/ 1825206 h 5456343"/>
              <a:gd name="connsiteX112" fmla="*/ 4852839 w 5529990"/>
              <a:gd name="connsiteY112" fmla="*/ 1826013 h 5456343"/>
              <a:gd name="connsiteX113" fmla="*/ 4872074 w 5529990"/>
              <a:gd name="connsiteY113" fmla="*/ 1829323 h 5456343"/>
              <a:gd name="connsiteX114" fmla="*/ 4925096 w 5529990"/>
              <a:gd name="connsiteY114" fmla="*/ 1859262 h 5456343"/>
              <a:gd name="connsiteX115" fmla="*/ 4929808 w 5529990"/>
              <a:gd name="connsiteY115" fmla="*/ 1883858 h 5456343"/>
              <a:gd name="connsiteX116" fmla="*/ 4939343 w 5529990"/>
              <a:gd name="connsiteY116" fmla="*/ 1886966 h 5456343"/>
              <a:gd name="connsiteX117" fmla="*/ 4991962 w 5529990"/>
              <a:gd name="connsiteY117" fmla="*/ 1878897 h 5456343"/>
              <a:gd name="connsiteX118" fmla="*/ 5003950 w 5529990"/>
              <a:gd name="connsiteY118" fmla="*/ 1880575 h 5456343"/>
              <a:gd name="connsiteX119" fmla="*/ 4972381 w 5529990"/>
              <a:gd name="connsiteY119" fmla="*/ 1914056 h 5456343"/>
              <a:gd name="connsiteX120" fmla="*/ 4975836 w 5529990"/>
              <a:gd name="connsiteY120" fmla="*/ 1924321 h 5456343"/>
              <a:gd name="connsiteX121" fmla="*/ 5015575 w 5529990"/>
              <a:gd name="connsiteY121" fmla="*/ 2048343 h 5456343"/>
              <a:gd name="connsiteX122" fmla="*/ 5014612 w 5529990"/>
              <a:gd name="connsiteY122" fmla="*/ 2066816 h 5456343"/>
              <a:gd name="connsiteX123" fmla="*/ 5068869 w 5529990"/>
              <a:gd name="connsiteY123" fmla="*/ 2055795 h 5456343"/>
              <a:gd name="connsiteX124" fmla="*/ 5135512 w 5529990"/>
              <a:gd name="connsiteY124" fmla="*/ 2040422 h 5456343"/>
              <a:gd name="connsiteX125" fmla="*/ 5180616 w 5529990"/>
              <a:gd name="connsiteY125" fmla="*/ 2038241 h 5456343"/>
              <a:gd name="connsiteX126" fmla="*/ 5204265 w 5529990"/>
              <a:gd name="connsiteY126" fmla="*/ 2059708 h 5456343"/>
              <a:gd name="connsiteX127" fmla="*/ 5192160 w 5529990"/>
              <a:gd name="connsiteY127" fmla="*/ 2089685 h 5456343"/>
              <a:gd name="connsiteX128" fmla="*/ 5148842 w 5529990"/>
              <a:gd name="connsiteY128" fmla="*/ 2105345 h 5456343"/>
              <a:gd name="connsiteX129" fmla="*/ 5101673 w 5529990"/>
              <a:gd name="connsiteY129" fmla="*/ 2134757 h 5456343"/>
              <a:gd name="connsiteX130" fmla="*/ 5078431 w 5529990"/>
              <a:gd name="connsiteY130" fmla="*/ 2144923 h 5456343"/>
              <a:gd name="connsiteX131" fmla="*/ 5052563 w 5529990"/>
              <a:gd name="connsiteY131" fmla="*/ 2144620 h 5456343"/>
              <a:gd name="connsiteX132" fmla="*/ 5037286 w 5529990"/>
              <a:gd name="connsiteY132" fmla="*/ 2142869 h 5456343"/>
              <a:gd name="connsiteX133" fmla="*/ 5039213 w 5529990"/>
              <a:gd name="connsiteY133" fmla="*/ 2146539 h 5456343"/>
              <a:gd name="connsiteX134" fmla="*/ 5030489 w 5529990"/>
              <a:gd name="connsiteY134" fmla="*/ 2163045 h 5456343"/>
              <a:gd name="connsiteX135" fmla="*/ 5028179 w 5529990"/>
              <a:gd name="connsiteY135" fmla="*/ 2165369 h 5456343"/>
              <a:gd name="connsiteX136" fmla="*/ 5046078 w 5529990"/>
              <a:gd name="connsiteY136" fmla="*/ 2171076 h 5456343"/>
              <a:gd name="connsiteX137" fmla="*/ 5093139 w 5529990"/>
              <a:gd name="connsiteY137" fmla="*/ 2191692 h 5456343"/>
              <a:gd name="connsiteX138" fmla="*/ 5123662 w 5529990"/>
              <a:gd name="connsiteY138" fmla="*/ 2215086 h 5456343"/>
              <a:gd name="connsiteX139" fmla="*/ 5128611 w 5529990"/>
              <a:gd name="connsiteY139" fmla="*/ 2223892 h 5456343"/>
              <a:gd name="connsiteX140" fmla="*/ 5228422 w 5529990"/>
              <a:gd name="connsiteY140" fmla="*/ 2370550 h 5456343"/>
              <a:gd name="connsiteX141" fmla="*/ 5228697 w 5529990"/>
              <a:gd name="connsiteY141" fmla="*/ 2376188 h 5456343"/>
              <a:gd name="connsiteX142" fmla="*/ 5262652 w 5529990"/>
              <a:gd name="connsiteY142" fmla="*/ 2446897 h 5456343"/>
              <a:gd name="connsiteX143" fmla="*/ 5299355 w 5529990"/>
              <a:gd name="connsiteY143" fmla="*/ 2527647 h 5456343"/>
              <a:gd name="connsiteX144" fmla="*/ 5348719 w 5529990"/>
              <a:gd name="connsiteY144" fmla="*/ 2543349 h 5456343"/>
              <a:gd name="connsiteX145" fmla="*/ 5393408 w 5529990"/>
              <a:gd name="connsiteY145" fmla="*/ 2555885 h 5456343"/>
              <a:gd name="connsiteX146" fmla="*/ 5407160 w 5529990"/>
              <a:gd name="connsiteY146" fmla="*/ 2559743 h 5456343"/>
              <a:gd name="connsiteX147" fmla="*/ 5472613 w 5529990"/>
              <a:gd name="connsiteY147" fmla="*/ 2557709 h 5456343"/>
              <a:gd name="connsiteX148" fmla="*/ 5485949 w 5529990"/>
              <a:gd name="connsiteY148" fmla="*/ 2576283 h 5456343"/>
              <a:gd name="connsiteX149" fmla="*/ 5476734 w 5529990"/>
              <a:gd name="connsiteY149" fmla="*/ 2595946 h 5456343"/>
              <a:gd name="connsiteX150" fmla="*/ 5490484 w 5529990"/>
              <a:gd name="connsiteY150" fmla="*/ 2599804 h 5456343"/>
              <a:gd name="connsiteX151" fmla="*/ 5519497 w 5529990"/>
              <a:gd name="connsiteY151" fmla="*/ 2615358 h 5456343"/>
              <a:gd name="connsiteX152" fmla="*/ 5529803 w 5529990"/>
              <a:gd name="connsiteY152" fmla="*/ 2664600 h 5456343"/>
              <a:gd name="connsiteX153" fmla="*/ 5499679 w 5529990"/>
              <a:gd name="connsiteY153" fmla="*/ 2719188 h 5456343"/>
              <a:gd name="connsiteX154" fmla="*/ 5457599 w 5529990"/>
              <a:gd name="connsiteY154" fmla="*/ 2737049 h 5456343"/>
              <a:gd name="connsiteX155" fmla="*/ 5390773 w 5529990"/>
              <a:gd name="connsiteY155" fmla="*/ 2710887 h 5456343"/>
              <a:gd name="connsiteX156" fmla="*/ 5381838 w 5529990"/>
              <a:gd name="connsiteY156" fmla="*/ 2689840 h 5456343"/>
              <a:gd name="connsiteX157" fmla="*/ 5381571 w 5529990"/>
              <a:gd name="connsiteY157" fmla="*/ 2637851 h 5456343"/>
              <a:gd name="connsiteX158" fmla="*/ 5289992 w 5529990"/>
              <a:gd name="connsiteY158" fmla="*/ 2614017 h 5456343"/>
              <a:gd name="connsiteX159" fmla="*/ 5259180 w 5529990"/>
              <a:gd name="connsiteY159" fmla="*/ 2677681 h 5456343"/>
              <a:gd name="connsiteX160" fmla="*/ 5222176 w 5529990"/>
              <a:gd name="connsiteY160" fmla="*/ 2776691 h 5456343"/>
              <a:gd name="connsiteX161" fmla="*/ 5205122 w 5529990"/>
              <a:gd name="connsiteY161" fmla="*/ 2797863 h 5456343"/>
              <a:gd name="connsiteX162" fmla="*/ 5159054 w 5529990"/>
              <a:gd name="connsiteY162" fmla="*/ 2803482 h 5456343"/>
              <a:gd name="connsiteX163" fmla="*/ 5134992 w 5529990"/>
              <a:gd name="connsiteY163" fmla="*/ 2796732 h 5456343"/>
              <a:gd name="connsiteX164" fmla="*/ 5042589 w 5529990"/>
              <a:gd name="connsiteY164" fmla="*/ 2755979 h 5456343"/>
              <a:gd name="connsiteX165" fmla="*/ 5027187 w 5529990"/>
              <a:gd name="connsiteY165" fmla="*/ 2764637 h 5456343"/>
              <a:gd name="connsiteX166" fmla="*/ 5017692 w 5529990"/>
              <a:gd name="connsiteY166" fmla="*/ 2825011 h 5456343"/>
              <a:gd name="connsiteX167" fmla="*/ 4929276 w 5529990"/>
              <a:gd name="connsiteY167" fmla="*/ 2796501 h 5456343"/>
              <a:gd name="connsiteX168" fmla="*/ 4898064 w 5529990"/>
              <a:gd name="connsiteY168" fmla="*/ 2782184 h 5456343"/>
              <a:gd name="connsiteX169" fmla="*/ 4888987 w 5529990"/>
              <a:gd name="connsiteY169" fmla="*/ 2781492 h 5456343"/>
              <a:gd name="connsiteX170" fmla="*/ 4828476 w 5529990"/>
              <a:gd name="connsiteY170" fmla="*/ 2838679 h 5456343"/>
              <a:gd name="connsiteX171" fmla="*/ 4792012 w 5529990"/>
              <a:gd name="connsiteY171" fmla="*/ 2995316 h 5456343"/>
              <a:gd name="connsiteX172" fmla="*/ 4799984 w 5529990"/>
              <a:gd name="connsiteY172" fmla="*/ 3019801 h 5456343"/>
              <a:gd name="connsiteX173" fmla="*/ 4837243 w 5529990"/>
              <a:gd name="connsiteY173" fmla="*/ 3065480 h 5456343"/>
              <a:gd name="connsiteX174" fmla="*/ 4841777 w 5529990"/>
              <a:gd name="connsiteY174" fmla="*/ 3089001 h 5456343"/>
              <a:gd name="connsiteX175" fmla="*/ 4860050 w 5529990"/>
              <a:gd name="connsiteY175" fmla="*/ 3209077 h 5456343"/>
              <a:gd name="connsiteX176" fmla="*/ 4861834 w 5529990"/>
              <a:gd name="connsiteY176" fmla="*/ 3222557 h 5456343"/>
              <a:gd name="connsiteX177" fmla="*/ 4816322 w 5529990"/>
              <a:gd name="connsiteY177" fmla="*/ 3193104 h 5456343"/>
              <a:gd name="connsiteX178" fmla="*/ 4699177 w 5529990"/>
              <a:gd name="connsiteY178" fmla="*/ 3108328 h 5456343"/>
              <a:gd name="connsiteX179" fmla="*/ 4644723 w 5529990"/>
              <a:gd name="connsiteY179" fmla="*/ 3104179 h 5456343"/>
              <a:gd name="connsiteX180" fmla="*/ 4540752 w 5529990"/>
              <a:gd name="connsiteY180" fmla="*/ 3197380 h 5456343"/>
              <a:gd name="connsiteX181" fmla="*/ 4544184 w 5529990"/>
              <a:gd name="connsiteY181" fmla="*/ 3244695 h 5456343"/>
              <a:gd name="connsiteX182" fmla="*/ 4596283 w 5529990"/>
              <a:gd name="connsiteY182" fmla="*/ 3363136 h 5456343"/>
              <a:gd name="connsiteX183" fmla="*/ 4610716 w 5529990"/>
              <a:gd name="connsiteY183" fmla="*/ 3404267 h 5456343"/>
              <a:gd name="connsiteX184" fmla="*/ 4739666 w 5529990"/>
              <a:gd name="connsiteY184" fmla="*/ 3638823 h 5456343"/>
              <a:gd name="connsiteX185" fmla="*/ 4782837 w 5529990"/>
              <a:gd name="connsiteY185" fmla="*/ 3689868 h 5456343"/>
              <a:gd name="connsiteX186" fmla="*/ 4815006 w 5529990"/>
              <a:gd name="connsiteY186" fmla="*/ 3747099 h 5456343"/>
              <a:gd name="connsiteX187" fmla="*/ 4829032 w 5529990"/>
              <a:gd name="connsiteY187" fmla="*/ 3756594 h 5456343"/>
              <a:gd name="connsiteX188" fmla="*/ 4837004 w 5529990"/>
              <a:gd name="connsiteY188" fmla="*/ 3781080 h 5456343"/>
              <a:gd name="connsiteX189" fmla="*/ 4809775 w 5529990"/>
              <a:gd name="connsiteY189" fmla="*/ 3779005 h 5456343"/>
              <a:gd name="connsiteX190" fmla="*/ 4786128 w 5529990"/>
              <a:gd name="connsiteY190" fmla="*/ 3757537 h 5456343"/>
              <a:gd name="connsiteX191" fmla="*/ 4725360 w 5529990"/>
              <a:gd name="connsiteY191" fmla="*/ 3670038 h 5456343"/>
              <a:gd name="connsiteX192" fmla="*/ 4594209 w 5529990"/>
              <a:gd name="connsiteY192" fmla="*/ 3436718 h 5456343"/>
              <a:gd name="connsiteX193" fmla="*/ 4558738 w 5529990"/>
              <a:gd name="connsiteY193" fmla="*/ 3404519 h 5456343"/>
              <a:gd name="connsiteX194" fmla="*/ 4480507 w 5529990"/>
              <a:gd name="connsiteY194" fmla="*/ 3306558 h 5456343"/>
              <a:gd name="connsiteX195" fmla="*/ 4381231 w 5529990"/>
              <a:gd name="connsiteY195" fmla="*/ 3263877 h 5456343"/>
              <a:gd name="connsiteX196" fmla="*/ 4271213 w 5529990"/>
              <a:gd name="connsiteY196" fmla="*/ 3325719 h 5456343"/>
              <a:gd name="connsiteX197" fmla="*/ 4243839 w 5529990"/>
              <a:gd name="connsiteY197" fmla="*/ 3390348 h 5456343"/>
              <a:gd name="connsiteX198" fmla="*/ 4245828 w 5529990"/>
              <a:gd name="connsiteY198" fmla="*/ 3431231 h 5456343"/>
              <a:gd name="connsiteX199" fmla="*/ 4249487 w 5529990"/>
              <a:gd name="connsiteY199" fmla="*/ 3458234 h 5456343"/>
              <a:gd name="connsiteX200" fmla="*/ 4268459 w 5529990"/>
              <a:gd name="connsiteY200" fmla="*/ 3485180 h 5456343"/>
              <a:gd name="connsiteX201" fmla="*/ 4301641 w 5529990"/>
              <a:gd name="connsiteY201" fmla="*/ 3549872 h 5456343"/>
              <a:gd name="connsiteX202" fmla="*/ 4327699 w 5529990"/>
              <a:gd name="connsiteY202" fmla="*/ 3562381 h 5456343"/>
              <a:gd name="connsiteX203" fmla="*/ 4443283 w 5529990"/>
              <a:gd name="connsiteY203" fmla="*/ 3566565 h 5456343"/>
              <a:gd name="connsiteX204" fmla="*/ 4362331 w 5529990"/>
              <a:gd name="connsiteY204" fmla="*/ 3599313 h 5456343"/>
              <a:gd name="connsiteX205" fmla="*/ 4297508 w 5529990"/>
              <a:gd name="connsiteY205" fmla="*/ 3698587 h 5456343"/>
              <a:gd name="connsiteX206" fmla="*/ 4338953 w 5529990"/>
              <a:gd name="connsiteY206" fmla="*/ 3730240 h 5456343"/>
              <a:gd name="connsiteX207" fmla="*/ 4372142 w 5529990"/>
              <a:gd name="connsiteY207" fmla="*/ 3730140 h 5456343"/>
              <a:gd name="connsiteX208" fmla="*/ 4336403 w 5529990"/>
              <a:gd name="connsiteY208" fmla="*/ 3760011 h 5456343"/>
              <a:gd name="connsiteX209" fmla="*/ 4322595 w 5529990"/>
              <a:gd name="connsiteY209" fmla="*/ 3786514 h 5456343"/>
              <a:gd name="connsiteX210" fmla="*/ 4384277 w 5529990"/>
              <a:gd name="connsiteY210" fmla="*/ 3871702 h 5456343"/>
              <a:gd name="connsiteX211" fmla="*/ 4434476 w 5529990"/>
              <a:gd name="connsiteY211" fmla="*/ 3911831 h 5456343"/>
              <a:gd name="connsiteX212" fmla="*/ 4475830 w 5529990"/>
              <a:gd name="connsiteY212" fmla="*/ 3992604 h 5456343"/>
              <a:gd name="connsiteX213" fmla="*/ 4523073 w 5529990"/>
              <a:gd name="connsiteY213" fmla="*/ 4036659 h 5456343"/>
              <a:gd name="connsiteX214" fmla="*/ 4538122 w 5529990"/>
              <a:gd name="connsiteY214" fmla="*/ 4034264 h 5456343"/>
              <a:gd name="connsiteX215" fmla="*/ 4501368 w 5529990"/>
              <a:gd name="connsiteY215" fmla="*/ 4081817 h 5456343"/>
              <a:gd name="connsiteX216" fmla="*/ 4473367 w 5529990"/>
              <a:gd name="connsiteY216" fmla="*/ 4137847 h 5456343"/>
              <a:gd name="connsiteX217" fmla="*/ 4497959 w 5529990"/>
              <a:gd name="connsiteY217" fmla="*/ 4166752 h 5456343"/>
              <a:gd name="connsiteX218" fmla="*/ 4539336 w 5529990"/>
              <a:gd name="connsiteY218" fmla="*/ 4194097 h 5456343"/>
              <a:gd name="connsiteX219" fmla="*/ 4517947 w 5529990"/>
              <a:gd name="connsiteY219" fmla="*/ 4231925 h 5456343"/>
              <a:gd name="connsiteX220" fmla="*/ 4508696 w 5529990"/>
              <a:gd name="connsiteY220" fmla="*/ 4246722 h 5456343"/>
              <a:gd name="connsiteX221" fmla="*/ 4532701 w 5529990"/>
              <a:gd name="connsiteY221" fmla="*/ 4265727 h 5456343"/>
              <a:gd name="connsiteX222" fmla="*/ 4569138 w 5529990"/>
              <a:gd name="connsiteY222" fmla="*/ 4307801 h 5456343"/>
              <a:gd name="connsiteX223" fmla="*/ 4581251 w 5529990"/>
              <a:gd name="connsiteY223" fmla="*/ 4356204 h 5456343"/>
              <a:gd name="connsiteX224" fmla="*/ 4581479 w 5529990"/>
              <a:gd name="connsiteY224" fmla="*/ 4355344 h 5456343"/>
              <a:gd name="connsiteX225" fmla="*/ 4587279 w 5529990"/>
              <a:gd name="connsiteY225" fmla="*/ 4351160 h 5456343"/>
              <a:gd name="connsiteX226" fmla="*/ 4644474 w 5529990"/>
              <a:gd name="connsiteY226" fmla="*/ 4303653 h 5456343"/>
              <a:gd name="connsiteX227" fmla="*/ 4741598 w 5529990"/>
              <a:gd name="connsiteY227" fmla="*/ 4274501 h 5456343"/>
              <a:gd name="connsiteX228" fmla="*/ 4775052 w 5529990"/>
              <a:gd name="connsiteY228" fmla="*/ 4260465 h 5456343"/>
              <a:gd name="connsiteX229" fmla="*/ 4822535 w 5529990"/>
              <a:gd name="connsiteY229" fmla="*/ 4263704 h 5456343"/>
              <a:gd name="connsiteX230" fmla="*/ 4862464 w 5529990"/>
              <a:gd name="connsiteY230" fmla="*/ 4268023 h 5456343"/>
              <a:gd name="connsiteX231" fmla="*/ 4878651 w 5529990"/>
              <a:gd name="connsiteY231" fmla="*/ 4266943 h 5456343"/>
              <a:gd name="connsiteX232" fmla="*/ 4952034 w 5529990"/>
              <a:gd name="connsiteY232" fmla="*/ 4330645 h 5456343"/>
              <a:gd name="connsiteX233" fmla="*/ 4987646 w 5529990"/>
              <a:gd name="connsiteY233" fmla="*/ 4391109 h 5456343"/>
              <a:gd name="connsiteX234" fmla="*/ 5046999 w 5529990"/>
              <a:gd name="connsiteY234" fmla="*/ 4436456 h 5456343"/>
              <a:gd name="connsiteX235" fmla="*/ 5058870 w 5529990"/>
              <a:gd name="connsiteY235" fmla="*/ 4429978 h 5456343"/>
              <a:gd name="connsiteX236" fmla="*/ 5134411 w 5529990"/>
              <a:gd name="connsiteY236" fmla="*/ 4366276 h 5456343"/>
              <a:gd name="connsiteX237" fmla="*/ 5151678 w 5529990"/>
              <a:gd name="connsiteY237" fmla="*/ 4357638 h 5456343"/>
              <a:gd name="connsiteX238" fmla="*/ 5205636 w 5529990"/>
              <a:gd name="connsiteY238" fmla="*/ 4349000 h 5456343"/>
              <a:gd name="connsiteX239" fmla="*/ 5268226 w 5529990"/>
              <a:gd name="connsiteY239" fmla="*/ 4333885 h 5456343"/>
              <a:gd name="connsiteX240" fmla="*/ 5294126 w 5529990"/>
              <a:gd name="connsiteY240" fmla="*/ 4334964 h 5456343"/>
              <a:gd name="connsiteX241" fmla="*/ 5433338 w 5529990"/>
              <a:gd name="connsiteY241" fmla="*/ 4392189 h 5456343"/>
              <a:gd name="connsiteX242" fmla="*/ 5441971 w 5529990"/>
              <a:gd name="connsiteY242" fmla="*/ 4402986 h 5456343"/>
              <a:gd name="connsiteX243" fmla="*/ 5473266 w 5529990"/>
              <a:gd name="connsiteY243" fmla="*/ 4468847 h 5456343"/>
              <a:gd name="connsiteX244" fmla="*/ 5481899 w 5529990"/>
              <a:gd name="connsiteY244" fmla="*/ 4496919 h 5456343"/>
              <a:gd name="connsiteX245" fmla="*/ 5492691 w 5529990"/>
              <a:gd name="connsiteY245" fmla="*/ 4544426 h 5456343"/>
              <a:gd name="connsiteX246" fmla="*/ 5523987 w 5529990"/>
              <a:gd name="connsiteY246" fmla="*/ 4580056 h 5456343"/>
              <a:gd name="connsiteX247" fmla="*/ 5529787 w 5529990"/>
              <a:gd name="connsiteY247" fmla="*/ 4596252 h 5456343"/>
              <a:gd name="connsiteX248" fmla="*/ 5515353 w 5529990"/>
              <a:gd name="connsiteY248" fmla="*/ 4605969 h 5456343"/>
              <a:gd name="connsiteX249" fmla="*/ 5502403 w 5529990"/>
              <a:gd name="connsiteY249" fmla="*/ 4609208 h 5456343"/>
              <a:gd name="connsiteX250" fmla="*/ 5487295 w 5529990"/>
              <a:gd name="connsiteY250" fmla="*/ 4618925 h 5456343"/>
              <a:gd name="connsiteX251" fmla="*/ 5497008 w 5529990"/>
              <a:gd name="connsiteY251" fmla="*/ 4632961 h 5456343"/>
              <a:gd name="connsiteX252" fmla="*/ 5491612 w 5529990"/>
              <a:gd name="connsiteY252" fmla="*/ 4665352 h 5456343"/>
              <a:gd name="connsiteX253" fmla="*/ 5477583 w 5529990"/>
              <a:gd name="connsiteY253" fmla="*/ 4671830 h 5456343"/>
              <a:gd name="connsiteX254" fmla="*/ 5470029 w 5529990"/>
              <a:gd name="connsiteY254" fmla="*/ 4691265 h 5456343"/>
              <a:gd name="connsiteX255" fmla="*/ 5488374 w 5529990"/>
              <a:gd name="connsiteY255" fmla="*/ 4698823 h 5456343"/>
              <a:gd name="connsiteX256" fmla="*/ 5504696 w 5529990"/>
              <a:gd name="connsiteY256" fmla="*/ 4697004 h 5456343"/>
              <a:gd name="connsiteX257" fmla="*/ 5420769 w 5529990"/>
              <a:gd name="connsiteY257" fmla="*/ 4781392 h 5456343"/>
              <a:gd name="connsiteX258" fmla="*/ 5413913 w 5529990"/>
              <a:gd name="connsiteY258" fmla="*/ 4776562 h 5456343"/>
              <a:gd name="connsiteX259" fmla="*/ 5393409 w 5529990"/>
              <a:gd name="connsiteY259" fmla="*/ 4786279 h 5456343"/>
              <a:gd name="connsiteX260" fmla="*/ 5384776 w 5529990"/>
              <a:gd name="connsiteY260" fmla="*/ 4805713 h 5456343"/>
              <a:gd name="connsiteX261" fmla="*/ 5358876 w 5529990"/>
              <a:gd name="connsiteY261" fmla="*/ 4818670 h 5456343"/>
              <a:gd name="connsiteX262" fmla="*/ 5275781 w 5529990"/>
              <a:gd name="connsiteY262" fmla="*/ 4860778 h 5456343"/>
              <a:gd name="connsiteX263" fmla="*/ 5263910 w 5529990"/>
              <a:gd name="connsiteY263" fmla="*/ 4875894 h 5456343"/>
              <a:gd name="connsiteX264" fmla="*/ 5250960 w 5529990"/>
              <a:gd name="connsiteY264" fmla="*/ 4855379 h 5456343"/>
              <a:gd name="connsiteX265" fmla="*/ 5250960 w 5529990"/>
              <a:gd name="connsiteY265" fmla="*/ 4852140 h 5456343"/>
              <a:gd name="connsiteX266" fmla="*/ 5214269 w 5529990"/>
              <a:gd name="connsiteY266" fmla="*/ 4831626 h 5456343"/>
              <a:gd name="connsiteX267" fmla="*/ 5163548 w 5529990"/>
              <a:gd name="connsiteY267" fmla="*/ 4829467 h 5456343"/>
              <a:gd name="connsiteX268" fmla="*/ 5092324 w 5529990"/>
              <a:gd name="connsiteY268" fmla="*/ 4811112 h 5456343"/>
              <a:gd name="connsiteX269" fmla="*/ 5072899 w 5529990"/>
              <a:gd name="connsiteY269" fmla="*/ 4794916 h 5456343"/>
              <a:gd name="connsiteX270" fmla="*/ 5016783 w 5529990"/>
              <a:gd name="connsiteY270" fmla="*/ 4750649 h 5456343"/>
              <a:gd name="connsiteX271" fmla="*/ 5007071 w 5529990"/>
              <a:gd name="connsiteY271" fmla="*/ 4724736 h 5456343"/>
              <a:gd name="connsiteX272" fmla="*/ 4975775 w 5529990"/>
              <a:gd name="connsiteY272" fmla="*/ 4617845 h 5456343"/>
              <a:gd name="connsiteX273" fmla="*/ 4952034 w 5529990"/>
              <a:gd name="connsiteY273" fmla="*/ 4617845 h 5456343"/>
              <a:gd name="connsiteX274" fmla="*/ 4948796 w 5529990"/>
              <a:gd name="connsiteY274" fmla="*/ 4645918 h 5456343"/>
              <a:gd name="connsiteX275" fmla="*/ 4961746 w 5529990"/>
              <a:gd name="connsiteY275" fmla="*/ 4665352 h 5456343"/>
              <a:gd name="connsiteX276" fmla="*/ 4963904 w 5529990"/>
              <a:gd name="connsiteY276" fmla="*/ 4683708 h 5456343"/>
              <a:gd name="connsiteX277" fmla="*/ 4944480 w 5529990"/>
              <a:gd name="connsiteY277" fmla="*/ 4680468 h 5456343"/>
              <a:gd name="connsiteX278" fmla="*/ 4930451 w 5529990"/>
              <a:gd name="connsiteY278" fmla="*/ 4665352 h 5456343"/>
              <a:gd name="connsiteX279" fmla="*/ 4896997 w 5529990"/>
              <a:gd name="connsiteY279" fmla="*/ 4659954 h 5456343"/>
              <a:gd name="connsiteX280" fmla="*/ 4903472 w 5529990"/>
              <a:gd name="connsiteY280" fmla="*/ 4689106 h 5456343"/>
              <a:gd name="connsiteX281" fmla="*/ 4921817 w 5529990"/>
              <a:gd name="connsiteY281" fmla="*/ 4711780 h 5456343"/>
              <a:gd name="connsiteX282" fmla="*/ 4907788 w 5529990"/>
              <a:gd name="connsiteY282" fmla="*/ 4733374 h 5456343"/>
              <a:gd name="connsiteX283" fmla="*/ 4846276 w 5529990"/>
              <a:gd name="connsiteY283" fmla="*/ 4709620 h 5456343"/>
              <a:gd name="connsiteX284" fmla="*/ 4786923 w 5529990"/>
              <a:gd name="connsiteY284" fmla="*/ 4709620 h 5456343"/>
              <a:gd name="connsiteX285" fmla="*/ 4763181 w 5529990"/>
              <a:gd name="connsiteY285" fmla="*/ 4731214 h 5456343"/>
              <a:gd name="connsiteX286" fmla="*/ 4751311 w 5529990"/>
              <a:gd name="connsiteY286" fmla="*/ 4737692 h 5456343"/>
              <a:gd name="connsiteX287" fmla="*/ 4744836 w 5529990"/>
              <a:gd name="connsiteY287" fmla="*/ 4725816 h 5456343"/>
              <a:gd name="connsiteX288" fmla="*/ 4723252 w 5529990"/>
              <a:gd name="connsiteY288" fmla="*/ 4703142 h 5456343"/>
              <a:gd name="connsiteX289" fmla="*/ 4674690 w 5529990"/>
              <a:gd name="connsiteY289" fmla="*/ 4675069 h 5456343"/>
              <a:gd name="connsiteX290" fmla="*/ 4648790 w 5529990"/>
              <a:gd name="connsiteY290" fmla="*/ 4673990 h 5456343"/>
              <a:gd name="connsiteX291" fmla="*/ 4631524 w 5529990"/>
              <a:gd name="connsiteY291" fmla="*/ 4682628 h 5456343"/>
              <a:gd name="connsiteX292" fmla="*/ 4619653 w 5529990"/>
              <a:gd name="connsiteY292" fmla="*/ 4664272 h 5456343"/>
              <a:gd name="connsiteX293" fmla="*/ 4617495 w 5529990"/>
              <a:gd name="connsiteY293" fmla="*/ 4649157 h 5456343"/>
              <a:gd name="connsiteX294" fmla="*/ 4590179 w 5529990"/>
              <a:gd name="connsiteY294" fmla="*/ 4622282 h 5456343"/>
              <a:gd name="connsiteX295" fmla="*/ 4586817 w 5529990"/>
              <a:gd name="connsiteY295" fmla="*/ 4623974 h 5456343"/>
              <a:gd name="connsiteX296" fmla="*/ 4584630 w 5529990"/>
              <a:gd name="connsiteY296" fmla="*/ 4635875 h 5456343"/>
              <a:gd name="connsiteX297" fmla="*/ 4531541 w 5529990"/>
              <a:gd name="connsiteY297" fmla="*/ 4686274 h 5456343"/>
              <a:gd name="connsiteX298" fmla="*/ 4492463 w 5529990"/>
              <a:gd name="connsiteY298" fmla="*/ 4723091 h 5456343"/>
              <a:gd name="connsiteX299" fmla="*/ 4462206 w 5529990"/>
              <a:gd name="connsiteY299" fmla="*/ 4772694 h 5456343"/>
              <a:gd name="connsiteX300" fmla="*/ 4452007 w 5529990"/>
              <a:gd name="connsiteY300" fmla="*/ 4809481 h 5456343"/>
              <a:gd name="connsiteX301" fmla="*/ 4457827 w 5529990"/>
              <a:gd name="connsiteY301" fmla="*/ 4850751 h 5456343"/>
              <a:gd name="connsiteX302" fmla="*/ 4471025 w 5529990"/>
              <a:gd name="connsiteY302" fmla="*/ 4867775 h 5456343"/>
              <a:gd name="connsiteX303" fmla="*/ 4503311 w 5529990"/>
              <a:gd name="connsiteY303" fmla="*/ 4865104 h 5456343"/>
              <a:gd name="connsiteX304" fmla="*/ 4538327 w 5529990"/>
              <a:gd name="connsiteY304" fmla="*/ 4899014 h 5456343"/>
              <a:gd name="connsiteX305" fmla="*/ 4528782 w 5529990"/>
              <a:gd name="connsiteY305" fmla="*/ 4950009 h 5456343"/>
              <a:gd name="connsiteX306" fmla="*/ 4490855 w 5529990"/>
              <a:gd name="connsiteY306" fmla="*/ 4977760 h 5456343"/>
              <a:gd name="connsiteX307" fmla="*/ 4473436 w 5529990"/>
              <a:gd name="connsiteY307" fmla="*/ 4993981 h 5456343"/>
              <a:gd name="connsiteX308" fmla="*/ 4496877 w 5529990"/>
              <a:gd name="connsiteY308" fmla="*/ 5031953 h 5456343"/>
              <a:gd name="connsiteX309" fmla="*/ 4502473 w 5529990"/>
              <a:gd name="connsiteY309" fmla="*/ 5031433 h 5456343"/>
              <a:gd name="connsiteX310" fmla="*/ 4538301 w 5529990"/>
              <a:gd name="connsiteY310" fmla="*/ 5034738 h 5456343"/>
              <a:gd name="connsiteX311" fmla="*/ 4541751 w 5529990"/>
              <a:gd name="connsiteY311" fmla="*/ 5089834 h 5456343"/>
              <a:gd name="connsiteX312" fmla="*/ 4511743 w 5529990"/>
              <a:gd name="connsiteY312" fmla="*/ 5127799 h 5456343"/>
              <a:gd name="connsiteX313" fmla="*/ 4485820 w 5529990"/>
              <a:gd name="connsiteY313" fmla="*/ 5123905 h 5456343"/>
              <a:gd name="connsiteX314" fmla="*/ 4473208 w 5529990"/>
              <a:gd name="connsiteY314" fmla="*/ 5116782 h 5456343"/>
              <a:gd name="connsiteX315" fmla="*/ 4466980 w 5529990"/>
              <a:gd name="connsiteY315" fmla="*/ 5131962 h 5456343"/>
              <a:gd name="connsiteX316" fmla="*/ 4474335 w 5529990"/>
              <a:gd name="connsiteY316" fmla="*/ 5161144 h 5456343"/>
              <a:gd name="connsiteX317" fmla="*/ 4432436 w 5529990"/>
              <a:gd name="connsiteY317" fmla="*/ 5210502 h 5456343"/>
              <a:gd name="connsiteX318" fmla="*/ 4422080 w 5529990"/>
              <a:gd name="connsiteY318" fmla="*/ 5209806 h 5456343"/>
              <a:gd name="connsiteX319" fmla="*/ 4363328 w 5529990"/>
              <a:gd name="connsiteY319" fmla="*/ 5256417 h 5456343"/>
              <a:gd name="connsiteX320" fmla="*/ 4335441 w 5529990"/>
              <a:gd name="connsiteY320" fmla="*/ 5292194 h 5456343"/>
              <a:gd name="connsiteX321" fmla="*/ 4315316 w 5529990"/>
              <a:gd name="connsiteY321" fmla="*/ 5300702 h 5456343"/>
              <a:gd name="connsiteX322" fmla="*/ 4258458 w 5529990"/>
              <a:gd name="connsiteY322" fmla="*/ 5385631 h 5456343"/>
              <a:gd name="connsiteX323" fmla="*/ 4253222 w 5529990"/>
              <a:gd name="connsiteY323" fmla="*/ 5436557 h 5456343"/>
              <a:gd name="connsiteX324" fmla="*/ 4229825 w 5529990"/>
              <a:gd name="connsiteY324" fmla="*/ 5456320 h 5456343"/>
              <a:gd name="connsiteX325" fmla="*/ 4214822 w 5529990"/>
              <a:gd name="connsiteY325" fmla="*/ 5434155 h 5456343"/>
              <a:gd name="connsiteX326" fmla="*/ 4150160 w 5529990"/>
              <a:gd name="connsiteY326" fmla="*/ 5406321 h 5456343"/>
              <a:gd name="connsiteX327" fmla="*/ 4094026 w 5529990"/>
              <a:gd name="connsiteY327" fmla="*/ 5427469 h 5456343"/>
              <a:gd name="connsiteX328" fmla="*/ 4039855 w 5529990"/>
              <a:gd name="connsiteY328" fmla="*/ 5408946 h 5456343"/>
              <a:gd name="connsiteX329" fmla="*/ 3927948 w 5529990"/>
              <a:gd name="connsiteY329" fmla="*/ 5419353 h 5456343"/>
              <a:gd name="connsiteX330" fmla="*/ 3912268 w 5529990"/>
              <a:gd name="connsiteY330" fmla="*/ 5436408 h 5456343"/>
              <a:gd name="connsiteX331" fmla="*/ 3845463 w 5529990"/>
              <a:gd name="connsiteY331" fmla="*/ 5381894 h 5456343"/>
              <a:gd name="connsiteX332" fmla="*/ 3765729 w 5529990"/>
              <a:gd name="connsiteY332" fmla="*/ 5409883 h 5456343"/>
              <a:gd name="connsiteX333" fmla="*/ 3765910 w 5529990"/>
              <a:gd name="connsiteY333" fmla="*/ 5393938 h 5456343"/>
              <a:gd name="connsiteX334" fmla="*/ 3718780 w 5529990"/>
              <a:gd name="connsiteY334" fmla="*/ 5329630 h 5456343"/>
              <a:gd name="connsiteX335" fmla="*/ 3675462 w 5529990"/>
              <a:gd name="connsiteY335" fmla="*/ 5288528 h 5456343"/>
              <a:gd name="connsiteX336" fmla="*/ 3619984 w 5529990"/>
              <a:gd name="connsiteY336" fmla="*/ 5241589 h 5456343"/>
              <a:gd name="connsiteX337" fmla="*/ 3608747 w 5529990"/>
              <a:gd name="connsiteY337" fmla="*/ 5267190 h 5456343"/>
              <a:gd name="connsiteX338" fmla="*/ 3596563 w 5529990"/>
              <a:gd name="connsiteY338" fmla="*/ 5314780 h 5456343"/>
              <a:gd name="connsiteX339" fmla="*/ 3574430 w 5529990"/>
              <a:gd name="connsiteY339" fmla="*/ 5305224 h 5456343"/>
              <a:gd name="connsiteX340" fmla="*/ 3499909 w 5529990"/>
              <a:gd name="connsiteY340" fmla="*/ 5253419 h 5456343"/>
              <a:gd name="connsiteX341" fmla="*/ 3315692 w 5529990"/>
              <a:gd name="connsiteY341" fmla="*/ 5243008 h 5456343"/>
              <a:gd name="connsiteX342" fmla="*/ 3221835 w 5529990"/>
              <a:gd name="connsiteY342" fmla="*/ 5222534 h 5456343"/>
              <a:gd name="connsiteX343" fmla="*/ 3181652 w 5529990"/>
              <a:gd name="connsiteY343" fmla="*/ 5243858 h 5456343"/>
              <a:gd name="connsiteX344" fmla="*/ 3144425 w 5529990"/>
              <a:gd name="connsiteY344" fmla="*/ 5261258 h 5456343"/>
              <a:gd name="connsiteX345" fmla="*/ 3142147 w 5529990"/>
              <a:gd name="connsiteY345" fmla="*/ 5225963 h 5456343"/>
              <a:gd name="connsiteX346" fmla="*/ 3132063 w 5529990"/>
              <a:gd name="connsiteY346" fmla="*/ 5160201 h 5456343"/>
              <a:gd name="connsiteX347" fmla="*/ 2992209 w 5529990"/>
              <a:gd name="connsiteY347" fmla="*/ 4872894 h 5456343"/>
              <a:gd name="connsiteX348" fmla="*/ 2922382 w 5529990"/>
              <a:gd name="connsiteY348" fmla="*/ 4817997 h 5456343"/>
              <a:gd name="connsiteX349" fmla="*/ 2852371 w 5529990"/>
              <a:gd name="connsiteY349" fmla="*/ 4861342 h 5456343"/>
              <a:gd name="connsiteX350" fmla="*/ 2799055 w 5529990"/>
              <a:gd name="connsiteY350" fmla="*/ 4952246 h 5456343"/>
              <a:gd name="connsiteX351" fmla="*/ 2750389 w 5529990"/>
              <a:gd name="connsiteY351" fmla="*/ 4982323 h 5456343"/>
              <a:gd name="connsiteX352" fmla="*/ 2759166 w 5529990"/>
              <a:gd name="connsiteY352" fmla="*/ 4937373 h 5456343"/>
              <a:gd name="connsiteX353" fmla="*/ 2758717 w 5529990"/>
              <a:gd name="connsiteY353" fmla="*/ 4853791 h 5456343"/>
              <a:gd name="connsiteX354" fmla="*/ 2773428 w 5529990"/>
              <a:gd name="connsiteY354" fmla="*/ 4829858 h 5456343"/>
              <a:gd name="connsiteX355" fmla="*/ 2813611 w 5529990"/>
              <a:gd name="connsiteY355" fmla="*/ 4808534 h 5456343"/>
              <a:gd name="connsiteX356" fmla="*/ 2820922 w 5529990"/>
              <a:gd name="connsiteY356" fmla="*/ 4779980 h 5456343"/>
              <a:gd name="connsiteX357" fmla="*/ 2796668 w 5529990"/>
              <a:gd name="connsiteY357" fmla="*/ 4772612 h 5456343"/>
              <a:gd name="connsiteX358" fmla="*/ 2622107 w 5529990"/>
              <a:gd name="connsiteY358" fmla="*/ 4773249 h 5456343"/>
              <a:gd name="connsiteX359" fmla="*/ 2591932 w 5529990"/>
              <a:gd name="connsiteY359" fmla="*/ 4771776 h 5456343"/>
              <a:gd name="connsiteX360" fmla="*/ 2581363 w 5529990"/>
              <a:gd name="connsiteY360" fmla="*/ 4784316 h 5456343"/>
              <a:gd name="connsiteX361" fmla="*/ 2533973 w 5529990"/>
              <a:gd name="connsiteY361" fmla="*/ 4788867 h 5456343"/>
              <a:gd name="connsiteX362" fmla="*/ 2494641 w 5529990"/>
              <a:gd name="connsiteY362" fmla="*/ 4816770 h 5456343"/>
              <a:gd name="connsiteX363" fmla="*/ 2502607 w 5529990"/>
              <a:gd name="connsiteY363" fmla="*/ 4887605 h 5456343"/>
              <a:gd name="connsiteX364" fmla="*/ 2530777 w 5529990"/>
              <a:gd name="connsiteY364" fmla="*/ 5025291 h 5456343"/>
              <a:gd name="connsiteX365" fmla="*/ 2526229 w 5529990"/>
              <a:gd name="connsiteY365" fmla="*/ 5094470 h 5456343"/>
              <a:gd name="connsiteX366" fmla="*/ 2476444 w 5529990"/>
              <a:gd name="connsiteY366" fmla="*/ 5139834 h 5456343"/>
              <a:gd name="connsiteX367" fmla="*/ 2456379 w 5529990"/>
              <a:gd name="connsiteY367" fmla="*/ 5052626 h 5456343"/>
              <a:gd name="connsiteX368" fmla="*/ 2428893 w 5529990"/>
              <a:gd name="connsiteY368" fmla="*/ 4952213 h 5456343"/>
              <a:gd name="connsiteX369" fmla="*/ 2404842 w 5529990"/>
              <a:gd name="connsiteY369" fmla="*/ 4852765 h 5456343"/>
              <a:gd name="connsiteX370" fmla="*/ 2313953 w 5529990"/>
              <a:gd name="connsiteY370" fmla="*/ 4819852 h 5456343"/>
              <a:gd name="connsiteX371" fmla="*/ 2305700 w 5529990"/>
              <a:gd name="connsiteY371" fmla="*/ 4836077 h 5456343"/>
              <a:gd name="connsiteX372" fmla="*/ 2307760 w 5529990"/>
              <a:gd name="connsiteY372" fmla="*/ 4855197 h 5456343"/>
              <a:gd name="connsiteX373" fmla="*/ 2273652 w 5529990"/>
              <a:gd name="connsiteY373" fmla="*/ 4897541 h 5456343"/>
              <a:gd name="connsiteX374" fmla="*/ 2229651 w 5529990"/>
              <a:gd name="connsiteY374" fmla="*/ 4875929 h 5456343"/>
              <a:gd name="connsiteX375" fmla="*/ 2219754 w 5529990"/>
              <a:gd name="connsiteY375" fmla="*/ 4858320 h 5456343"/>
              <a:gd name="connsiteX376" fmla="*/ 2105490 w 5529990"/>
              <a:gd name="connsiteY376" fmla="*/ 4809581 h 5456343"/>
              <a:gd name="connsiteX377" fmla="*/ 2075923 w 5529990"/>
              <a:gd name="connsiteY377" fmla="*/ 4829098 h 5456343"/>
              <a:gd name="connsiteX378" fmla="*/ 1995879 w 5529990"/>
              <a:gd name="connsiteY378" fmla="*/ 4903056 h 5456343"/>
              <a:gd name="connsiteX379" fmla="*/ 1971127 w 5529990"/>
              <a:gd name="connsiteY379" fmla="*/ 4905382 h 5456343"/>
              <a:gd name="connsiteX380" fmla="*/ 1929602 w 5529990"/>
              <a:gd name="connsiteY380" fmla="*/ 4888172 h 5456343"/>
              <a:gd name="connsiteX381" fmla="*/ 1900724 w 5529990"/>
              <a:gd name="connsiteY381" fmla="*/ 4898612 h 5456343"/>
              <a:gd name="connsiteX382" fmla="*/ 1896871 w 5529990"/>
              <a:gd name="connsiteY382" fmla="*/ 4912363 h 5456343"/>
              <a:gd name="connsiteX383" fmla="*/ 1877068 w 5529990"/>
              <a:gd name="connsiteY383" fmla="*/ 4923495 h 5456343"/>
              <a:gd name="connsiteX384" fmla="*/ 1870333 w 5529990"/>
              <a:gd name="connsiteY384" fmla="*/ 4901212 h 5456343"/>
              <a:gd name="connsiteX385" fmla="*/ 1885608 w 5529990"/>
              <a:gd name="connsiteY385" fmla="*/ 4820209 h 5456343"/>
              <a:gd name="connsiteX386" fmla="*/ 1867872 w 5529990"/>
              <a:gd name="connsiteY386" fmla="*/ 4804109 h 5456343"/>
              <a:gd name="connsiteX387" fmla="*/ 1837342 w 5529990"/>
              <a:gd name="connsiteY387" fmla="*/ 4827064 h 5456343"/>
              <a:gd name="connsiteX388" fmla="*/ 1799662 w 5529990"/>
              <a:gd name="connsiteY388" fmla="*/ 4842451 h 5456343"/>
              <a:gd name="connsiteX389" fmla="*/ 1758003 w 5529990"/>
              <a:gd name="connsiteY389" fmla="*/ 4799247 h 5456343"/>
              <a:gd name="connsiteX390" fmla="*/ 1769692 w 5529990"/>
              <a:gd name="connsiteY390" fmla="*/ 4783984 h 5456343"/>
              <a:gd name="connsiteX391" fmla="*/ 1743295 w 5529990"/>
              <a:gd name="connsiteY391" fmla="*/ 4752477 h 5456343"/>
              <a:gd name="connsiteX392" fmla="*/ 1616518 w 5529990"/>
              <a:gd name="connsiteY392" fmla="*/ 4702082 h 5456343"/>
              <a:gd name="connsiteX393" fmla="*/ 1541847 w 5529990"/>
              <a:gd name="connsiteY393" fmla="*/ 4723780 h 5456343"/>
              <a:gd name="connsiteX394" fmla="*/ 1482305 w 5529990"/>
              <a:gd name="connsiteY394" fmla="*/ 4731179 h 5456343"/>
              <a:gd name="connsiteX395" fmla="*/ 1473783 w 5529990"/>
              <a:gd name="connsiteY395" fmla="*/ 4695417 h 5456343"/>
              <a:gd name="connsiteX396" fmla="*/ 1468846 w 5529990"/>
              <a:gd name="connsiteY396" fmla="*/ 4593913 h 5456343"/>
              <a:gd name="connsiteX397" fmla="*/ 1363940 w 5529990"/>
              <a:gd name="connsiteY397" fmla="*/ 4505154 h 5456343"/>
              <a:gd name="connsiteX398" fmla="*/ 1341662 w 5529990"/>
              <a:gd name="connsiteY398" fmla="*/ 4511882 h 5456343"/>
              <a:gd name="connsiteX399" fmla="*/ 1289128 w 5529990"/>
              <a:gd name="connsiteY399" fmla="*/ 4547206 h 5456343"/>
              <a:gd name="connsiteX400" fmla="*/ 1221480 w 5529990"/>
              <a:gd name="connsiteY400" fmla="*/ 4504127 h 5456343"/>
              <a:gd name="connsiteX401" fmla="*/ 1220530 w 5529990"/>
              <a:gd name="connsiteY401" fmla="*/ 4414866 h 5456343"/>
              <a:gd name="connsiteX402" fmla="*/ 1239097 w 5529990"/>
              <a:gd name="connsiteY402" fmla="*/ 4401534 h 5456343"/>
              <a:gd name="connsiteX403" fmla="*/ 1251750 w 5529990"/>
              <a:gd name="connsiteY403" fmla="*/ 4382834 h 5456343"/>
              <a:gd name="connsiteX404" fmla="*/ 1254504 w 5529990"/>
              <a:gd name="connsiteY404" fmla="*/ 4346526 h 5456343"/>
              <a:gd name="connsiteX405" fmla="*/ 1230581 w 5529990"/>
              <a:gd name="connsiteY405" fmla="*/ 4319421 h 5456343"/>
              <a:gd name="connsiteX406" fmla="*/ 1186758 w 5529990"/>
              <a:gd name="connsiteY406" fmla="*/ 4272364 h 5456343"/>
              <a:gd name="connsiteX407" fmla="*/ 1175214 w 5529990"/>
              <a:gd name="connsiteY407" fmla="*/ 4264939 h 5456343"/>
              <a:gd name="connsiteX408" fmla="*/ 1161833 w 5529990"/>
              <a:gd name="connsiteY408" fmla="*/ 4266023 h 5456343"/>
              <a:gd name="connsiteX409" fmla="*/ 1140837 w 5529990"/>
              <a:gd name="connsiteY409" fmla="*/ 4258967 h 5456343"/>
              <a:gd name="connsiteX410" fmla="*/ 1128185 w 5529990"/>
              <a:gd name="connsiteY410" fmla="*/ 4246273 h 5456343"/>
              <a:gd name="connsiteX411" fmla="*/ 1114189 w 5529990"/>
              <a:gd name="connsiteY411" fmla="*/ 4244360 h 5456343"/>
              <a:gd name="connsiteX412" fmla="*/ 1101745 w 5529990"/>
              <a:gd name="connsiteY412" fmla="*/ 4249907 h 5456343"/>
              <a:gd name="connsiteX413" fmla="*/ 1089334 w 5529990"/>
              <a:gd name="connsiteY413" fmla="*/ 4250366 h 5456343"/>
              <a:gd name="connsiteX414" fmla="*/ 1081819 w 5529990"/>
              <a:gd name="connsiteY414" fmla="*/ 4248119 h 5456343"/>
              <a:gd name="connsiteX415" fmla="*/ 1066120 w 5529990"/>
              <a:gd name="connsiteY415" fmla="*/ 4264125 h 5456343"/>
              <a:gd name="connsiteX416" fmla="*/ 1050323 w 5529990"/>
              <a:gd name="connsiteY416" fmla="*/ 4294755 h 5456343"/>
              <a:gd name="connsiteX417" fmla="*/ 983313 w 5529990"/>
              <a:gd name="connsiteY417" fmla="*/ 4357938 h 5456343"/>
              <a:gd name="connsiteX418" fmla="*/ 960346 w 5529990"/>
              <a:gd name="connsiteY418" fmla="*/ 4334969 h 5456343"/>
              <a:gd name="connsiteX419" fmla="*/ 1002467 w 5529990"/>
              <a:gd name="connsiteY419" fmla="*/ 4292849 h 5456343"/>
              <a:gd name="connsiteX420" fmla="*/ 1033100 w 5529990"/>
              <a:gd name="connsiteY420" fmla="*/ 4258387 h 5456343"/>
              <a:gd name="connsiteX421" fmla="*/ 998661 w 5529990"/>
              <a:gd name="connsiteY421" fmla="*/ 4158853 h 5456343"/>
              <a:gd name="connsiteX422" fmla="*/ 956556 w 5529990"/>
              <a:gd name="connsiteY422" fmla="*/ 4105261 h 5456343"/>
              <a:gd name="connsiteX423" fmla="*/ 904879 w 5529990"/>
              <a:gd name="connsiteY423" fmla="*/ 4057413 h 5456343"/>
              <a:gd name="connsiteX424" fmla="*/ 885736 w 5529990"/>
              <a:gd name="connsiteY424" fmla="*/ 4065073 h 5456343"/>
              <a:gd name="connsiteX425" fmla="*/ 818745 w 5529990"/>
              <a:gd name="connsiteY425" fmla="*/ 4013399 h 5456343"/>
              <a:gd name="connsiteX426" fmla="*/ 826409 w 5529990"/>
              <a:gd name="connsiteY426" fmla="*/ 3971284 h 5456343"/>
              <a:gd name="connsiteX427" fmla="*/ 870463 w 5529990"/>
              <a:gd name="connsiteY427" fmla="*/ 3816223 h 5456343"/>
              <a:gd name="connsiteX428" fmla="*/ 849420 w 5529990"/>
              <a:gd name="connsiteY428" fmla="*/ 3733913 h 5456343"/>
              <a:gd name="connsiteX429" fmla="*/ 837936 w 5529990"/>
              <a:gd name="connsiteY429" fmla="*/ 3722429 h 5456343"/>
              <a:gd name="connsiteX430" fmla="*/ 847517 w 5529990"/>
              <a:gd name="connsiteY430" fmla="*/ 3670743 h 5456343"/>
              <a:gd name="connsiteX431" fmla="*/ 871187 w 5529990"/>
              <a:gd name="connsiteY431" fmla="*/ 3654468 h 5456343"/>
              <a:gd name="connsiteX432" fmla="*/ 862921 w 5529990"/>
              <a:gd name="connsiteY432" fmla="*/ 3655033 h 5456343"/>
              <a:gd name="connsiteX433" fmla="*/ 865726 w 5529990"/>
              <a:gd name="connsiteY433" fmla="*/ 3649731 h 5456343"/>
              <a:gd name="connsiteX434" fmla="*/ 920326 w 5529990"/>
              <a:gd name="connsiteY434" fmla="*/ 3587177 h 5456343"/>
              <a:gd name="connsiteX435" fmla="*/ 925490 w 5529990"/>
              <a:gd name="connsiteY435" fmla="*/ 3584399 h 5456343"/>
              <a:gd name="connsiteX436" fmla="*/ 928649 w 5529990"/>
              <a:gd name="connsiteY436" fmla="*/ 3574777 h 5456343"/>
              <a:gd name="connsiteX437" fmla="*/ 925932 w 5529990"/>
              <a:gd name="connsiteY437" fmla="*/ 3550999 h 5456343"/>
              <a:gd name="connsiteX438" fmla="*/ 917654 w 5529990"/>
              <a:gd name="connsiteY438" fmla="*/ 3534979 h 5456343"/>
              <a:gd name="connsiteX439" fmla="*/ 912238 w 5529990"/>
              <a:gd name="connsiteY439" fmla="*/ 3534153 h 5456343"/>
              <a:gd name="connsiteX440" fmla="*/ 892558 w 5529990"/>
              <a:gd name="connsiteY440" fmla="*/ 3527474 h 5456343"/>
              <a:gd name="connsiteX441" fmla="*/ 830681 w 5529990"/>
              <a:gd name="connsiteY441" fmla="*/ 3510117 h 5456343"/>
              <a:gd name="connsiteX442" fmla="*/ 626610 w 5529990"/>
              <a:gd name="connsiteY442" fmla="*/ 3543722 h 5456343"/>
              <a:gd name="connsiteX443" fmla="*/ 581781 w 5529990"/>
              <a:gd name="connsiteY443" fmla="*/ 3551541 h 5456343"/>
              <a:gd name="connsiteX444" fmla="*/ 534885 w 5529990"/>
              <a:gd name="connsiteY444" fmla="*/ 3586592 h 5456343"/>
              <a:gd name="connsiteX445" fmla="*/ 508756 w 5529990"/>
              <a:gd name="connsiteY445" fmla="*/ 3607073 h 5456343"/>
              <a:gd name="connsiteX446" fmla="*/ 473000 w 5529990"/>
              <a:gd name="connsiteY446" fmla="*/ 3615583 h 5456343"/>
              <a:gd name="connsiteX447" fmla="*/ 451138 w 5529990"/>
              <a:gd name="connsiteY447" fmla="*/ 3607596 h 5456343"/>
              <a:gd name="connsiteX448" fmla="*/ 426615 w 5529990"/>
              <a:gd name="connsiteY448" fmla="*/ 3498773 h 5456343"/>
              <a:gd name="connsiteX449" fmla="*/ 434951 w 5529990"/>
              <a:gd name="connsiteY449" fmla="*/ 3478138 h 5456343"/>
              <a:gd name="connsiteX450" fmla="*/ 0 w 5529990"/>
              <a:gd name="connsiteY450" fmla="*/ 3478138 h 545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Lst>
            <a:rect l="l" t="t" r="r" b="b"/>
            <a:pathLst>
              <a:path w="5529990" h="5456343">
                <a:moveTo>
                  <a:pt x="5203477" y="4996820"/>
                </a:moveTo>
                <a:lnTo>
                  <a:pt x="5205385" y="4997961"/>
                </a:lnTo>
                <a:lnTo>
                  <a:pt x="5204062" y="4999290"/>
                </a:lnTo>
                <a:close/>
                <a:moveTo>
                  <a:pt x="3285288" y="850958"/>
                </a:moveTo>
                <a:lnTo>
                  <a:pt x="3285287" y="957889"/>
                </a:lnTo>
                <a:lnTo>
                  <a:pt x="3309883" y="964960"/>
                </a:lnTo>
                <a:lnTo>
                  <a:pt x="3342876" y="959101"/>
                </a:lnTo>
                <a:lnTo>
                  <a:pt x="3347625" y="953011"/>
                </a:lnTo>
                <a:cubicBezTo>
                  <a:pt x="3352506" y="941170"/>
                  <a:pt x="3345185" y="930079"/>
                  <a:pt x="3340340" y="917595"/>
                </a:cubicBezTo>
                <a:cubicBezTo>
                  <a:pt x="3332916" y="904388"/>
                  <a:pt x="3317655" y="892691"/>
                  <a:pt x="3323433" y="872062"/>
                </a:cubicBezTo>
                <a:cubicBezTo>
                  <a:pt x="3326596" y="867388"/>
                  <a:pt x="3321373" y="852944"/>
                  <a:pt x="3302259" y="854999"/>
                </a:cubicBezTo>
                <a:close/>
                <a:moveTo>
                  <a:pt x="97597" y="97597"/>
                </a:moveTo>
                <a:lnTo>
                  <a:pt x="97597" y="3380541"/>
                </a:lnTo>
                <a:lnTo>
                  <a:pt x="925476" y="3380541"/>
                </a:lnTo>
                <a:lnTo>
                  <a:pt x="946229" y="3355733"/>
                </a:lnTo>
                <a:cubicBezTo>
                  <a:pt x="955151" y="3350356"/>
                  <a:pt x="965808" y="3348710"/>
                  <a:pt x="978940" y="3351467"/>
                </a:cubicBezTo>
                <a:cubicBezTo>
                  <a:pt x="988016" y="3352158"/>
                  <a:pt x="997814" y="3350272"/>
                  <a:pt x="1007525" y="3349520"/>
                </a:cubicBezTo>
                <a:lnTo>
                  <a:pt x="1031564" y="3353683"/>
                </a:lnTo>
                <a:lnTo>
                  <a:pt x="1032954" y="3351929"/>
                </a:lnTo>
                <a:cubicBezTo>
                  <a:pt x="1041511" y="3336793"/>
                  <a:pt x="1046658" y="3321358"/>
                  <a:pt x="1046660" y="3307002"/>
                </a:cubicBezTo>
                <a:cubicBezTo>
                  <a:pt x="1046661" y="3298388"/>
                  <a:pt x="1047980" y="3291329"/>
                  <a:pt x="1050343" y="3285495"/>
                </a:cubicBezTo>
                <a:lnTo>
                  <a:pt x="1053485" y="3281034"/>
                </a:lnTo>
                <a:lnTo>
                  <a:pt x="213108" y="3281033"/>
                </a:lnTo>
                <a:lnTo>
                  <a:pt x="213107" y="208854"/>
                </a:lnTo>
                <a:lnTo>
                  <a:pt x="3285287" y="208854"/>
                </a:lnTo>
                <a:lnTo>
                  <a:pt x="3285287" y="805089"/>
                </a:lnTo>
                <a:lnTo>
                  <a:pt x="3285421" y="805084"/>
                </a:lnTo>
                <a:cubicBezTo>
                  <a:pt x="3294358" y="808749"/>
                  <a:pt x="3302058" y="816008"/>
                  <a:pt x="3308726" y="825294"/>
                </a:cubicBezTo>
                <a:cubicBezTo>
                  <a:pt x="3318349" y="837264"/>
                  <a:pt x="3328663" y="840157"/>
                  <a:pt x="3343101" y="834936"/>
                </a:cubicBezTo>
                <a:cubicBezTo>
                  <a:pt x="3347502" y="832463"/>
                  <a:pt x="3351903" y="829989"/>
                  <a:pt x="3357542" y="829717"/>
                </a:cubicBezTo>
                <a:lnTo>
                  <a:pt x="3389087" y="840123"/>
                </a:lnTo>
                <a:lnTo>
                  <a:pt x="3389087" y="97597"/>
                </a:lnTo>
                <a:close/>
                <a:moveTo>
                  <a:pt x="0" y="0"/>
                </a:moveTo>
                <a:lnTo>
                  <a:pt x="3486684" y="0"/>
                </a:lnTo>
                <a:lnTo>
                  <a:pt x="3486684" y="833838"/>
                </a:lnTo>
                <a:lnTo>
                  <a:pt x="3500172" y="834269"/>
                </a:lnTo>
                <a:cubicBezTo>
                  <a:pt x="3505844" y="834701"/>
                  <a:pt x="3511551" y="835838"/>
                  <a:pt x="3516226" y="839003"/>
                </a:cubicBezTo>
                <a:cubicBezTo>
                  <a:pt x="3558715" y="852776"/>
                  <a:pt x="3606019" y="849359"/>
                  <a:pt x="3647545" y="866570"/>
                </a:cubicBezTo>
                <a:cubicBezTo>
                  <a:pt x="3654421" y="868498"/>
                  <a:pt x="3662259" y="866989"/>
                  <a:pt x="3662947" y="857912"/>
                </a:cubicBezTo>
                <a:cubicBezTo>
                  <a:pt x="3663910" y="854475"/>
                  <a:pt x="3661435" y="850071"/>
                  <a:pt x="3656762" y="846906"/>
                </a:cubicBezTo>
                <a:cubicBezTo>
                  <a:pt x="3612486" y="819655"/>
                  <a:pt x="3566012" y="793639"/>
                  <a:pt x="3515960" y="787015"/>
                </a:cubicBezTo>
                <a:cubicBezTo>
                  <a:pt x="3500008" y="784394"/>
                  <a:pt x="3493133" y="782466"/>
                  <a:pt x="3489147" y="770223"/>
                </a:cubicBezTo>
                <a:cubicBezTo>
                  <a:pt x="3481723" y="757017"/>
                  <a:pt x="3488465" y="732951"/>
                  <a:pt x="3498229" y="724565"/>
                </a:cubicBezTo>
                <a:cubicBezTo>
                  <a:pt x="3504213" y="719755"/>
                  <a:pt x="3510881" y="717454"/>
                  <a:pt x="3516829" y="717732"/>
                </a:cubicBezTo>
                <a:cubicBezTo>
                  <a:pt x="3522775" y="718009"/>
                  <a:pt x="3528002" y="720865"/>
                  <a:pt x="3531095" y="726369"/>
                </a:cubicBezTo>
                <a:cubicBezTo>
                  <a:pt x="3540717" y="738339"/>
                  <a:pt x="3552408" y="723077"/>
                  <a:pt x="3557357" y="731881"/>
                </a:cubicBezTo>
                <a:cubicBezTo>
                  <a:pt x="3563543" y="742887"/>
                  <a:pt x="3573584" y="740141"/>
                  <a:pt x="3581695" y="744271"/>
                </a:cubicBezTo>
                <a:cubicBezTo>
                  <a:pt x="3610433" y="754187"/>
                  <a:pt x="3634771" y="766576"/>
                  <a:pt x="3651817" y="791752"/>
                </a:cubicBezTo>
                <a:cubicBezTo>
                  <a:pt x="3662955" y="811562"/>
                  <a:pt x="3687707" y="809235"/>
                  <a:pt x="3701043" y="827808"/>
                </a:cubicBezTo>
                <a:cubicBezTo>
                  <a:pt x="3718363" y="858625"/>
                  <a:pt x="3755903" y="863592"/>
                  <a:pt x="3778589" y="888498"/>
                </a:cubicBezTo>
                <a:cubicBezTo>
                  <a:pt x="3807187" y="918769"/>
                  <a:pt x="3843349" y="941890"/>
                  <a:pt x="3870983" y="975599"/>
                </a:cubicBezTo>
                <a:cubicBezTo>
                  <a:pt x="3881846" y="989770"/>
                  <a:pt x="3896558" y="990189"/>
                  <a:pt x="3913472" y="989372"/>
                </a:cubicBezTo>
                <a:cubicBezTo>
                  <a:pt x="3923511" y="986625"/>
                  <a:pt x="3936024" y="988282"/>
                  <a:pt x="3940973" y="997085"/>
                </a:cubicBezTo>
                <a:cubicBezTo>
                  <a:pt x="3948670" y="1015932"/>
                  <a:pt x="3967786" y="1013877"/>
                  <a:pt x="3982772" y="1019936"/>
                </a:cubicBezTo>
                <a:cubicBezTo>
                  <a:pt x="3978104" y="970422"/>
                  <a:pt x="3961198" y="924889"/>
                  <a:pt x="3937964" y="888706"/>
                </a:cubicBezTo>
                <a:cubicBezTo>
                  <a:pt x="3928065" y="871097"/>
                  <a:pt x="3912388" y="874116"/>
                  <a:pt x="3899601" y="866821"/>
                </a:cubicBezTo>
                <a:cubicBezTo>
                  <a:pt x="3878701" y="855396"/>
                  <a:pt x="3863440" y="843699"/>
                  <a:pt x="3853267" y="820451"/>
                </a:cubicBezTo>
                <a:cubicBezTo>
                  <a:pt x="3845844" y="807243"/>
                  <a:pt x="3839658" y="796238"/>
                  <a:pt x="3829759" y="778630"/>
                </a:cubicBezTo>
                <a:cubicBezTo>
                  <a:pt x="3856712" y="775065"/>
                  <a:pt x="3879951" y="764897"/>
                  <a:pt x="3899474" y="794477"/>
                </a:cubicBezTo>
                <a:cubicBezTo>
                  <a:pt x="3906898" y="807684"/>
                  <a:pt x="3932471" y="822274"/>
                  <a:pt x="3949113" y="815817"/>
                </a:cubicBezTo>
                <a:cubicBezTo>
                  <a:pt x="3967952" y="808123"/>
                  <a:pt x="3973176" y="822568"/>
                  <a:pt x="3979087" y="827934"/>
                </a:cubicBezTo>
                <a:cubicBezTo>
                  <a:pt x="3993387" y="843069"/>
                  <a:pt x="4011123" y="859169"/>
                  <a:pt x="4029548" y="866192"/>
                </a:cubicBezTo>
                <a:cubicBezTo>
                  <a:pt x="4051411" y="874180"/>
                  <a:pt x="4053745" y="898937"/>
                  <a:pt x="4074646" y="910362"/>
                </a:cubicBezTo>
                <a:cubicBezTo>
                  <a:pt x="4086196" y="915455"/>
                  <a:pt x="4092382" y="926461"/>
                  <a:pt x="4111496" y="924407"/>
                </a:cubicBezTo>
                <a:cubicBezTo>
                  <a:pt x="4136249" y="922079"/>
                  <a:pt x="4154948" y="934741"/>
                  <a:pt x="4161957" y="962664"/>
                </a:cubicBezTo>
                <a:cubicBezTo>
                  <a:pt x="4152192" y="971049"/>
                  <a:pt x="4137753" y="976269"/>
                  <a:pt x="4131426" y="985620"/>
                </a:cubicBezTo>
                <a:cubicBezTo>
                  <a:pt x="4125375" y="1000608"/>
                  <a:pt x="4126197" y="1017525"/>
                  <a:pt x="4134857" y="1032933"/>
                </a:cubicBezTo>
                <a:cubicBezTo>
                  <a:pt x="4141044" y="1043939"/>
                  <a:pt x="4129079" y="1053560"/>
                  <a:pt x="4138703" y="1065530"/>
                </a:cubicBezTo>
                <a:cubicBezTo>
                  <a:pt x="4144615" y="1070897"/>
                  <a:pt x="4125501" y="1072951"/>
                  <a:pt x="4128249" y="1082993"/>
                </a:cubicBezTo>
                <a:cubicBezTo>
                  <a:pt x="4129487" y="1085194"/>
                  <a:pt x="4140488" y="1079010"/>
                  <a:pt x="4147363" y="1080938"/>
                </a:cubicBezTo>
                <a:cubicBezTo>
                  <a:pt x="4155477" y="1085068"/>
                  <a:pt x="4161388" y="1090434"/>
                  <a:pt x="4170738" y="1096765"/>
                </a:cubicBezTo>
                <a:cubicBezTo>
                  <a:pt x="4179125" y="1106535"/>
                  <a:pt x="4178437" y="1115611"/>
                  <a:pt x="4166471" y="1125234"/>
                </a:cubicBezTo>
                <a:cubicBezTo>
                  <a:pt x="4141305" y="1142278"/>
                  <a:pt x="4137452" y="1156029"/>
                  <a:pt x="4151337" y="1185880"/>
                </a:cubicBezTo>
                <a:cubicBezTo>
                  <a:pt x="4156286" y="1194685"/>
                  <a:pt x="4142120" y="1205544"/>
                  <a:pt x="4159309" y="1210365"/>
                </a:cubicBezTo>
                <a:cubicBezTo>
                  <a:pt x="4185164" y="1184245"/>
                  <a:pt x="4187920" y="1147936"/>
                  <a:pt x="4205665" y="1117687"/>
                </a:cubicBezTo>
                <a:cubicBezTo>
                  <a:pt x="4208827" y="1113012"/>
                  <a:pt x="4208552" y="1107373"/>
                  <a:pt x="4209517" y="1103935"/>
                </a:cubicBezTo>
                <a:cubicBezTo>
                  <a:pt x="4213642" y="1095822"/>
                  <a:pt x="4218043" y="1093348"/>
                  <a:pt x="4224918" y="1095278"/>
                </a:cubicBezTo>
                <a:cubicBezTo>
                  <a:pt x="4229592" y="1098442"/>
                  <a:pt x="4232067" y="1102845"/>
                  <a:pt x="4232341" y="1108484"/>
                </a:cubicBezTo>
                <a:cubicBezTo>
                  <a:pt x="4224362" y="1130348"/>
                  <a:pt x="4221059" y="1155379"/>
                  <a:pt x="4211843" y="1175042"/>
                </a:cubicBezTo>
                <a:cubicBezTo>
                  <a:pt x="4198499" y="1202818"/>
                  <a:pt x="4213073" y="1223592"/>
                  <a:pt x="4227373" y="1238729"/>
                </a:cubicBezTo>
                <a:cubicBezTo>
                  <a:pt x="4239197" y="1249462"/>
                  <a:pt x="4252533" y="1268034"/>
                  <a:pt x="4277010" y="1260069"/>
                </a:cubicBezTo>
                <a:cubicBezTo>
                  <a:pt x="4289250" y="1256085"/>
                  <a:pt x="4305201" y="1258706"/>
                  <a:pt x="4319914" y="1259126"/>
                </a:cubicBezTo>
                <a:cubicBezTo>
                  <a:pt x="4360617" y="1259418"/>
                  <a:pt x="4386465" y="1279648"/>
                  <a:pt x="4394024" y="1318850"/>
                </a:cubicBezTo>
                <a:cubicBezTo>
                  <a:pt x="4400069" y="1350210"/>
                  <a:pt x="4407078" y="1378133"/>
                  <a:pt x="4439529" y="1394653"/>
                </a:cubicBezTo>
                <a:lnTo>
                  <a:pt x="4465896" y="1405900"/>
                </a:lnTo>
                <a:lnTo>
                  <a:pt x="4496792" y="1389917"/>
                </a:lnTo>
                <a:cubicBezTo>
                  <a:pt x="4507035" y="1380041"/>
                  <a:pt x="4514057" y="1366965"/>
                  <a:pt x="4517002" y="1350259"/>
                </a:cubicBezTo>
                <a:cubicBezTo>
                  <a:pt x="4520352" y="1326277"/>
                  <a:pt x="4525431" y="1307426"/>
                  <a:pt x="4543362" y="1292820"/>
                </a:cubicBezTo>
                <a:cubicBezTo>
                  <a:pt x="4551896" y="1284234"/>
                  <a:pt x="4562155" y="1280780"/>
                  <a:pt x="4573307" y="1288454"/>
                </a:cubicBezTo>
                <a:cubicBezTo>
                  <a:pt x="4582731" y="1290996"/>
                  <a:pt x="4586185" y="1301260"/>
                  <a:pt x="4586211" y="1309822"/>
                </a:cubicBezTo>
                <a:cubicBezTo>
                  <a:pt x="4585426" y="1332941"/>
                  <a:pt x="4578645" y="1355222"/>
                  <a:pt x="4565007" y="1374097"/>
                </a:cubicBezTo>
                <a:lnTo>
                  <a:pt x="4525037" y="1424592"/>
                </a:lnTo>
                <a:lnTo>
                  <a:pt x="4537809" y="1428478"/>
                </a:lnTo>
                <a:cubicBezTo>
                  <a:pt x="4547845" y="1431526"/>
                  <a:pt x="4558400" y="1433560"/>
                  <a:pt x="4570157" y="1431296"/>
                </a:cubicBezTo>
                <a:cubicBezTo>
                  <a:pt x="4577996" y="1429785"/>
                  <a:pt x="4581708" y="1436389"/>
                  <a:pt x="4584183" y="1440791"/>
                </a:cubicBezTo>
                <a:cubicBezTo>
                  <a:pt x="4602468" y="1468169"/>
                  <a:pt x="4606314" y="1500767"/>
                  <a:pt x="4615797" y="1533093"/>
                </a:cubicBezTo>
                <a:cubicBezTo>
                  <a:pt x="4619782" y="1545335"/>
                  <a:pt x="4624319" y="1557269"/>
                  <a:pt x="4630077" y="1568154"/>
                </a:cubicBezTo>
                <a:lnTo>
                  <a:pt x="4642622" y="1584865"/>
                </a:lnTo>
                <a:lnTo>
                  <a:pt x="4650392" y="1585335"/>
                </a:lnTo>
                <a:cubicBezTo>
                  <a:pt x="4669212" y="1581857"/>
                  <a:pt x="4687170" y="1575812"/>
                  <a:pt x="4706855" y="1574900"/>
                </a:cubicBezTo>
                <a:cubicBezTo>
                  <a:pt x="4719693" y="1574864"/>
                  <a:pt x="4728693" y="1578264"/>
                  <a:pt x="4733741" y="1584777"/>
                </a:cubicBezTo>
                <a:lnTo>
                  <a:pt x="4735707" y="1602394"/>
                </a:lnTo>
                <a:lnTo>
                  <a:pt x="4744256" y="1600647"/>
                </a:lnTo>
                <a:cubicBezTo>
                  <a:pt x="4756082" y="1599792"/>
                  <a:pt x="4768286" y="1600897"/>
                  <a:pt x="4780936" y="1605372"/>
                </a:cubicBezTo>
                <a:cubicBezTo>
                  <a:pt x="4801836" y="1616799"/>
                  <a:pt x="4810496" y="1632206"/>
                  <a:pt x="4803756" y="1656271"/>
                </a:cubicBezTo>
                <a:cubicBezTo>
                  <a:pt x="4798940" y="1673462"/>
                  <a:pt x="4788212" y="1685285"/>
                  <a:pt x="4782161" y="1700274"/>
                </a:cubicBezTo>
                <a:cubicBezTo>
                  <a:pt x="4772256" y="1729014"/>
                  <a:pt x="4768951" y="1754045"/>
                  <a:pt x="4785999" y="1779221"/>
                </a:cubicBezTo>
                <a:cubicBezTo>
                  <a:pt x="4790949" y="1788026"/>
                  <a:pt x="4795899" y="1796830"/>
                  <a:pt x="4800847" y="1805635"/>
                </a:cubicBezTo>
                <a:lnTo>
                  <a:pt x="4804501" y="1810637"/>
                </a:lnTo>
                <a:lnTo>
                  <a:pt x="4845375" y="1808249"/>
                </a:lnTo>
                <a:cubicBezTo>
                  <a:pt x="4846894" y="1814880"/>
                  <a:pt x="4846053" y="1820341"/>
                  <a:pt x="4843969" y="1825149"/>
                </a:cubicBezTo>
                <a:lnTo>
                  <a:pt x="4843929" y="1825206"/>
                </a:lnTo>
                <a:lnTo>
                  <a:pt x="4852839" y="1826013"/>
                </a:lnTo>
                <a:cubicBezTo>
                  <a:pt x="4859010" y="1827976"/>
                  <a:pt x="4865335" y="1830215"/>
                  <a:pt x="4872074" y="1829323"/>
                </a:cubicBezTo>
                <a:cubicBezTo>
                  <a:pt x="4896826" y="1826996"/>
                  <a:pt x="4915835" y="1840208"/>
                  <a:pt x="4925096" y="1859262"/>
                </a:cubicBezTo>
                <a:lnTo>
                  <a:pt x="4929808" y="1883858"/>
                </a:lnTo>
                <a:lnTo>
                  <a:pt x="4939343" y="1886966"/>
                </a:lnTo>
                <a:cubicBezTo>
                  <a:pt x="4956041" y="1888844"/>
                  <a:pt x="4973154" y="1886656"/>
                  <a:pt x="4991962" y="1878897"/>
                </a:cubicBezTo>
                <a:cubicBezTo>
                  <a:pt x="4996228" y="1874604"/>
                  <a:pt x="4999657" y="1876306"/>
                  <a:pt x="5003950" y="1880575"/>
                </a:cubicBezTo>
                <a:cubicBezTo>
                  <a:pt x="4998008" y="1896860"/>
                  <a:pt x="4979187" y="1900338"/>
                  <a:pt x="4972381" y="1914056"/>
                </a:cubicBezTo>
                <a:cubicBezTo>
                  <a:pt x="4973245" y="1916623"/>
                  <a:pt x="4974108" y="1919188"/>
                  <a:pt x="4975836" y="1924321"/>
                </a:cubicBezTo>
                <a:cubicBezTo>
                  <a:pt x="4991365" y="1964091"/>
                  <a:pt x="5011707" y="2003846"/>
                  <a:pt x="5015575" y="2048343"/>
                </a:cubicBezTo>
                <a:lnTo>
                  <a:pt x="5014612" y="2066816"/>
                </a:lnTo>
                <a:lnTo>
                  <a:pt x="5068869" y="2055795"/>
                </a:lnTo>
                <a:cubicBezTo>
                  <a:pt x="5091061" y="2050200"/>
                  <a:pt x="5113097" y="2044332"/>
                  <a:pt x="5135512" y="2040422"/>
                </a:cubicBezTo>
                <a:cubicBezTo>
                  <a:pt x="5151189" y="2037403"/>
                  <a:pt x="5165629" y="2032183"/>
                  <a:pt x="5180616" y="2038241"/>
                </a:cubicBezTo>
                <a:cubicBezTo>
                  <a:pt x="5192167" y="2043336"/>
                  <a:pt x="5207843" y="2040317"/>
                  <a:pt x="5204265" y="2059708"/>
                </a:cubicBezTo>
                <a:cubicBezTo>
                  <a:pt x="5201375" y="2070022"/>
                  <a:pt x="5212238" y="2084193"/>
                  <a:pt x="5192160" y="2089685"/>
                </a:cubicBezTo>
                <a:cubicBezTo>
                  <a:pt x="5176483" y="2092704"/>
                  <a:pt x="5169194" y="2105491"/>
                  <a:pt x="5148842" y="2105345"/>
                </a:cubicBezTo>
                <a:cubicBezTo>
                  <a:pt x="5131928" y="2106163"/>
                  <a:pt x="5112124" y="2117294"/>
                  <a:pt x="5101673" y="2134757"/>
                </a:cubicBezTo>
                <a:cubicBezTo>
                  <a:pt x="5093145" y="2145342"/>
                  <a:pt x="5085032" y="2141214"/>
                  <a:pt x="5078431" y="2144923"/>
                </a:cubicBezTo>
                <a:cubicBezTo>
                  <a:pt x="5069011" y="2148770"/>
                  <a:pt x="5060726" y="2146910"/>
                  <a:pt x="5052563" y="2144620"/>
                </a:cubicBezTo>
                <a:lnTo>
                  <a:pt x="5037286" y="2142869"/>
                </a:lnTo>
                <a:lnTo>
                  <a:pt x="5039213" y="2146539"/>
                </a:lnTo>
                <a:cubicBezTo>
                  <a:pt x="5039657" y="2152103"/>
                  <a:pt x="5037321" y="2157888"/>
                  <a:pt x="5030489" y="2163045"/>
                </a:cubicBezTo>
                <a:lnTo>
                  <a:pt x="5028179" y="2165369"/>
                </a:lnTo>
                <a:lnTo>
                  <a:pt x="5046078" y="2171076"/>
                </a:lnTo>
                <a:cubicBezTo>
                  <a:pt x="5062408" y="2175655"/>
                  <a:pt x="5078495" y="2181095"/>
                  <a:pt x="5093139" y="2191692"/>
                </a:cubicBezTo>
                <a:cubicBezTo>
                  <a:pt x="5104687" y="2196786"/>
                  <a:pt x="5118438" y="2200643"/>
                  <a:pt x="5123662" y="2215086"/>
                </a:cubicBezTo>
                <a:cubicBezTo>
                  <a:pt x="5122699" y="2218526"/>
                  <a:pt x="5125173" y="2222928"/>
                  <a:pt x="5128611" y="2223892"/>
                </a:cubicBezTo>
                <a:cubicBezTo>
                  <a:pt x="5186634" y="2255001"/>
                  <a:pt x="5200927" y="2316485"/>
                  <a:pt x="5228422" y="2370550"/>
                </a:cubicBezTo>
                <a:cubicBezTo>
                  <a:pt x="5229660" y="2372750"/>
                  <a:pt x="5226497" y="2377426"/>
                  <a:pt x="5228697" y="2376188"/>
                </a:cubicBezTo>
                <a:cubicBezTo>
                  <a:pt x="5262110" y="2389270"/>
                  <a:pt x="5261555" y="2424342"/>
                  <a:pt x="5262652" y="2446897"/>
                </a:cubicBezTo>
                <a:cubicBezTo>
                  <a:pt x="5266498" y="2479496"/>
                  <a:pt x="5284508" y="2501235"/>
                  <a:pt x="5299355" y="2527647"/>
                </a:cubicBezTo>
                <a:cubicBezTo>
                  <a:pt x="5308015" y="2543057"/>
                  <a:pt x="5331804" y="2544168"/>
                  <a:pt x="5348719" y="2543349"/>
                </a:cubicBezTo>
                <a:cubicBezTo>
                  <a:pt x="5367833" y="2541295"/>
                  <a:pt x="5381583" y="2545151"/>
                  <a:pt x="5393408" y="2555885"/>
                </a:cubicBezTo>
                <a:cubicBezTo>
                  <a:pt x="5398083" y="2559051"/>
                  <a:pt x="5402759" y="2562217"/>
                  <a:pt x="5407160" y="2559743"/>
                </a:cubicBezTo>
                <a:cubicBezTo>
                  <a:pt x="5427651" y="2539534"/>
                  <a:pt x="5449372" y="2567875"/>
                  <a:pt x="5472613" y="2557709"/>
                </a:cubicBezTo>
                <a:cubicBezTo>
                  <a:pt x="5480452" y="2556199"/>
                  <a:pt x="5484437" y="2568442"/>
                  <a:pt x="5485949" y="2576283"/>
                </a:cubicBezTo>
                <a:cubicBezTo>
                  <a:pt x="5490899" y="2585087"/>
                  <a:pt x="5473985" y="2585904"/>
                  <a:pt x="5476734" y="2595946"/>
                </a:cubicBezTo>
                <a:cubicBezTo>
                  <a:pt x="5480171" y="2596910"/>
                  <a:pt x="5485810" y="2596637"/>
                  <a:pt x="5490484" y="2599804"/>
                </a:cubicBezTo>
                <a:cubicBezTo>
                  <a:pt x="5498596" y="2603933"/>
                  <a:pt x="5516473" y="2599677"/>
                  <a:pt x="5519497" y="2615358"/>
                </a:cubicBezTo>
                <a:cubicBezTo>
                  <a:pt x="5524719" y="2629801"/>
                  <a:pt x="5531179" y="2646446"/>
                  <a:pt x="5529803" y="2664600"/>
                </a:cubicBezTo>
                <a:cubicBezTo>
                  <a:pt x="5526223" y="2683991"/>
                  <a:pt x="5519210" y="2702418"/>
                  <a:pt x="5499679" y="2719188"/>
                </a:cubicBezTo>
                <a:cubicBezTo>
                  <a:pt x="5486478" y="2726609"/>
                  <a:pt x="5473551" y="2739669"/>
                  <a:pt x="5457599" y="2737049"/>
                </a:cubicBezTo>
                <a:cubicBezTo>
                  <a:pt x="5433810" y="2735938"/>
                  <a:pt x="5409747" y="2729188"/>
                  <a:pt x="5390773" y="2710887"/>
                </a:cubicBezTo>
                <a:cubicBezTo>
                  <a:pt x="5384860" y="2705521"/>
                  <a:pt x="5381149" y="2698917"/>
                  <a:pt x="5381838" y="2689840"/>
                </a:cubicBezTo>
                <a:cubicBezTo>
                  <a:pt x="5383215" y="2671686"/>
                  <a:pt x="5382393" y="2654769"/>
                  <a:pt x="5381571" y="2637851"/>
                </a:cubicBezTo>
                <a:cubicBezTo>
                  <a:pt x="5351870" y="2631374"/>
                  <a:pt x="5320930" y="2622696"/>
                  <a:pt x="5289992" y="2614017"/>
                </a:cubicBezTo>
                <a:cubicBezTo>
                  <a:pt x="5269225" y="2628586"/>
                  <a:pt x="5265923" y="2653616"/>
                  <a:pt x="5259180" y="2677681"/>
                </a:cubicBezTo>
                <a:cubicBezTo>
                  <a:pt x="5249549" y="2712061"/>
                  <a:pt x="5246794" y="2748370"/>
                  <a:pt x="5222176" y="2776691"/>
                </a:cubicBezTo>
                <a:cubicBezTo>
                  <a:pt x="5215850" y="2786040"/>
                  <a:pt x="5213235" y="2801994"/>
                  <a:pt x="5205122" y="2797863"/>
                </a:cubicBezTo>
                <a:cubicBezTo>
                  <a:pt x="5187934" y="2793042"/>
                  <a:pt x="5176517" y="2813942"/>
                  <a:pt x="5159054" y="2803482"/>
                </a:cubicBezTo>
                <a:cubicBezTo>
                  <a:pt x="5150942" y="2799352"/>
                  <a:pt x="5140903" y="2802098"/>
                  <a:pt x="5134992" y="2796732"/>
                </a:cubicBezTo>
                <a:cubicBezTo>
                  <a:pt x="5107905" y="2774301"/>
                  <a:pt x="5067476" y="2779647"/>
                  <a:pt x="5042589" y="2755979"/>
                </a:cubicBezTo>
                <a:cubicBezTo>
                  <a:pt x="5036678" y="2750613"/>
                  <a:pt x="5026914" y="2758998"/>
                  <a:pt x="5027187" y="2764637"/>
                </a:cubicBezTo>
                <a:cubicBezTo>
                  <a:pt x="5035159" y="2789122"/>
                  <a:pt x="5021269" y="2805621"/>
                  <a:pt x="5017692" y="2825011"/>
                </a:cubicBezTo>
                <a:cubicBezTo>
                  <a:pt x="4982901" y="2830084"/>
                  <a:pt x="4955814" y="2807653"/>
                  <a:pt x="4929276" y="2796501"/>
                </a:cubicBezTo>
                <a:cubicBezTo>
                  <a:pt x="4919925" y="2790170"/>
                  <a:pt x="4909613" y="2787277"/>
                  <a:pt x="4898064" y="2782184"/>
                </a:cubicBezTo>
                <a:cubicBezTo>
                  <a:pt x="4894625" y="2781219"/>
                  <a:pt x="4888987" y="2781492"/>
                  <a:pt x="4888987" y="2781492"/>
                </a:cubicBezTo>
                <a:cubicBezTo>
                  <a:pt x="4879083" y="2810233"/>
                  <a:pt x="4837143" y="2807738"/>
                  <a:pt x="4828476" y="2838679"/>
                </a:cubicBezTo>
                <a:cubicBezTo>
                  <a:pt x="4811828" y="2891486"/>
                  <a:pt x="4812096" y="2943474"/>
                  <a:pt x="4792012" y="2995316"/>
                </a:cubicBezTo>
                <a:cubicBezTo>
                  <a:pt x="4786923" y="3006867"/>
                  <a:pt x="4794346" y="3020074"/>
                  <a:pt x="4799984" y="3019801"/>
                </a:cubicBezTo>
                <a:cubicBezTo>
                  <a:pt x="4825285" y="3028753"/>
                  <a:pt x="4824181" y="3052545"/>
                  <a:pt x="4837243" y="3065480"/>
                </a:cubicBezTo>
                <a:cubicBezTo>
                  <a:pt x="4842191" y="3074285"/>
                  <a:pt x="4842467" y="3079925"/>
                  <a:pt x="4841777" y="3089001"/>
                </a:cubicBezTo>
                <a:cubicBezTo>
                  <a:pt x="4825820" y="3132731"/>
                  <a:pt x="4836815" y="3172896"/>
                  <a:pt x="4860050" y="3209077"/>
                </a:cubicBezTo>
                <a:cubicBezTo>
                  <a:pt x="4862524" y="3213480"/>
                  <a:pt x="4865000" y="3217883"/>
                  <a:pt x="4861834" y="3222557"/>
                </a:cubicBezTo>
                <a:cubicBezTo>
                  <a:pt x="4838321" y="3227085"/>
                  <a:pt x="4828147" y="3203838"/>
                  <a:pt x="4816322" y="3193104"/>
                </a:cubicBezTo>
                <a:cubicBezTo>
                  <a:pt x="4783050" y="3159668"/>
                  <a:pt x="4742214" y="3133380"/>
                  <a:pt x="4699177" y="3108328"/>
                </a:cubicBezTo>
                <a:cubicBezTo>
                  <a:pt x="4679514" y="3099106"/>
                  <a:pt x="4661363" y="3097722"/>
                  <a:pt x="4644723" y="3104179"/>
                </a:cubicBezTo>
                <a:cubicBezTo>
                  <a:pt x="4599204" y="3121076"/>
                  <a:pt x="4562347" y="3153380"/>
                  <a:pt x="4540752" y="3197380"/>
                </a:cubicBezTo>
                <a:cubicBezTo>
                  <a:pt x="4532225" y="3207968"/>
                  <a:pt x="4535796" y="3234927"/>
                  <a:pt x="4544184" y="3244695"/>
                </a:cubicBezTo>
                <a:cubicBezTo>
                  <a:pt x="4592028" y="3298906"/>
                  <a:pt x="4594503" y="3303308"/>
                  <a:pt x="4596283" y="3363136"/>
                </a:cubicBezTo>
                <a:cubicBezTo>
                  <a:pt x="4597106" y="3380055"/>
                  <a:pt x="4603291" y="3391060"/>
                  <a:pt x="4610716" y="3404267"/>
                </a:cubicBezTo>
                <a:cubicBezTo>
                  <a:pt x="4654021" y="3481307"/>
                  <a:pt x="4697325" y="3558345"/>
                  <a:pt x="4739666" y="3638823"/>
                </a:cubicBezTo>
                <a:cubicBezTo>
                  <a:pt x="4750801" y="3658634"/>
                  <a:pt x="4773902" y="3668822"/>
                  <a:pt x="4782837" y="3689868"/>
                </a:cubicBezTo>
                <a:cubicBezTo>
                  <a:pt x="4791772" y="3710916"/>
                  <a:pt x="4803871" y="3727288"/>
                  <a:pt x="4815006" y="3747099"/>
                </a:cubicBezTo>
                <a:cubicBezTo>
                  <a:pt x="4818719" y="3753702"/>
                  <a:pt x="4826556" y="3752193"/>
                  <a:pt x="4829032" y="3756594"/>
                </a:cubicBezTo>
                <a:cubicBezTo>
                  <a:pt x="4836180" y="3764162"/>
                  <a:pt x="4846768" y="3772694"/>
                  <a:pt x="4837004" y="3781080"/>
                </a:cubicBezTo>
                <a:cubicBezTo>
                  <a:pt x="4828475" y="3791666"/>
                  <a:pt x="4815689" y="3784371"/>
                  <a:pt x="4809775" y="3779005"/>
                </a:cubicBezTo>
                <a:cubicBezTo>
                  <a:pt x="4802627" y="3771436"/>
                  <a:pt x="4789838" y="3764142"/>
                  <a:pt x="4786128" y="3757537"/>
                </a:cubicBezTo>
                <a:cubicBezTo>
                  <a:pt x="4771969" y="3722048"/>
                  <a:pt x="4740482" y="3702091"/>
                  <a:pt x="4725360" y="3670038"/>
                </a:cubicBezTo>
                <a:cubicBezTo>
                  <a:pt x="4680818" y="3590797"/>
                  <a:pt x="4637514" y="3513757"/>
                  <a:pt x="4594209" y="3436718"/>
                </a:cubicBezTo>
                <a:cubicBezTo>
                  <a:pt x="4585548" y="3421310"/>
                  <a:pt x="4572760" y="3414015"/>
                  <a:pt x="4558738" y="3404519"/>
                </a:cubicBezTo>
                <a:cubicBezTo>
                  <a:pt x="4522573" y="3381395"/>
                  <a:pt x="4488614" y="3357037"/>
                  <a:pt x="4480507" y="3306558"/>
                </a:cubicBezTo>
                <a:cubicBezTo>
                  <a:pt x="4475839" y="3257043"/>
                  <a:pt x="4421110" y="3247252"/>
                  <a:pt x="4381231" y="3263877"/>
                </a:cubicBezTo>
                <a:cubicBezTo>
                  <a:pt x="4343551" y="3279265"/>
                  <a:pt x="4308620" y="3304692"/>
                  <a:pt x="4271213" y="3325719"/>
                </a:cubicBezTo>
                <a:cubicBezTo>
                  <a:pt x="4260211" y="3331903"/>
                  <a:pt x="4245217" y="3372193"/>
                  <a:pt x="4243839" y="3390348"/>
                </a:cubicBezTo>
                <a:cubicBezTo>
                  <a:pt x="4241706" y="3404582"/>
                  <a:pt x="4243492" y="3418061"/>
                  <a:pt x="4245828" y="3431231"/>
                </a:cubicBezTo>
                <a:lnTo>
                  <a:pt x="4249487" y="3458234"/>
                </a:lnTo>
                <a:lnTo>
                  <a:pt x="4268459" y="3485180"/>
                </a:lnTo>
                <a:cubicBezTo>
                  <a:pt x="4281443" y="3505708"/>
                  <a:pt x="4292876" y="3526961"/>
                  <a:pt x="4301641" y="3549872"/>
                </a:cubicBezTo>
                <a:cubicBezTo>
                  <a:pt x="4307055" y="3565296"/>
                  <a:pt x="4316508" y="3563422"/>
                  <a:pt x="4327699" y="3562381"/>
                </a:cubicBezTo>
                <a:cubicBezTo>
                  <a:pt x="4364295" y="3559642"/>
                  <a:pt x="4401792" y="3559473"/>
                  <a:pt x="4443283" y="3566565"/>
                </a:cubicBezTo>
                <a:cubicBezTo>
                  <a:pt x="4417314" y="3587231"/>
                  <a:pt x="4389789" y="3591118"/>
                  <a:pt x="4362331" y="3599313"/>
                </a:cubicBezTo>
                <a:cubicBezTo>
                  <a:pt x="4304843" y="3616605"/>
                  <a:pt x="4286341" y="3646200"/>
                  <a:pt x="4297508" y="3698587"/>
                </a:cubicBezTo>
                <a:cubicBezTo>
                  <a:pt x="4301772" y="3723079"/>
                  <a:pt x="4314000" y="3733224"/>
                  <a:pt x="4338953" y="3730240"/>
                </a:cubicBezTo>
                <a:cubicBezTo>
                  <a:pt x="4350144" y="3729199"/>
                  <a:pt x="4360432" y="3725588"/>
                  <a:pt x="4372142" y="3730140"/>
                </a:cubicBezTo>
                <a:cubicBezTo>
                  <a:pt x="4367268" y="3749176"/>
                  <a:pt x="4350550" y="3755045"/>
                  <a:pt x="4336403" y="3760011"/>
                </a:cubicBezTo>
                <a:cubicBezTo>
                  <a:pt x="4320971" y="3765428"/>
                  <a:pt x="4319369" y="3773209"/>
                  <a:pt x="4322595" y="3786514"/>
                </a:cubicBezTo>
                <a:cubicBezTo>
                  <a:pt x="4332656" y="3823408"/>
                  <a:pt x="4355894" y="3848458"/>
                  <a:pt x="4384277" y="3871702"/>
                </a:cubicBezTo>
                <a:cubicBezTo>
                  <a:pt x="4400431" y="3884800"/>
                  <a:pt x="4418322" y="3898733"/>
                  <a:pt x="4434476" y="3911831"/>
                </a:cubicBezTo>
                <a:cubicBezTo>
                  <a:pt x="4459384" y="3933408"/>
                  <a:pt x="4474454" y="3959880"/>
                  <a:pt x="4475830" y="3992604"/>
                </a:cubicBezTo>
                <a:cubicBezTo>
                  <a:pt x="4478491" y="4024877"/>
                  <a:pt x="4491171" y="4036308"/>
                  <a:pt x="4523073" y="4036659"/>
                </a:cubicBezTo>
                <a:cubicBezTo>
                  <a:pt x="4527382" y="4036590"/>
                  <a:pt x="4531241" y="4035236"/>
                  <a:pt x="4538122" y="4034264"/>
                </a:cubicBezTo>
                <a:cubicBezTo>
                  <a:pt x="4533767" y="4058894"/>
                  <a:pt x="4515830" y="4069521"/>
                  <a:pt x="4501368" y="4081817"/>
                </a:cubicBezTo>
                <a:cubicBezTo>
                  <a:pt x="4483498" y="4096752"/>
                  <a:pt x="4472127" y="4113738"/>
                  <a:pt x="4473367" y="4137847"/>
                </a:cubicBezTo>
                <a:cubicBezTo>
                  <a:pt x="4472351" y="4155528"/>
                  <a:pt x="4478984" y="4166194"/>
                  <a:pt x="4497959" y="4166752"/>
                </a:cubicBezTo>
                <a:cubicBezTo>
                  <a:pt x="4518219" y="4166859"/>
                  <a:pt x="4532952" y="4171794"/>
                  <a:pt x="4539336" y="4194097"/>
                </a:cubicBezTo>
                <a:cubicBezTo>
                  <a:pt x="4546556" y="4214663"/>
                  <a:pt x="4532026" y="4222651"/>
                  <a:pt x="4517947" y="4231925"/>
                </a:cubicBezTo>
                <a:cubicBezTo>
                  <a:pt x="4513254" y="4235016"/>
                  <a:pt x="4504252" y="4238176"/>
                  <a:pt x="4508696" y="4246722"/>
                </a:cubicBezTo>
                <a:cubicBezTo>
                  <a:pt x="4512306" y="4257005"/>
                  <a:pt x="4521511" y="4266768"/>
                  <a:pt x="4532701" y="4265727"/>
                </a:cubicBezTo>
                <a:cubicBezTo>
                  <a:pt x="4563701" y="4263508"/>
                  <a:pt x="4567446" y="4282407"/>
                  <a:pt x="4569138" y="4307801"/>
                </a:cubicBezTo>
                <a:lnTo>
                  <a:pt x="4581251" y="4356204"/>
                </a:lnTo>
                <a:lnTo>
                  <a:pt x="4581479" y="4355344"/>
                </a:lnTo>
                <a:cubicBezTo>
                  <a:pt x="4582962" y="4353590"/>
                  <a:pt x="4585120" y="4352240"/>
                  <a:pt x="4587279" y="4351160"/>
                </a:cubicBezTo>
                <a:cubicBezTo>
                  <a:pt x="4608862" y="4339284"/>
                  <a:pt x="4626128" y="4319848"/>
                  <a:pt x="4644474" y="4303653"/>
                </a:cubicBezTo>
                <a:cubicBezTo>
                  <a:pt x="4672532" y="4278820"/>
                  <a:pt x="4703828" y="4264784"/>
                  <a:pt x="4741598" y="4274501"/>
                </a:cubicBezTo>
                <a:cubicBezTo>
                  <a:pt x="4756706" y="4277740"/>
                  <a:pt x="4766419" y="4269103"/>
                  <a:pt x="4775052" y="4260465"/>
                </a:cubicBezTo>
                <a:cubicBezTo>
                  <a:pt x="4795556" y="4241031"/>
                  <a:pt x="4806348" y="4242110"/>
                  <a:pt x="4822535" y="4263704"/>
                </a:cubicBezTo>
                <a:cubicBezTo>
                  <a:pt x="4838722" y="4287458"/>
                  <a:pt x="4838722" y="4287458"/>
                  <a:pt x="4862464" y="4268023"/>
                </a:cubicBezTo>
                <a:cubicBezTo>
                  <a:pt x="4867859" y="4263704"/>
                  <a:pt x="4872176" y="4260465"/>
                  <a:pt x="4878651" y="4266943"/>
                </a:cubicBezTo>
                <a:cubicBezTo>
                  <a:pt x="4903472" y="4288537"/>
                  <a:pt x="4928292" y="4307972"/>
                  <a:pt x="4952034" y="4330645"/>
                </a:cubicBezTo>
                <a:cubicBezTo>
                  <a:pt x="4970379" y="4346841"/>
                  <a:pt x="4982250" y="4367356"/>
                  <a:pt x="4987646" y="4391109"/>
                </a:cubicBezTo>
                <a:cubicBezTo>
                  <a:pt x="4991963" y="4406225"/>
                  <a:pt x="5030812" y="4435377"/>
                  <a:pt x="5046999" y="4436456"/>
                </a:cubicBezTo>
                <a:cubicBezTo>
                  <a:pt x="5052395" y="4436456"/>
                  <a:pt x="5056712" y="4436456"/>
                  <a:pt x="5058870" y="4429978"/>
                </a:cubicBezTo>
                <a:cubicBezTo>
                  <a:pt x="5073978" y="4396508"/>
                  <a:pt x="5103116" y="4380312"/>
                  <a:pt x="5134411" y="4366276"/>
                </a:cubicBezTo>
                <a:cubicBezTo>
                  <a:pt x="5140886" y="4363037"/>
                  <a:pt x="5146282" y="4360877"/>
                  <a:pt x="5151678" y="4357638"/>
                </a:cubicBezTo>
                <a:cubicBezTo>
                  <a:pt x="5168944" y="4346841"/>
                  <a:pt x="5184052" y="4341442"/>
                  <a:pt x="5205636" y="4349000"/>
                </a:cubicBezTo>
                <a:cubicBezTo>
                  <a:pt x="5227219" y="4356559"/>
                  <a:pt x="5248802" y="4344681"/>
                  <a:pt x="5268226" y="4333885"/>
                </a:cubicBezTo>
                <a:cubicBezTo>
                  <a:pt x="5277939" y="4329566"/>
                  <a:pt x="5284414" y="4327406"/>
                  <a:pt x="5294126" y="4334964"/>
                </a:cubicBezTo>
                <a:cubicBezTo>
                  <a:pt x="5335134" y="4365196"/>
                  <a:pt x="5380459" y="4387870"/>
                  <a:pt x="5433338" y="4392189"/>
                </a:cubicBezTo>
                <a:cubicBezTo>
                  <a:pt x="5440892" y="4393268"/>
                  <a:pt x="5444129" y="4395428"/>
                  <a:pt x="5441971" y="4402986"/>
                </a:cubicBezTo>
                <a:cubicBezTo>
                  <a:pt x="5435496" y="4433217"/>
                  <a:pt x="5451683" y="4452652"/>
                  <a:pt x="5473266" y="4468847"/>
                </a:cubicBezTo>
                <a:cubicBezTo>
                  <a:pt x="5482979" y="4476405"/>
                  <a:pt x="5488374" y="4482883"/>
                  <a:pt x="5481899" y="4496919"/>
                </a:cubicBezTo>
                <a:cubicBezTo>
                  <a:pt x="5472187" y="4514195"/>
                  <a:pt x="5480820" y="4530390"/>
                  <a:pt x="5492691" y="4544426"/>
                </a:cubicBezTo>
                <a:cubicBezTo>
                  <a:pt x="5502403" y="4556303"/>
                  <a:pt x="5514274" y="4568179"/>
                  <a:pt x="5523987" y="4580056"/>
                </a:cubicBezTo>
                <a:cubicBezTo>
                  <a:pt x="5528303" y="4585994"/>
                  <a:pt x="5530731" y="4591663"/>
                  <a:pt x="5529787" y="4596252"/>
                </a:cubicBezTo>
                <a:cubicBezTo>
                  <a:pt x="5528843" y="4600841"/>
                  <a:pt x="5524527" y="4604349"/>
                  <a:pt x="5515353" y="4605969"/>
                </a:cubicBezTo>
                <a:cubicBezTo>
                  <a:pt x="5511037" y="4605969"/>
                  <a:pt x="5506720" y="4607049"/>
                  <a:pt x="5502403" y="4609208"/>
                </a:cubicBezTo>
                <a:cubicBezTo>
                  <a:pt x="5497008" y="4611367"/>
                  <a:pt x="5488374" y="4611367"/>
                  <a:pt x="5487295" y="4618925"/>
                </a:cubicBezTo>
                <a:cubicBezTo>
                  <a:pt x="5487295" y="4625403"/>
                  <a:pt x="5492691" y="4629722"/>
                  <a:pt x="5497008" y="4632961"/>
                </a:cubicBezTo>
                <a:cubicBezTo>
                  <a:pt x="5515353" y="4649157"/>
                  <a:pt x="5514274" y="4655635"/>
                  <a:pt x="5491612" y="4665352"/>
                </a:cubicBezTo>
                <a:cubicBezTo>
                  <a:pt x="5486216" y="4667512"/>
                  <a:pt x="5481899" y="4668591"/>
                  <a:pt x="5477583" y="4671830"/>
                </a:cubicBezTo>
                <a:cubicBezTo>
                  <a:pt x="5471108" y="4676149"/>
                  <a:pt x="5465712" y="4680468"/>
                  <a:pt x="5470029" y="4691265"/>
                </a:cubicBezTo>
                <a:cubicBezTo>
                  <a:pt x="5475424" y="4700983"/>
                  <a:pt x="5479741" y="4700983"/>
                  <a:pt x="5488374" y="4698823"/>
                </a:cubicBezTo>
                <a:lnTo>
                  <a:pt x="5504696" y="4697004"/>
                </a:lnTo>
                <a:lnTo>
                  <a:pt x="5420769" y="4781392"/>
                </a:lnTo>
                <a:lnTo>
                  <a:pt x="5413913" y="4776562"/>
                </a:lnTo>
                <a:cubicBezTo>
                  <a:pt x="5404200" y="4774402"/>
                  <a:pt x="5397726" y="4777641"/>
                  <a:pt x="5393409" y="4786279"/>
                </a:cubicBezTo>
                <a:cubicBezTo>
                  <a:pt x="5390171" y="4792757"/>
                  <a:pt x="5388013" y="4799235"/>
                  <a:pt x="5384776" y="4805713"/>
                </a:cubicBezTo>
                <a:cubicBezTo>
                  <a:pt x="5379380" y="4816510"/>
                  <a:pt x="5371826" y="4820829"/>
                  <a:pt x="5358876" y="4818670"/>
                </a:cubicBezTo>
                <a:cubicBezTo>
                  <a:pt x="5320026" y="4812192"/>
                  <a:pt x="5293047" y="4826228"/>
                  <a:pt x="5275781" y="4860778"/>
                </a:cubicBezTo>
                <a:cubicBezTo>
                  <a:pt x="5272543" y="4866176"/>
                  <a:pt x="5273622" y="4878053"/>
                  <a:pt x="5263910" y="4875894"/>
                </a:cubicBezTo>
                <a:cubicBezTo>
                  <a:pt x="5254197" y="4874814"/>
                  <a:pt x="5252039" y="4865097"/>
                  <a:pt x="5250960" y="4855379"/>
                </a:cubicBezTo>
                <a:cubicBezTo>
                  <a:pt x="5250960" y="4854300"/>
                  <a:pt x="5250960" y="4853220"/>
                  <a:pt x="5250960" y="4852140"/>
                </a:cubicBezTo>
                <a:cubicBezTo>
                  <a:pt x="5246643" y="4826228"/>
                  <a:pt x="5234772" y="4818670"/>
                  <a:pt x="5214269" y="4831626"/>
                </a:cubicBezTo>
                <a:cubicBezTo>
                  <a:pt x="5194844" y="4843503"/>
                  <a:pt x="5179736" y="4840264"/>
                  <a:pt x="5163548" y="4829467"/>
                </a:cubicBezTo>
                <a:cubicBezTo>
                  <a:pt x="5141965" y="4815431"/>
                  <a:pt x="5119303" y="4804634"/>
                  <a:pt x="5092324" y="4811112"/>
                </a:cubicBezTo>
                <a:cubicBezTo>
                  <a:pt x="5080453" y="4814351"/>
                  <a:pt x="5075057" y="4802474"/>
                  <a:pt x="5072899" y="4794916"/>
                </a:cubicBezTo>
                <a:cubicBezTo>
                  <a:pt x="5063187" y="4766844"/>
                  <a:pt x="5044841" y="4753888"/>
                  <a:pt x="5016783" y="4750649"/>
                </a:cubicBezTo>
                <a:cubicBezTo>
                  <a:pt x="4999517" y="4748489"/>
                  <a:pt x="4996279" y="4742011"/>
                  <a:pt x="5007071" y="4724736"/>
                </a:cubicBezTo>
                <a:cubicBezTo>
                  <a:pt x="5029733" y="4688026"/>
                  <a:pt x="5013546" y="4634041"/>
                  <a:pt x="4975775" y="4617845"/>
                </a:cubicBezTo>
                <a:cubicBezTo>
                  <a:pt x="4968221" y="4614606"/>
                  <a:pt x="4958509" y="4610288"/>
                  <a:pt x="4952034" y="4617845"/>
                </a:cubicBezTo>
                <a:cubicBezTo>
                  <a:pt x="4945559" y="4625403"/>
                  <a:pt x="4942321" y="4636200"/>
                  <a:pt x="4948796" y="4645918"/>
                </a:cubicBezTo>
                <a:cubicBezTo>
                  <a:pt x="4952034" y="4652396"/>
                  <a:pt x="4957430" y="4658874"/>
                  <a:pt x="4961746" y="4665352"/>
                </a:cubicBezTo>
                <a:cubicBezTo>
                  <a:pt x="4967142" y="4671830"/>
                  <a:pt x="4970379" y="4678309"/>
                  <a:pt x="4963904" y="4683708"/>
                </a:cubicBezTo>
                <a:cubicBezTo>
                  <a:pt x="4956350" y="4690186"/>
                  <a:pt x="4949875" y="4685867"/>
                  <a:pt x="4944480" y="4680468"/>
                </a:cubicBezTo>
                <a:cubicBezTo>
                  <a:pt x="4939084" y="4676149"/>
                  <a:pt x="4934767" y="4669671"/>
                  <a:pt x="4930451" y="4665352"/>
                </a:cubicBezTo>
                <a:cubicBezTo>
                  <a:pt x="4920738" y="4655635"/>
                  <a:pt x="4907788" y="4650236"/>
                  <a:pt x="4896997" y="4659954"/>
                </a:cubicBezTo>
                <a:cubicBezTo>
                  <a:pt x="4888363" y="4668591"/>
                  <a:pt x="4896997" y="4680468"/>
                  <a:pt x="4903472" y="4689106"/>
                </a:cubicBezTo>
                <a:cubicBezTo>
                  <a:pt x="4908867" y="4696664"/>
                  <a:pt x="4918580" y="4702062"/>
                  <a:pt x="4921817" y="4711780"/>
                </a:cubicBezTo>
                <a:cubicBezTo>
                  <a:pt x="4927213" y="4725816"/>
                  <a:pt x="4925055" y="4734453"/>
                  <a:pt x="4907788" y="4733374"/>
                </a:cubicBezTo>
                <a:cubicBezTo>
                  <a:pt x="4884047" y="4732294"/>
                  <a:pt x="4864622" y="4722577"/>
                  <a:pt x="4846276" y="4709620"/>
                </a:cubicBezTo>
                <a:cubicBezTo>
                  <a:pt x="4822535" y="4693425"/>
                  <a:pt x="4809585" y="4692345"/>
                  <a:pt x="4786923" y="4709620"/>
                </a:cubicBezTo>
                <a:cubicBezTo>
                  <a:pt x="4778290" y="4715019"/>
                  <a:pt x="4770736" y="4723656"/>
                  <a:pt x="4763181" y="4731214"/>
                </a:cubicBezTo>
                <a:cubicBezTo>
                  <a:pt x="4759944" y="4734453"/>
                  <a:pt x="4756706" y="4739852"/>
                  <a:pt x="4751311" y="4737692"/>
                </a:cubicBezTo>
                <a:cubicBezTo>
                  <a:pt x="4744836" y="4735533"/>
                  <a:pt x="4743756" y="4730135"/>
                  <a:pt x="4744836" y="4725816"/>
                </a:cubicBezTo>
                <a:cubicBezTo>
                  <a:pt x="4749152" y="4706381"/>
                  <a:pt x="4740519" y="4702062"/>
                  <a:pt x="4723252" y="4703142"/>
                </a:cubicBezTo>
                <a:cubicBezTo>
                  <a:pt x="4701669" y="4704222"/>
                  <a:pt x="4686561" y="4690186"/>
                  <a:pt x="4674690" y="4675069"/>
                </a:cubicBezTo>
                <a:cubicBezTo>
                  <a:pt x="4664978" y="4663193"/>
                  <a:pt x="4657424" y="4662113"/>
                  <a:pt x="4648790" y="4673990"/>
                </a:cubicBezTo>
                <a:cubicBezTo>
                  <a:pt x="4644474" y="4680468"/>
                  <a:pt x="4640157" y="4684787"/>
                  <a:pt x="4631524" y="4682628"/>
                </a:cubicBezTo>
                <a:cubicBezTo>
                  <a:pt x="4619653" y="4680468"/>
                  <a:pt x="4621811" y="4671830"/>
                  <a:pt x="4619653" y="4664272"/>
                </a:cubicBezTo>
                <a:cubicBezTo>
                  <a:pt x="4618574" y="4659954"/>
                  <a:pt x="4618574" y="4654555"/>
                  <a:pt x="4617495" y="4649157"/>
                </a:cubicBezTo>
                <a:cubicBezTo>
                  <a:pt x="4615067" y="4627293"/>
                  <a:pt x="4605354" y="4618183"/>
                  <a:pt x="4590179" y="4622282"/>
                </a:cubicBezTo>
                <a:lnTo>
                  <a:pt x="4586817" y="4623974"/>
                </a:lnTo>
                <a:lnTo>
                  <a:pt x="4584630" y="4635875"/>
                </a:lnTo>
                <a:cubicBezTo>
                  <a:pt x="4576236" y="4677803"/>
                  <a:pt x="4574566" y="4681277"/>
                  <a:pt x="4531541" y="4686274"/>
                </a:cubicBezTo>
                <a:cubicBezTo>
                  <a:pt x="4507873" y="4688806"/>
                  <a:pt x="4494629" y="4696343"/>
                  <a:pt x="4492463" y="4723091"/>
                </a:cubicBezTo>
                <a:cubicBezTo>
                  <a:pt x="4490612" y="4742510"/>
                  <a:pt x="4481880" y="4762900"/>
                  <a:pt x="4462206" y="4772694"/>
                </a:cubicBezTo>
                <a:cubicBezTo>
                  <a:pt x="4443818" y="4782036"/>
                  <a:pt x="4447044" y="4795342"/>
                  <a:pt x="4452007" y="4809481"/>
                </a:cubicBezTo>
                <a:cubicBezTo>
                  <a:pt x="4456970" y="4823620"/>
                  <a:pt x="4462768" y="4836023"/>
                  <a:pt x="4457827" y="4850751"/>
                </a:cubicBezTo>
                <a:cubicBezTo>
                  <a:pt x="4454555" y="4862006"/>
                  <a:pt x="4463241" y="4866176"/>
                  <a:pt x="4471025" y="4867775"/>
                </a:cubicBezTo>
                <a:cubicBezTo>
                  <a:pt x="4482667" y="4868020"/>
                  <a:pt x="4492572" y="4867431"/>
                  <a:pt x="4503311" y="4865104"/>
                </a:cubicBezTo>
                <a:cubicBezTo>
                  <a:pt x="4539907" y="4862365"/>
                  <a:pt x="4542095" y="4864484"/>
                  <a:pt x="4538327" y="4899014"/>
                </a:cubicBezTo>
                <a:cubicBezTo>
                  <a:pt x="4537311" y="4916696"/>
                  <a:pt x="4531535" y="4933161"/>
                  <a:pt x="4528782" y="4950009"/>
                </a:cubicBezTo>
                <a:cubicBezTo>
                  <a:pt x="4524359" y="4970331"/>
                  <a:pt x="4519936" y="4990652"/>
                  <a:pt x="4490855" y="4977760"/>
                </a:cubicBezTo>
                <a:cubicBezTo>
                  <a:pt x="4480882" y="4974042"/>
                  <a:pt x="4471948" y="4981510"/>
                  <a:pt x="4473436" y="4993981"/>
                </a:cubicBezTo>
                <a:cubicBezTo>
                  <a:pt x="4474542" y="5009475"/>
                  <a:pt x="4474812" y="5026705"/>
                  <a:pt x="4496877" y="5031953"/>
                </a:cubicBezTo>
                <a:cubicBezTo>
                  <a:pt x="4498163" y="5031502"/>
                  <a:pt x="4499449" y="5031051"/>
                  <a:pt x="4502473" y="5031433"/>
                </a:cubicBezTo>
                <a:cubicBezTo>
                  <a:pt x="4514114" y="5031678"/>
                  <a:pt x="4528961" y="5016360"/>
                  <a:pt x="4538301" y="5034738"/>
                </a:cubicBezTo>
                <a:cubicBezTo>
                  <a:pt x="4547190" y="5051831"/>
                  <a:pt x="4547911" y="5070346"/>
                  <a:pt x="4541751" y="5089834"/>
                </a:cubicBezTo>
                <a:cubicBezTo>
                  <a:pt x="4535524" y="5105014"/>
                  <a:pt x="4524085" y="5117692"/>
                  <a:pt x="4511743" y="5127799"/>
                </a:cubicBezTo>
                <a:cubicBezTo>
                  <a:pt x="4501522" y="5135718"/>
                  <a:pt x="4492520" y="5138878"/>
                  <a:pt x="4485820" y="5123905"/>
                </a:cubicBezTo>
                <a:cubicBezTo>
                  <a:pt x="4482729" y="5119215"/>
                  <a:pt x="4478352" y="5114976"/>
                  <a:pt x="4473208" y="5116782"/>
                </a:cubicBezTo>
                <a:cubicBezTo>
                  <a:pt x="4464206" y="5119942"/>
                  <a:pt x="4465175" y="5126821"/>
                  <a:pt x="4466980" y="5131962"/>
                </a:cubicBezTo>
                <a:cubicBezTo>
                  <a:pt x="4469304" y="5142697"/>
                  <a:pt x="4472462" y="5151694"/>
                  <a:pt x="4474335" y="5161144"/>
                </a:cubicBezTo>
                <a:cubicBezTo>
                  <a:pt x="4481306" y="5193347"/>
                  <a:pt x="4464790" y="5212139"/>
                  <a:pt x="4432436" y="5210502"/>
                </a:cubicBezTo>
                <a:cubicBezTo>
                  <a:pt x="4428127" y="5210571"/>
                  <a:pt x="4425104" y="5210188"/>
                  <a:pt x="4422080" y="5209806"/>
                </a:cubicBezTo>
                <a:cubicBezTo>
                  <a:pt x="4373257" y="5202400"/>
                  <a:pt x="4367278" y="5205942"/>
                  <a:pt x="4363328" y="5256417"/>
                </a:cubicBezTo>
                <a:cubicBezTo>
                  <a:pt x="4361478" y="5275836"/>
                  <a:pt x="4355634" y="5287993"/>
                  <a:pt x="4335441" y="5292194"/>
                </a:cubicBezTo>
                <a:cubicBezTo>
                  <a:pt x="4327273" y="5293617"/>
                  <a:pt x="4321294" y="5297160"/>
                  <a:pt x="4315316" y="5300702"/>
                </a:cubicBezTo>
                <a:cubicBezTo>
                  <a:pt x="4277186" y="5315531"/>
                  <a:pt x="4252570" y="5340053"/>
                  <a:pt x="4258458" y="5385631"/>
                </a:cubicBezTo>
                <a:cubicBezTo>
                  <a:pt x="4260014" y="5402410"/>
                  <a:pt x="4258998" y="5420092"/>
                  <a:pt x="4253222" y="5436557"/>
                </a:cubicBezTo>
                <a:cubicBezTo>
                  <a:pt x="4249950" y="5447812"/>
                  <a:pt x="4241467" y="5456565"/>
                  <a:pt x="4229825" y="5456320"/>
                </a:cubicBezTo>
                <a:cubicBezTo>
                  <a:pt x="4215611" y="5456978"/>
                  <a:pt x="4216694" y="5443604"/>
                  <a:pt x="4214822" y="5434155"/>
                </a:cubicBezTo>
                <a:cubicBezTo>
                  <a:pt x="4200113" y="5375792"/>
                  <a:pt x="4200113" y="5375792"/>
                  <a:pt x="4150160" y="5406321"/>
                </a:cubicBezTo>
                <a:cubicBezTo>
                  <a:pt x="4132223" y="5416948"/>
                  <a:pt x="4114670" y="5424554"/>
                  <a:pt x="4094026" y="5427469"/>
                </a:cubicBezTo>
                <a:cubicBezTo>
                  <a:pt x="4072931" y="5429099"/>
                  <a:pt x="4056144" y="5430660"/>
                  <a:pt x="4039855" y="5408946"/>
                </a:cubicBezTo>
                <a:cubicBezTo>
                  <a:pt x="4014812" y="5378755"/>
                  <a:pt x="3962333" y="5385626"/>
                  <a:pt x="3927948" y="5419353"/>
                </a:cubicBezTo>
                <a:cubicBezTo>
                  <a:pt x="3922421" y="5424181"/>
                  <a:pt x="3918630" y="5429843"/>
                  <a:pt x="3912268" y="5436408"/>
                </a:cubicBezTo>
                <a:cubicBezTo>
                  <a:pt x="3896746" y="5408649"/>
                  <a:pt x="3879554" y="5384365"/>
                  <a:pt x="3845463" y="5381894"/>
                </a:cubicBezTo>
                <a:cubicBezTo>
                  <a:pt x="3814396" y="5379805"/>
                  <a:pt x="3790931" y="5395261"/>
                  <a:pt x="3765729" y="5409883"/>
                </a:cubicBezTo>
                <a:cubicBezTo>
                  <a:pt x="3760450" y="5403073"/>
                  <a:pt x="3764691" y="5398697"/>
                  <a:pt x="3765910" y="5393938"/>
                </a:cubicBezTo>
                <a:cubicBezTo>
                  <a:pt x="3781704" y="5356630"/>
                  <a:pt x="3760136" y="5328107"/>
                  <a:pt x="3718780" y="5329630"/>
                </a:cubicBezTo>
                <a:cubicBezTo>
                  <a:pt x="3676138" y="5331605"/>
                  <a:pt x="3676138" y="5331605"/>
                  <a:pt x="3675462" y="5288528"/>
                </a:cubicBezTo>
                <a:cubicBezTo>
                  <a:pt x="3674989" y="5258375"/>
                  <a:pt x="3649630" y="5235514"/>
                  <a:pt x="3619984" y="5241589"/>
                </a:cubicBezTo>
                <a:cubicBezTo>
                  <a:pt x="3604935" y="5243984"/>
                  <a:pt x="3608161" y="5257289"/>
                  <a:pt x="3608747" y="5267190"/>
                </a:cubicBezTo>
                <a:cubicBezTo>
                  <a:pt x="3610304" y="5283969"/>
                  <a:pt x="3614048" y="5302867"/>
                  <a:pt x="3596563" y="5314780"/>
                </a:cubicBezTo>
                <a:cubicBezTo>
                  <a:pt x="3584605" y="5321866"/>
                  <a:pt x="3576054" y="5326311"/>
                  <a:pt x="3574430" y="5305224"/>
                </a:cubicBezTo>
                <a:cubicBezTo>
                  <a:pt x="3568858" y="5252317"/>
                  <a:pt x="3550132" y="5240121"/>
                  <a:pt x="3499909" y="5253419"/>
                </a:cubicBezTo>
                <a:cubicBezTo>
                  <a:pt x="3436375" y="5269946"/>
                  <a:pt x="3375977" y="5266603"/>
                  <a:pt x="3315692" y="5243008"/>
                </a:cubicBezTo>
                <a:cubicBezTo>
                  <a:pt x="3285324" y="5230567"/>
                  <a:pt x="3255024" y="5222434"/>
                  <a:pt x="3221835" y="5222534"/>
                </a:cubicBezTo>
                <a:cubicBezTo>
                  <a:pt x="3204598" y="5222810"/>
                  <a:pt x="3190452" y="5227776"/>
                  <a:pt x="3181652" y="5243858"/>
                </a:cubicBezTo>
                <a:cubicBezTo>
                  <a:pt x="3173687" y="5258205"/>
                  <a:pt x="3161797" y="5269597"/>
                  <a:pt x="3144425" y="5261258"/>
                </a:cubicBezTo>
                <a:cubicBezTo>
                  <a:pt x="3126601" y="5251633"/>
                  <a:pt x="3137138" y="5236384"/>
                  <a:pt x="3142147" y="5225963"/>
                </a:cubicBezTo>
                <a:cubicBezTo>
                  <a:pt x="3154669" y="5199910"/>
                  <a:pt x="3149638" y="5181464"/>
                  <a:pt x="3132063" y="5160201"/>
                </a:cubicBezTo>
                <a:cubicBezTo>
                  <a:pt x="3063049" y="5074700"/>
                  <a:pt x="3023997" y="4975794"/>
                  <a:pt x="2992209" y="4872894"/>
                </a:cubicBezTo>
                <a:cubicBezTo>
                  <a:pt x="2975447" y="4821027"/>
                  <a:pt x="2975447" y="4821027"/>
                  <a:pt x="2922382" y="4817997"/>
                </a:cubicBezTo>
                <a:cubicBezTo>
                  <a:pt x="2874077" y="4816185"/>
                  <a:pt x="2874077" y="4816185"/>
                  <a:pt x="2852371" y="4861342"/>
                </a:cubicBezTo>
                <a:cubicBezTo>
                  <a:pt x="2837344" y="4892605"/>
                  <a:pt x="2822769" y="4925153"/>
                  <a:pt x="2799055" y="4952246"/>
                </a:cubicBezTo>
                <a:cubicBezTo>
                  <a:pt x="2786330" y="4965376"/>
                  <a:pt x="2772319" y="4978957"/>
                  <a:pt x="2750389" y="4982323"/>
                </a:cubicBezTo>
                <a:cubicBezTo>
                  <a:pt x="2748832" y="4965544"/>
                  <a:pt x="2755511" y="4951650"/>
                  <a:pt x="2759166" y="4937373"/>
                </a:cubicBezTo>
                <a:cubicBezTo>
                  <a:pt x="2766477" y="4908818"/>
                  <a:pt x="2768193" y="4880785"/>
                  <a:pt x="2758717" y="4853791"/>
                </a:cubicBezTo>
                <a:cubicBezTo>
                  <a:pt x="2754589" y="4837915"/>
                  <a:pt x="2758831" y="4833539"/>
                  <a:pt x="2773428" y="4829858"/>
                </a:cubicBezTo>
                <a:cubicBezTo>
                  <a:pt x="2788026" y="4826178"/>
                  <a:pt x="2803458" y="4820761"/>
                  <a:pt x="2813611" y="4808534"/>
                </a:cubicBezTo>
                <a:cubicBezTo>
                  <a:pt x="2819072" y="4799399"/>
                  <a:pt x="2822795" y="4789429"/>
                  <a:pt x="2820922" y="4779980"/>
                </a:cubicBezTo>
                <a:cubicBezTo>
                  <a:pt x="2816861" y="4768411"/>
                  <a:pt x="2805287" y="4772474"/>
                  <a:pt x="2796668" y="4772612"/>
                </a:cubicBezTo>
                <a:cubicBezTo>
                  <a:pt x="2738910" y="4772674"/>
                  <a:pt x="2681603" y="4774021"/>
                  <a:pt x="2622107" y="4773249"/>
                </a:cubicBezTo>
                <a:lnTo>
                  <a:pt x="2591932" y="4771776"/>
                </a:lnTo>
                <a:lnTo>
                  <a:pt x="2581363" y="4784316"/>
                </a:lnTo>
                <a:cubicBezTo>
                  <a:pt x="2571376" y="4791016"/>
                  <a:pt x="2557281" y="4791697"/>
                  <a:pt x="2533973" y="4788867"/>
                </a:cubicBezTo>
                <a:cubicBezTo>
                  <a:pt x="2506747" y="4786794"/>
                  <a:pt x="2502347" y="4789267"/>
                  <a:pt x="2494641" y="4816770"/>
                </a:cubicBezTo>
                <a:cubicBezTo>
                  <a:pt x="2487900" y="4840836"/>
                  <a:pt x="2498074" y="4864084"/>
                  <a:pt x="2502607" y="4887605"/>
                </a:cubicBezTo>
                <a:cubicBezTo>
                  <a:pt x="2510439" y="4932445"/>
                  <a:pt x="2523908" y="4977012"/>
                  <a:pt x="2530777" y="5025291"/>
                </a:cubicBezTo>
                <a:cubicBezTo>
                  <a:pt x="2534074" y="5046611"/>
                  <a:pt x="2534207" y="5072605"/>
                  <a:pt x="2526229" y="5094470"/>
                </a:cubicBezTo>
                <a:cubicBezTo>
                  <a:pt x="2521688" y="5117298"/>
                  <a:pt x="2507797" y="5133797"/>
                  <a:pt x="2476444" y="5139834"/>
                </a:cubicBezTo>
                <a:cubicBezTo>
                  <a:pt x="2488275" y="5104218"/>
                  <a:pt x="2448950" y="5085771"/>
                  <a:pt x="2456379" y="5052626"/>
                </a:cubicBezTo>
                <a:cubicBezTo>
                  <a:pt x="2435621" y="5020847"/>
                  <a:pt x="2438376" y="4984539"/>
                  <a:pt x="2428893" y="4952213"/>
                </a:cubicBezTo>
                <a:cubicBezTo>
                  <a:pt x="2417209" y="4921126"/>
                  <a:pt x="2408687" y="4885362"/>
                  <a:pt x="2404842" y="4852765"/>
                </a:cubicBezTo>
                <a:cubicBezTo>
                  <a:pt x="2399900" y="4797610"/>
                  <a:pt x="2345447" y="4793459"/>
                  <a:pt x="2313953" y="4819852"/>
                </a:cubicBezTo>
                <a:cubicBezTo>
                  <a:pt x="2307352" y="4823562"/>
                  <a:pt x="2305426" y="4830439"/>
                  <a:pt x="2305700" y="4836077"/>
                </a:cubicBezTo>
                <a:cubicBezTo>
                  <a:pt x="2303773" y="4842953"/>
                  <a:pt x="2307486" y="4849557"/>
                  <a:pt x="2307760" y="4855197"/>
                </a:cubicBezTo>
                <a:cubicBezTo>
                  <a:pt x="2301982" y="4875825"/>
                  <a:pt x="2291528" y="4893287"/>
                  <a:pt x="2273652" y="4897541"/>
                </a:cubicBezTo>
                <a:cubicBezTo>
                  <a:pt x="2253574" y="4903035"/>
                  <a:pt x="2241475" y="4886661"/>
                  <a:pt x="2229651" y="4875929"/>
                </a:cubicBezTo>
                <a:cubicBezTo>
                  <a:pt x="2223740" y="4870562"/>
                  <a:pt x="2222228" y="4862722"/>
                  <a:pt x="2219754" y="4858320"/>
                </a:cubicBezTo>
                <a:cubicBezTo>
                  <a:pt x="2192808" y="4815533"/>
                  <a:pt x="2150045" y="4796122"/>
                  <a:pt x="2105490" y="4809581"/>
                </a:cubicBezTo>
                <a:cubicBezTo>
                  <a:pt x="2095451" y="4812326"/>
                  <a:pt x="2084449" y="4818511"/>
                  <a:pt x="2075923" y="4829098"/>
                </a:cubicBezTo>
                <a:cubicBezTo>
                  <a:pt x="2054741" y="4858383"/>
                  <a:pt x="2019261" y="4872533"/>
                  <a:pt x="1995879" y="4903056"/>
                </a:cubicBezTo>
                <a:cubicBezTo>
                  <a:pt x="1992718" y="4907729"/>
                  <a:pt x="1978003" y="4907311"/>
                  <a:pt x="1971127" y="4905382"/>
                </a:cubicBezTo>
                <a:cubicBezTo>
                  <a:pt x="1957377" y="4901526"/>
                  <a:pt x="1943627" y="4897668"/>
                  <a:pt x="1929602" y="4888172"/>
                </a:cubicBezTo>
                <a:cubicBezTo>
                  <a:pt x="1917777" y="4877438"/>
                  <a:pt x="1908976" y="4882386"/>
                  <a:pt x="1900724" y="4898612"/>
                </a:cubicBezTo>
                <a:cubicBezTo>
                  <a:pt x="1899761" y="4902049"/>
                  <a:pt x="1900035" y="4907689"/>
                  <a:pt x="1896871" y="4912363"/>
                </a:cubicBezTo>
                <a:cubicBezTo>
                  <a:pt x="1891507" y="4918275"/>
                  <a:pt x="1883944" y="4925423"/>
                  <a:pt x="1877068" y="4923495"/>
                </a:cubicBezTo>
                <a:cubicBezTo>
                  <a:pt x="1865518" y="4918402"/>
                  <a:pt x="1869644" y="4910289"/>
                  <a:pt x="1870333" y="4901212"/>
                </a:cubicBezTo>
                <a:cubicBezTo>
                  <a:pt x="1875838" y="4874945"/>
                  <a:pt x="1893855" y="4850334"/>
                  <a:pt x="1885608" y="4820209"/>
                </a:cubicBezTo>
                <a:cubicBezTo>
                  <a:pt x="1882860" y="4810168"/>
                  <a:pt x="1874473" y="4800399"/>
                  <a:pt x="1867872" y="4804109"/>
                </a:cubicBezTo>
                <a:cubicBezTo>
                  <a:pt x="1856871" y="4810294"/>
                  <a:pt x="1844630" y="4814276"/>
                  <a:pt x="1837342" y="4827064"/>
                </a:cubicBezTo>
                <a:cubicBezTo>
                  <a:pt x="1832253" y="4838614"/>
                  <a:pt x="1815886" y="4850711"/>
                  <a:pt x="1799662" y="4842451"/>
                </a:cubicBezTo>
                <a:cubicBezTo>
                  <a:pt x="1782199" y="4831991"/>
                  <a:pt x="1762537" y="4822766"/>
                  <a:pt x="1758003" y="4799247"/>
                </a:cubicBezTo>
                <a:cubicBezTo>
                  <a:pt x="1758965" y="4795808"/>
                  <a:pt x="1769967" y="4789623"/>
                  <a:pt x="1769692" y="4783984"/>
                </a:cubicBezTo>
                <a:cubicBezTo>
                  <a:pt x="1765706" y="4771742"/>
                  <a:pt x="1760484" y="4757298"/>
                  <a:pt x="1743295" y="4752477"/>
                </a:cubicBezTo>
                <a:cubicBezTo>
                  <a:pt x="1699843" y="4742143"/>
                  <a:pt x="1659281" y="4721494"/>
                  <a:pt x="1616518" y="4702082"/>
                </a:cubicBezTo>
                <a:cubicBezTo>
                  <a:pt x="1589980" y="4690930"/>
                  <a:pt x="1563302" y="4700133"/>
                  <a:pt x="1541847" y="4723780"/>
                </a:cubicBezTo>
                <a:cubicBezTo>
                  <a:pt x="1515028" y="4753336"/>
                  <a:pt x="1513791" y="4751137"/>
                  <a:pt x="1482305" y="4731179"/>
                </a:cubicBezTo>
                <a:cubicBezTo>
                  <a:pt x="1468280" y="4721683"/>
                  <a:pt x="1460166" y="4717553"/>
                  <a:pt x="1473783" y="4695417"/>
                </a:cubicBezTo>
                <a:cubicBezTo>
                  <a:pt x="1493726" y="4663929"/>
                  <a:pt x="1488645" y="4629131"/>
                  <a:pt x="1468846" y="4593913"/>
                </a:cubicBezTo>
                <a:cubicBezTo>
                  <a:pt x="1444102" y="4549890"/>
                  <a:pt x="1408904" y="4523329"/>
                  <a:pt x="1363940" y="4505154"/>
                </a:cubicBezTo>
                <a:cubicBezTo>
                  <a:pt x="1355828" y="4501025"/>
                  <a:pt x="1348953" y="4499096"/>
                  <a:pt x="1341662" y="4511882"/>
                </a:cubicBezTo>
                <a:cubicBezTo>
                  <a:pt x="1330247" y="4532784"/>
                  <a:pt x="1307968" y="4539514"/>
                  <a:pt x="1289128" y="4547206"/>
                </a:cubicBezTo>
                <a:cubicBezTo>
                  <a:pt x="1263686" y="4558610"/>
                  <a:pt x="1224087" y="4534523"/>
                  <a:pt x="1221480" y="4504127"/>
                </a:cubicBezTo>
                <a:cubicBezTo>
                  <a:pt x="1218870" y="4473732"/>
                  <a:pt x="1214062" y="4444570"/>
                  <a:pt x="1220530" y="4414866"/>
                </a:cubicBezTo>
                <a:cubicBezTo>
                  <a:pt x="1223419" y="4404551"/>
                  <a:pt x="1225345" y="4397676"/>
                  <a:pt x="1239097" y="4401534"/>
                </a:cubicBezTo>
                <a:cubicBezTo>
                  <a:pt x="1249407" y="4404427"/>
                  <a:pt x="1253261" y="4390675"/>
                  <a:pt x="1251750" y="4382834"/>
                </a:cubicBezTo>
                <a:cubicBezTo>
                  <a:pt x="1251202" y="4371557"/>
                  <a:pt x="1255052" y="4357804"/>
                  <a:pt x="1254504" y="4346526"/>
                </a:cubicBezTo>
                <a:cubicBezTo>
                  <a:pt x="1251755" y="4336486"/>
                  <a:pt x="1238969" y="4329190"/>
                  <a:pt x="1230581" y="4319421"/>
                </a:cubicBezTo>
                <a:cubicBezTo>
                  <a:pt x="1216765" y="4302566"/>
                  <a:pt x="1202948" y="4285711"/>
                  <a:pt x="1186758" y="4272364"/>
                </a:cubicBezTo>
                <a:lnTo>
                  <a:pt x="1175214" y="4264939"/>
                </a:lnTo>
                <a:lnTo>
                  <a:pt x="1161833" y="4266023"/>
                </a:lnTo>
                <a:cubicBezTo>
                  <a:pt x="1154415" y="4265067"/>
                  <a:pt x="1147356" y="4262915"/>
                  <a:pt x="1140837" y="4258967"/>
                </a:cubicBezTo>
                <a:lnTo>
                  <a:pt x="1128185" y="4246273"/>
                </a:lnTo>
                <a:lnTo>
                  <a:pt x="1114189" y="4244360"/>
                </a:lnTo>
                <a:cubicBezTo>
                  <a:pt x="1109687" y="4244719"/>
                  <a:pt x="1105528" y="4246333"/>
                  <a:pt x="1101745" y="4249907"/>
                </a:cubicBezTo>
                <a:cubicBezTo>
                  <a:pt x="1097344" y="4252381"/>
                  <a:pt x="1093356" y="4251725"/>
                  <a:pt x="1089334" y="4250366"/>
                </a:cubicBezTo>
                <a:lnTo>
                  <a:pt x="1081819" y="4248119"/>
                </a:lnTo>
                <a:lnTo>
                  <a:pt x="1066120" y="4264125"/>
                </a:lnTo>
                <a:cubicBezTo>
                  <a:pt x="1059898" y="4273698"/>
                  <a:pt x="1055110" y="4284226"/>
                  <a:pt x="1050323" y="4294755"/>
                </a:cubicBezTo>
                <a:cubicBezTo>
                  <a:pt x="1036917" y="4327300"/>
                  <a:pt x="1015857" y="4348360"/>
                  <a:pt x="983313" y="4357938"/>
                </a:cubicBezTo>
                <a:cubicBezTo>
                  <a:pt x="975658" y="4350281"/>
                  <a:pt x="968002" y="4342625"/>
                  <a:pt x="960346" y="4334969"/>
                </a:cubicBezTo>
                <a:cubicBezTo>
                  <a:pt x="971834" y="4319654"/>
                  <a:pt x="985236" y="4306251"/>
                  <a:pt x="1002467" y="4292849"/>
                </a:cubicBezTo>
                <a:cubicBezTo>
                  <a:pt x="1013954" y="4281362"/>
                  <a:pt x="1027355" y="4271788"/>
                  <a:pt x="1033100" y="4258387"/>
                </a:cubicBezTo>
                <a:cubicBezTo>
                  <a:pt x="1065652" y="4210525"/>
                  <a:pt x="1052257" y="4177986"/>
                  <a:pt x="998661" y="4158853"/>
                </a:cubicBezTo>
                <a:cubicBezTo>
                  <a:pt x="958462" y="4149287"/>
                  <a:pt x="954636" y="4141631"/>
                  <a:pt x="956556" y="4105261"/>
                </a:cubicBezTo>
                <a:cubicBezTo>
                  <a:pt x="960392" y="4063146"/>
                  <a:pt x="946994" y="4049748"/>
                  <a:pt x="904879" y="4057413"/>
                </a:cubicBezTo>
                <a:cubicBezTo>
                  <a:pt x="899136" y="4059328"/>
                  <a:pt x="891479" y="4063158"/>
                  <a:pt x="885736" y="4065073"/>
                </a:cubicBezTo>
                <a:cubicBezTo>
                  <a:pt x="843619" y="4080393"/>
                  <a:pt x="822567" y="4059341"/>
                  <a:pt x="818745" y="4013399"/>
                </a:cubicBezTo>
                <a:cubicBezTo>
                  <a:pt x="820662" y="4000000"/>
                  <a:pt x="822578" y="3986599"/>
                  <a:pt x="826409" y="3971284"/>
                </a:cubicBezTo>
                <a:cubicBezTo>
                  <a:pt x="834075" y="3917683"/>
                  <a:pt x="847483" y="3865997"/>
                  <a:pt x="870463" y="3816223"/>
                </a:cubicBezTo>
                <a:cubicBezTo>
                  <a:pt x="887698" y="3779849"/>
                  <a:pt x="883874" y="3753050"/>
                  <a:pt x="849420" y="3733913"/>
                </a:cubicBezTo>
                <a:cubicBezTo>
                  <a:pt x="845592" y="3730085"/>
                  <a:pt x="841764" y="3726257"/>
                  <a:pt x="837936" y="3722429"/>
                </a:cubicBezTo>
                <a:cubicBezTo>
                  <a:pt x="820712" y="3697547"/>
                  <a:pt x="820715" y="3682233"/>
                  <a:pt x="847517" y="3670743"/>
                </a:cubicBezTo>
                <a:lnTo>
                  <a:pt x="871187" y="3654468"/>
                </a:lnTo>
                <a:lnTo>
                  <a:pt x="862921" y="3655033"/>
                </a:lnTo>
                <a:lnTo>
                  <a:pt x="865726" y="3649731"/>
                </a:lnTo>
                <a:cubicBezTo>
                  <a:pt x="872742" y="3631304"/>
                  <a:pt x="907125" y="3594598"/>
                  <a:pt x="920326" y="3587177"/>
                </a:cubicBezTo>
                <a:lnTo>
                  <a:pt x="925490" y="3584399"/>
                </a:lnTo>
                <a:lnTo>
                  <a:pt x="928649" y="3574777"/>
                </a:lnTo>
                <a:cubicBezTo>
                  <a:pt x="929489" y="3567001"/>
                  <a:pt x="928593" y="3559165"/>
                  <a:pt x="925932" y="3550999"/>
                </a:cubicBezTo>
                <a:lnTo>
                  <a:pt x="917654" y="3534979"/>
                </a:lnTo>
                <a:lnTo>
                  <a:pt x="912238" y="3534153"/>
                </a:lnTo>
                <a:cubicBezTo>
                  <a:pt x="905209" y="3531949"/>
                  <a:pt x="898814" y="3528302"/>
                  <a:pt x="892558" y="3527474"/>
                </a:cubicBezTo>
                <a:cubicBezTo>
                  <a:pt x="879637" y="3494184"/>
                  <a:pt x="853232" y="3509027"/>
                  <a:pt x="830681" y="3510117"/>
                </a:cubicBezTo>
                <a:cubicBezTo>
                  <a:pt x="759587" y="3512423"/>
                  <a:pt x="693717" y="3529172"/>
                  <a:pt x="626610" y="3543722"/>
                </a:cubicBezTo>
                <a:cubicBezTo>
                  <a:pt x="613133" y="3545504"/>
                  <a:pt x="597458" y="3548522"/>
                  <a:pt x="581781" y="3551541"/>
                </a:cubicBezTo>
                <a:cubicBezTo>
                  <a:pt x="560466" y="3554832"/>
                  <a:pt x="538189" y="3561561"/>
                  <a:pt x="534885" y="3586592"/>
                </a:cubicBezTo>
                <a:cubicBezTo>
                  <a:pt x="531032" y="3600343"/>
                  <a:pt x="518793" y="3604326"/>
                  <a:pt x="508756" y="3607073"/>
                </a:cubicBezTo>
                <a:cubicBezTo>
                  <a:pt x="497754" y="3613256"/>
                  <a:pt x="482766" y="3607199"/>
                  <a:pt x="473000" y="3615583"/>
                </a:cubicBezTo>
                <a:cubicBezTo>
                  <a:pt x="468600" y="3618056"/>
                  <a:pt x="454850" y="3614200"/>
                  <a:pt x="451138" y="3607596"/>
                </a:cubicBezTo>
                <a:cubicBezTo>
                  <a:pt x="431341" y="3583966"/>
                  <a:pt x="418198" y="3540301"/>
                  <a:pt x="426615" y="3498773"/>
                </a:cubicBezTo>
                <a:lnTo>
                  <a:pt x="434951" y="3478138"/>
                </a:lnTo>
                <a:lnTo>
                  <a:pt x="0" y="3478138"/>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 And Send To Back</a:t>
            </a:r>
            <a:endParaRPr lang="ko-KR" altLang="en-US"/>
          </a:p>
        </p:txBody>
      </p:sp>
      <p:sp>
        <p:nvSpPr>
          <p:cNvPr id="3" name="Content Placeholder 3">
            <a:extLst>
              <a:ext uri="{FF2B5EF4-FFF2-40B4-BE49-F238E27FC236}">
                <a16:creationId xmlns:a16="http://schemas.microsoft.com/office/drawing/2014/main" id="{7B2B61ED-7AA3-4BEF-8101-2DCF5F5ECA36}"/>
              </a:ext>
            </a:extLst>
          </p:cNvPr>
          <p:cNvSpPr>
            <a:spLocks noGrp="1"/>
          </p:cNvSpPr>
          <p:nvPr>
            <p:ph sz="quarter" idx="12"/>
          </p:nvPr>
        </p:nvSpPr>
        <p:spPr>
          <a:xfrm>
            <a:off x="6095999" y="542560"/>
            <a:ext cx="5952307" cy="5663839"/>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1" name="Group 10">
            <a:extLst>
              <a:ext uri="{FF2B5EF4-FFF2-40B4-BE49-F238E27FC236}">
                <a16:creationId xmlns:a16="http://schemas.microsoft.com/office/drawing/2014/main" id="{5F38816F-CEAF-42FA-BE07-87E6B30AE63D}"/>
              </a:ext>
            </a:extLst>
          </p:cNvPr>
          <p:cNvGrpSpPr/>
          <p:nvPr userDrawn="1"/>
        </p:nvGrpSpPr>
        <p:grpSpPr>
          <a:xfrm>
            <a:off x="-4946" y="6547470"/>
            <a:ext cx="12027129" cy="383311"/>
            <a:chOff x="-4946" y="6547470"/>
            <a:chExt cx="12027129" cy="383311"/>
          </a:xfrm>
        </p:grpSpPr>
        <p:grpSp>
          <p:nvGrpSpPr>
            <p:cNvPr id="12" name="Group 11">
              <a:extLst>
                <a:ext uri="{FF2B5EF4-FFF2-40B4-BE49-F238E27FC236}">
                  <a16:creationId xmlns:a16="http://schemas.microsoft.com/office/drawing/2014/main" id="{685DD4E2-29F4-4900-9615-5B3E42CBC3BB}"/>
                </a:ext>
              </a:extLst>
            </p:cNvPr>
            <p:cNvGrpSpPr/>
            <p:nvPr userDrawn="1"/>
          </p:nvGrpSpPr>
          <p:grpSpPr>
            <a:xfrm>
              <a:off x="-4946" y="6548165"/>
              <a:ext cx="9753597" cy="335375"/>
              <a:chOff x="4896852" y="697832"/>
              <a:chExt cx="2069429" cy="168442"/>
            </a:xfrm>
          </p:grpSpPr>
          <p:sp>
            <p:nvSpPr>
              <p:cNvPr id="14" name="Rectangle 13">
                <a:extLst>
                  <a:ext uri="{FF2B5EF4-FFF2-40B4-BE49-F238E27FC236}">
                    <a16:creationId xmlns:a16="http://schemas.microsoft.com/office/drawing/2014/main" id="{7F987544-FCCE-4F9F-A23C-E8DE964FD5D8}"/>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ectangle 14">
                <a:extLst>
                  <a:ext uri="{FF2B5EF4-FFF2-40B4-BE49-F238E27FC236}">
                    <a16:creationId xmlns:a16="http://schemas.microsoft.com/office/drawing/2014/main" id="{EB7D0591-FE57-4CE0-8E99-6E51E32EBCFF}"/>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Rectangle 15">
                <a:extLst>
                  <a:ext uri="{FF2B5EF4-FFF2-40B4-BE49-F238E27FC236}">
                    <a16:creationId xmlns:a16="http://schemas.microsoft.com/office/drawing/2014/main" id="{B2A6F9EB-C010-4FDF-85C4-A77E5DB6FBA6}"/>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8192A855-10F8-40FF-BFDF-3D0CF445046B}"/>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3" name="Picture 12">
              <a:extLst>
                <a:ext uri="{FF2B5EF4-FFF2-40B4-BE49-F238E27FC236}">
                  <a16:creationId xmlns:a16="http://schemas.microsoft.com/office/drawing/2014/main" id="{6D1CA023-ECF6-4506-A45D-5E86D1E029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4130636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2_Images &amp; Contents Layou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01F7EB2-7EA9-454A-A60C-5CA745030482}"/>
              </a:ext>
            </a:extLst>
          </p:cNvPr>
          <p:cNvSpPr>
            <a:spLocks noGrp="1"/>
          </p:cNvSpPr>
          <p:nvPr>
            <p:ph sz="quarter" idx="11"/>
          </p:nvPr>
        </p:nvSpPr>
        <p:spPr>
          <a:xfrm>
            <a:off x="377859" y="1449977"/>
            <a:ext cx="11444739" cy="4878863"/>
          </a:xfrm>
          <a:prstGeom prst="rect">
            <a:avLst/>
          </a:prstGeom>
        </p:spPr>
        <p:txBody>
          <a:bodyPr/>
          <a:lstStyle>
            <a:lvl1pPr>
              <a:defRPr sz="3200">
                <a:solidFill>
                  <a:schemeClr val="tx1">
                    <a:lumMod val="75000"/>
                    <a:lumOff val="25000"/>
                  </a:schemeClr>
                </a:solidFill>
                <a:latin typeface="Calibri" panose="020F0502020204030204" pitchFamily="34" charset="0"/>
                <a:cs typeface="Calibri" panose="020F0502020204030204" pitchFamily="34" charset="0"/>
              </a:defRPr>
            </a:lvl1pPr>
            <a:lvl2pPr>
              <a:defRPr sz="3200">
                <a:solidFill>
                  <a:schemeClr val="tx1">
                    <a:lumMod val="75000"/>
                    <a:lumOff val="25000"/>
                  </a:schemeClr>
                </a:solidFill>
                <a:latin typeface="Calibri" panose="020F0502020204030204" pitchFamily="34" charset="0"/>
                <a:cs typeface="Calibri" panose="020F0502020204030204" pitchFamily="34" charset="0"/>
              </a:defRPr>
            </a:lvl2pPr>
            <a:lvl3pPr>
              <a:defRPr sz="3200">
                <a:solidFill>
                  <a:schemeClr val="tx1">
                    <a:lumMod val="75000"/>
                    <a:lumOff val="25000"/>
                  </a:schemeClr>
                </a:solidFill>
                <a:latin typeface="Calibri" panose="020F0502020204030204" pitchFamily="34" charset="0"/>
                <a:cs typeface="Calibri" panose="020F0502020204030204" pitchFamily="34" charset="0"/>
              </a:defRPr>
            </a:lvl3pPr>
            <a:lvl4pPr>
              <a:defRPr sz="3200">
                <a:solidFill>
                  <a:schemeClr val="tx1">
                    <a:lumMod val="75000"/>
                    <a:lumOff val="25000"/>
                  </a:schemeClr>
                </a:solidFill>
                <a:latin typeface="Calibri" panose="020F0502020204030204" pitchFamily="34" charset="0"/>
                <a:cs typeface="Calibri" panose="020F0502020204030204" pitchFamily="34" charset="0"/>
              </a:defRPr>
            </a:lvl4pPr>
            <a:lvl5pPr>
              <a:defRPr sz="32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6">
            <a:extLst>
              <a:ext uri="{FF2B5EF4-FFF2-40B4-BE49-F238E27FC236}">
                <a16:creationId xmlns:a16="http://schemas.microsoft.com/office/drawing/2014/main" id="{371F9D38-4DA7-4DCA-BC2C-71C5DAD7C0EB}"/>
              </a:ext>
            </a:extLst>
          </p:cNvPr>
          <p:cNvSpPr>
            <a:spLocks noGrp="1"/>
          </p:cNvSpPr>
          <p:nvPr>
            <p:ph type="body" sz="quarter" idx="12"/>
          </p:nvPr>
        </p:nvSpPr>
        <p:spPr>
          <a:xfrm>
            <a:off x="377824" y="208824"/>
            <a:ext cx="11444061" cy="1019175"/>
          </a:xfrm>
          <a:prstGeom prst="rect">
            <a:avLst/>
          </a:prstGeom>
        </p:spPr>
        <p:txBody>
          <a:bodyPr/>
          <a:lstStyle>
            <a:lvl1pPr marL="0" indent="0">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11" name="Group 10">
            <a:extLst>
              <a:ext uri="{FF2B5EF4-FFF2-40B4-BE49-F238E27FC236}">
                <a16:creationId xmlns:a16="http://schemas.microsoft.com/office/drawing/2014/main" id="{D04D4330-0728-4641-ADBD-584BA04EB227}"/>
              </a:ext>
            </a:extLst>
          </p:cNvPr>
          <p:cNvGrpSpPr/>
          <p:nvPr userDrawn="1"/>
        </p:nvGrpSpPr>
        <p:grpSpPr>
          <a:xfrm>
            <a:off x="-4946" y="6547470"/>
            <a:ext cx="12027129" cy="383311"/>
            <a:chOff x="-4946" y="6547470"/>
            <a:chExt cx="12027129" cy="383311"/>
          </a:xfrm>
        </p:grpSpPr>
        <p:grpSp>
          <p:nvGrpSpPr>
            <p:cNvPr id="19" name="Group 18">
              <a:extLst>
                <a:ext uri="{FF2B5EF4-FFF2-40B4-BE49-F238E27FC236}">
                  <a16:creationId xmlns:a16="http://schemas.microsoft.com/office/drawing/2014/main" id="{FA21A10B-6BF9-4E10-90EC-40477AF5438F}"/>
                </a:ext>
              </a:extLst>
            </p:cNvPr>
            <p:cNvGrpSpPr/>
            <p:nvPr userDrawn="1"/>
          </p:nvGrpSpPr>
          <p:grpSpPr>
            <a:xfrm>
              <a:off x="-4946" y="6548165"/>
              <a:ext cx="9753597" cy="335375"/>
              <a:chOff x="4896852" y="697832"/>
              <a:chExt cx="2069429" cy="168442"/>
            </a:xfrm>
          </p:grpSpPr>
          <p:sp>
            <p:nvSpPr>
              <p:cNvPr id="21" name="Rectangle 20">
                <a:extLst>
                  <a:ext uri="{FF2B5EF4-FFF2-40B4-BE49-F238E27FC236}">
                    <a16:creationId xmlns:a16="http://schemas.microsoft.com/office/drawing/2014/main" id="{A0A11E48-6B21-4F02-9368-6A48FE1FF556}"/>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BA7F3C94-C606-45EF-A3CD-A9AE96721A08}"/>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46F2ABE5-89FE-43BB-9E6E-ECE8B688F4D6}"/>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54B4E2A1-A2A0-46DE-ABDB-9999711D6539}"/>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Picture 19">
              <a:extLst>
                <a:ext uri="{FF2B5EF4-FFF2-40B4-BE49-F238E27FC236}">
                  <a16:creationId xmlns:a16="http://schemas.microsoft.com/office/drawing/2014/main" id="{B600421A-6015-4BDD-BD8D-0016162B4E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2457472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3">
            <a:extLst>
              <a:ext uri="{FF2B5EF4-FFF2-40B4-BE49-F238E27FC236}">
                <a16:creationId xmlns:a16="http://schemas.microsoft.com/office/drawing/2014/main" id="{C850F304-5B49-41FF-87F6-636BE642C262}"/>
              </a:ext>
            </a:extLst>
          </p:cNvPr>
          <p:cNvSpPr>
            <a:spLocks noGrp="1"/>
          </p:cNvSpPr>
          <p:nvPr>
            <p:ph sz="quarter" idx="11"/>
          </p:nvPr>
        </p:nvSpPr>
        <p:spPr>
          <a:xfrm>
            <a:off x="377859" y="1449977"/>
            <a:ext cx="11405548" cy="4878863"/>
          </a:xfrm>
          <a:prstGeom prst="rect">
            <a:avLst/>
          </a:prstGeom>
        </p:spPr>
        <p:txBody>
          <a:bodyPr/>
          <a:lstStyle>
            <a:lvl1pPr>
              <a:defRPr sz="3200">
                <a:solidFill>
                  <a:schemeClr val="tx1">
                    <a:lumMod val="75000"/>
                    <a:lumOff val="25000"/>
                  </a:schemeClr>
                </a:solidFill>
                <a:latin typeface="Calibri" panose="020F0502020204030204" pitchFamily="34" charset="0"/>
                <a:cs typeface="Calibri" panose="020F0502020204030204" pitchFamily="34" charset="0"/>
              </a:defRPr>
            </a:lvl1pPr>
            <a:lvl2pPr>
              <a:defRPr sz="3200">
                <a:solidFill>
                  <a:schemeClr val="tx1">
                    <a:lumMod val="75000"/>
                    <a:lumOff val="25000"/>
                  </a:schemeClr>
                </a:solidFill>
                <a:latin typeface="Calibri" panose="020F0502020204030204" pitchFamily="34" charset="0"/>
                <a:cs typeface="Calibri" panose="020F0502020204030204" pitchFamily="34" charset="0"/>
              </a:defRPr>
            </a:lvl2pPr>
            <a:lvl3pPr>
              <a:defRPr sz="3200">
                <a:solidFill>
                  <a:schemeClr val="tx1">
                    <a:lumMod val="75000"/>
                    <a:lumOff val="25000"/>
                  </a:schemeClr>
                </a:solidFill>
                <a:latin typeface="Calibri" panose="020F0502020204030204" pitchFamily="34" charset="0"/>
                <a:cs typeface="Calibri" panose="020F0502020204030204" pitchFamily="34" charset="0"/>
              </a:defRPr>
            </a:lvl3pPr>
            <a:lvl4pPr>
              <a:defRPr sz="3200">
                <a:solidFill>
                  <a:schemeClr val="tx1">
                    <a:lumMod val="75000"/>
                    <a:lumOff val="25000"/>
                  </a:schemeClr>
                </a:solidFill>
                <a:latin typeface="Calibri" panose="020F0502020204030204" pitchFamily="34" charset="0"/>
                <a:cs typeface="Calibri" panose="020F0502020204030204" pitchFamily="34" charset="0"/>
              </a:defRPr>
            </a:lvl4pPr>
            <a:lvl5pPr>
              <a:defRPr sz="32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6">
            <a:extLst>
              <a:ext uri="{FF2B5EF4-FFF2-40B4-BE49-F238E27FC236}">
                <a16:creationId xmlns:a16="http://schemas.microsoft.com/office/drawing/2014/main" id="{178A21E0-EE69-4D3D-9C24-C56071C59660}"/>
              </a:ext>
            </a:extLst>
          </p:cNvPr>
          <p:cNvSpPr>
            <a:spLocks noGrp="1"/>
          </p:cNvSpPr>
          <p:nvPr>
            <p:ph type="body" sz="quarter" idx="12"/>
          </p:nvPr>
        </p:nvSpPr>
        <p:spPr>
          <a:xfrm>
            <a:off x="377825" y="313509"/>
            <a:ext cx="11404872" cy="596110"/>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5" name="Group 4">
            <a:extLst>
              <a:ext uri="{FF2B5EF4-FFF2-40B4-BE49-F238E27FC236}">
                <a16:creationId xmlns:a16="http://schemas.microsoft.com/office/drawing/2014/main" id="{7221F6E9-A69D-42D4-A844-85AD0BE59BFD}"/>
              </a:ext>
            </a:extLst>
          </p:cNvPr>
          <p:cNvGrpSpPr/>
          <p:nvPr userDrawn="1"/>
        </p:nvGrpSpPr>
        <p:grpSpPr>
          <a:xfrm>
            <a:off x="3907972" y="1063755"/>
            <a:ext cx="4376057" cy="77068"/>
            <a:chOff x="4379494" y="697832"/>
            <a:chExt cx="2586787" cy="168442"/>
          </a:xfrm>
        </p:grpSpPr>
        <p:sp>
          <p:nvSpPr>
            <p:cNvPr id="6" name="Rectangle 5">
              <a:extLst>
                <a:ext uri="{FF2B5EF4-FFF2-40B4-BE49-F238E27FC236}">
                  <a16:creationId xmlns:a16="http://schemas.microsoft.com/office/drawing/2014/main" id="{7F05BB00-9005-4D11-8A4C-944819D30509}"/>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Rectangle 6">
              <a:extLst>
                <a:ext uri="{FF2B5EF4-FFF2-40B4-BE49-F238E27FC236}">
                  <a16:creationId xmlns:a16="http://schemas.microsoft.com/office/drawing/2014/main" id="{394E1227-B7A0-4182-BAF3-880F98A10618}"/>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DBA356B7-AAB4-4115-9A6D-D94146D303D9}"/>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8">
              <a:extLst>
                <a:ext uri="{FF2B5EF4-FFF2-40B4-BE49-F238E27FC236}">
                  <a16:creationId xmlns:a16="http://schemas.microsoft.com/office/drawing/2014/main" id="{6A336560-F275-4EA1-BB3A-96BAEBB32944}"/>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a:extLst>
                <a:ext uri="{FF2B5EF4-FFF2-40B4-BE49-F238E27FC236}">
                  <a16:creationId xmlns:a16="http://schemas.microsoft.com/office/drawing/2014/main" id="{E58FEEFC-3894-4C8D-9E7E-CA54BE5E10C4}"/>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 name="Group 17">
            <a:extLst>
              <a:ext uri="{FF2B5EF4-FFF2-40B4-BE49-F238E27FC236}">
                <a16:creationId xmlns:a16="http://schemas.microsoft.com/office/drawing/2014/main" id="{3BAC58F1-34DE-476A-97A6-FC65603ABA8D}"/>
              </a:ext>
            </a:extLst>
          </p:cNvPr>
          <p:cNvGrpSpPr/>
          <p:nvPr userDrawn="1"/>
        </p:nvGrpSpPr>
        <p:grpSpPr>
          <a:xfrm>
            <a:off x="-4946" y="6547470"/>
            <a:ext cx="12027129" cy="383311"/>
            <a:chOff x="-4946" y="6547470"/>
            <a:chExt cx="12027129" cy="383311"/>
          </a:xfrm>
        </p:grpSpPr>
        <p:grpSp>
          <p:nvGrpSpPr>
            <p:cNvPr id="19" name="Group 18">
              <a:extLst>
                <a:ext uri="{FF2B5EF4-FFF2-40B4-BE49-F238E27FC236}">
                  <a16:creationId xmlns:a16="http://schemas.microsoft.com/office/drawing/2014/main" id="{68570693-ACFA-4FBF-AD49-E984457532F1}"/>
                </a:ext>
              </a:extLst>
            </p:cNvPr>
            <p:cNvGrpSpPr/>
            <p:nvPr userDrawn="1"/>
          </p:nvGrpSpPr>
          <p:grpSpPr>
            <a:xfrm>
              <a:off x="-4946" y="6548165"/>
              <a:ext cx="9753597" cy="335375"/>
              <a:chOff x="4896852" y="697832"/>
              <a:chExt cx="2069429" cy="168442"/>
            </a:xfrm>
          </p:grpSpPr>
          <p:sp>
            <p:nvSpPr>
              <p:cNvPr id="21" name="Rectangle 20">
                <a:extLst>
                  <a:ext uri="{FF2B5EF4-FFF2-40B4-BE49-F238E27FC236}">
                    <a16:creationId xmlns:a16="http://schemas.microsoft.com/office/drawing/2014/main" id="{F4C75CE1-0C4D-4740-9544-4CCEC922E6D0}"/>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14171C62-D685-4A7B-B8D9-ADD0C071C8F7}"/>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9677057C-41E2-4B91-A79D-B5ED0436136A}"/>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FA53E23F-8415-403D-A4BF-37CF530B1F25}"/>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Picture 19">
              <a:extLst>
                <a:ext uri="{FF2B5EF4-FFF2-40B4-BE49-F238E27FC236}">
                  <a16:creationId xmlns:a16="http://schemas.microsoft.com/office/drawing/2014/main" id="{B2086F07-3863-4BB4-910B-FDAA83459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1437035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3_Images &amp; Contents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5D2735-9EA2-45D3-83FA-75BB29BED78F}"/>
              </a:ext>
            </a:extLst>
          </p:cNvPr>
          <p:cNvPicPr>
            <a:picLocks noChangeAspect="1"/>
          </p:cNvPicPr>
          <p:nvPr userDrawn="1"/>
        </p:nvPicPr>
        <p:blipFill rotWithShape="1">
          <a:blip r:embed="rId2"/>
          <a:srcRect l="45214"/>
          <a:stretch/>
        </p:blipFill>
        <p:spPr>
          <a:xfrm>
            <a:off x="5512526" y="-11971"/>
            <a:ext cx="6679474" cy="6881942"/>
          </a:xfrm>
          <a:prstGeom prst="rect">
            <a:avLst/>
          </a:prstGeom>
        </p:spPr>
      </p:pic>
      <p:pic>
        <p:nvPicPr>
          <p:cNvPr id="4" name="Picture 3">
            <a:extLst>
              <a:ext uri="{FF2B5EF4-FFF2-40B4-BE49-F238E27FC236}">
                <a16:creationId xmlns:a16="http://schemas.microsoft.com/office/drawing/2014/main" id="{455620E9-B2C8-4CEF-A80A-2519E5E613A3}"/>
              </a:ext>
            </a:extLst>
          </p:cNvPr>
          <p:cNvPicPr>
            <a:picLocks noChangeAspect="1"/>
          </p:cNvPicPr>
          <p:nvPr userDrawn="1"/>
        </p:nvPicPr>
        <p:blipFill rotWithShape="1">
          <a:blip r:embed="rId2"/>
          <a:srcRect l="1314" t="2223" r="55448" b="44342"/>
          <a:stretch/>
        </p:blipFill>
        <p:spPr>
          <a:xfrm>
            <a:off x="7889966" y="2416629"/>
            <a:ext cx="3801292" cy="2651760"/>
          </a:xfrm>
          <a:prstGeom prst="rect">
            <a:avLst/>
          </a:prstGeom>
        </p:spPr>
      </p:pic>
      <p:sp>
        <p:nvSpPr>
          <p:cNvPr id="6" name="Text Placeholder 5">
            <a:extLst>
              <a:ext uri="{FF2B5EF4-FFF2-40B4-BE49-F238E27FC236}">
                <a16:creationId xmlns:a16="http://schemas.microsoft.com/office/drawing/2014/main" id="{1624BE1D-62C2-4B5D-B2E8-3A0DF7D72D38}"/>
              </a:ext>
            </a:extLst>
          </p:cNvPr>
          <p:cNvSpPr>
            <a:spLocks noGrp="1"/>
          </p:cNvSpPr>
          <p:nvPr>
            <p:ph type="body" sz="quarter" idx="10"/>
          </p:nvPr>
        </p:nvSpPr>
        <p:spPr>
          <a:xfrm>
            <a:off x="353060" y="378823"/>
            <a:ext cx="5329238" cy="6152606"/>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BB5C3F66-DC7D-4343-9E5F-C0D05AD20B0D}"/>
              </a:ext>
            </a:extLst>
          </p:cNvPr>
          <p:cNvSpPr>
            <a:spLocks noGrp="1"/>
          </p:cNvSpPr>
          <p:nvPr>
            <p:ph type="pic" sz="quarter" idx="11"/>
          </p:nvPr>
        </p:nvSpPr>
        <p:spPr>
          <a:xfrm>
            <a:off x="7707313" y="1893887"/>
            <a:ext cx="4131627" cy="3945209"/>
          </a:xfrm>
          <a:prstGeom prst="rect">
            <a:avLst/>
          </a:prstGeom>
        </p:spPr>
        <p:txBody>
          <a:bodyPr/>
          <a:lstStyle/>
          <a:p>
            <a:endParaRPr lang="en-IN"/>
          </a:p>
        </p:txBody>
      </p:sp>
      <p:grpSp>
        <p:nvGrpSpPr>
          <p:cNvPr id="20" name="Group 19">
            <a:extLst>
              <a:ext uri="{FF2B5EF4-FFF2-40B4-BE49-F238E27FC236}">
                <a16:creationId xmlns:a16="http://schemas.microsoft.com/office/drawing/2014/main" id="{B2125216-F0C4-4EF4-B1B6-7017B3BA64E7}"/>
              </a:ext>
            </a:extLst>
          </p:cNvPr>
          <p:cNvGrpSpPr/>
          <p:nvPr userDrawn="1"/>
        </p:nvGrpSpPr>
        <p:grpSpPr>
          <a:xfrm>
            <a:off x="-4946" y="6547470"/>
            <a:ext cx="12027129" cy="383311"/>
            <a:chOff x="-4946" y="6547470"/>
            <a:chExt cx="12027129" cy="383311"/>
          </a:xfrm>
        </p:grpSpPr>
        <p:grpSp>
          <p:nvGrpSpPr>
            <p:cNvPr id="21" name="Group 20">
              <a:extLst>
                <a:ext uri="{FF2B5EF4-FFF2-40B4-BE49-F238E27FC236}">
                  <a16:creationId xmlns:a16="http://schemas.microsoft.com/office/drawing/2014/main" id="{EE98CE12-D0E6-4BD7-8344-07532D097DF3}"/>
                </a:ext>
              </a:extLst>
            </p:cNvPr>
            <p:cNvGrpSpPr/>
            <p:nvPr userDrawn="1"/>
          </p:nvGrpSpPr>
          <p:grpSpPr>
            <a:xfrm>
              <a:off x="-4946" y="6548165"/>
              <a:ext cx="9753597" cy="335375"/>
              <a:chOff x="4896852" y="697832"/>
              <a:chExt cx="2069429" cy="168442"/>
            </a:xfrm>
          </p:grpSpPr>
          <p:sp>
            <p:nvSpPr>
              <p:cNvPr id="23" name="Rectangle 22">
                <a:extLst>
                  <a:ext uri="{FF2B5EF4-FFF2-40B4-BE49-F238E27FC236}">
                    <a16:creationId xmlns:a16="http://schemas.microsoft.com/office/drawing/2014/main" id="{8ADAB66C-2054-4458-9860-032F2B2FF2FF}"/>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0E9E81F5-AA90-401B-8A5D-6C3563CBE403}"/>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7ABD1CEF-97AC-4230-B6EE-13190CA5578D}"/>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Rectangle 25">
                <a:extLst>
                  <a:ext uri="{FF2B5EF4-FFF2-40B4-BE49-F238E27FC236}">
                    <a16:creationId xmlns:a16="http://schemas.microsoft.com/office/drawing/2014/main" id="{CBE7DBDA-05A7-4D47-9ECF-88945CDB752E}"/>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2" name="Picture 21">
              <a:extLst>
                <a:ext uri="{FF2B5EF4-FFF2-40B4-BE49-F238E27FC236}">
                  <a16:creationId xmlns:a16="http://schemas.microsoft.com/office/drawing/2014/main" id="{3C2A309B-4327-43D6-A49A-48934B028D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3501640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CB7E376F-0253-46E6-902C-2CA1892242CD}"/>
              </a:ext>
            </a:extLst>
          </p:cNvPr>
          <p:cNvSpPr>
            <a:spLocks noGrp="1"/>
          </p:cNvSpPr>
          <p:nvPr>
            <p:ph type="pic" sz="quarter" idx="11" hasCustomPrompt="1"/>
          </p:nvPr>
        </p:nvSpPr>
        <p:spPr>
          <a:xfrm>
            <a:off x="0" y="3"/>
            <a:ext cx="12192002" cy="376034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a:t>Your Picture Here And Send To Back</a:t>
            </a:r>
            <a:endParaRPr lang="ko-KR" altLang="en-US"/>
          </a:p>
        </p:txBody>
      </p:sp>
      <p:sp>
        <p:nvSpPr>
          <p:cNvPr id="4" name="Content Placeholder 3">
            <a:extLst>
              <a:ext uri="{FF2B5EF4-FFF2-40B4-BE49-F238E27FC236}">
                <a16:creationId xmlns:a16="http://schemas.microsoft.com/office/drawing/2014/main" id="{343F3CD6-3EA9-436F-A8B8-3FF1260D472B}"/>
              </a:ext>
            </a:extLst>
          </p:cNvPr>
          <p:cNvSpPr>
            <a:spLocks noGrp="1"/>
          </p:cNvSpPr>
          <p:nvPr>
            <p:ph sz="quarter" idx="12"/>
          </p:nvPr>
        </p:nvSpPr>
        <p:spPr>
          <a:xfrm>
            <a:off x="323528" y="3944983"/>
            <a:ext cx="11573196" cy="2599508"/>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8" name="Group 17">
            <a:extLst>
              <a:ext uri="{FF2B5EF4-FFF2-40B4-BE49-F238E27FC236}">
                <a16:creationId xmlns:a16="http://schemas.microsoft.com/office/drawing/2014/main" id="{49342638-DA9C-4FE5-8EE2-959C499F9BB2}"/>
              </a:ext>
            </a:extLst>
          </p:cNvPr>
          <p:cNvGrpSpPr/>
          <p:nvPr userDrawn="1"/>
        </p:nvGrpSpPr>
        <p:grpSpPr>
          <a:xfrm>
            <a:off x="-4946" y="6547470"/>
            <a:ext cx="12027129" cy="383311"/>
            <a:chOff x="-4946" y="6547470"/>
            <a:chExt cx="12027129" cy="383311"/>
          </a:xfrm>
        </p:grpSpPr>
        <p:grpSp>
          <p:nvGrpSpPr>
            <p:cNvPr id="19" name="Group 18">
              <a:extLst>
                <a:ext uri="{FF2B5EF4-FFF2-40B4-BE49-F238E27FC236}">
                  <a16:creationId xmlns:a16="http://schemas.microsoft.com/office/drawing/2014/main" id="{EB33D79F-66C9-430B-9428-D907B1387FEA}"/>
                </a:ext>
              </a:extLst>
            </p:cNvPr>
            <p:cNvGrpSpPr/>
            <p:nvPr userDrawn="1"/>
          </p:nvGrpSpPr>
          <p:grpSpPr>
            <a:xfrm>
              <a:off x="-4946" y="6548165"/>
              <a:ext cx="9753597" cy="335375"/>
              <a:chOff x="4896852" y="697832"/>
              <a:chExt cx="2069429" cy="168442"/>
            </a:xfrm>
          </p:grpSpPr>
          <p:sp>
            <p:nvSpPr>
              <p:cNvPr id="21" name="Rectangle 20">
                <a:extLst>
                  <a:ext uri="{FF2B5EF4-FFF2-40B4-BE49-F238E27FC236}">
                    <a16:creationId xmlns:a16="http://schemas.microsoft.com/office/drawing/2014/main" id="{499BAC8A-9515-4733-9526-12391C9CD869}"/>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C7F4620E-CEC9-4F30-BB0F-85C527B6C17F}"/>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B2793B46-7C20-45DB-901D-4976DA193AD6}"/>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09AC452D-F236-478C-BED7-63D0B008A959}"/>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Picture 19">
              <a:extLst>
                <a:ext uri="{FF2B5EF4-FFF2-40B4-BE49-F238E27FC236}">
                  <a16:creationId xmlns:a16="http://schemas.microsoft.com/office/drawing/2014/main" id="{6810EC78-D386-4F39-9951-04E3CBAC69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3319139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Image slide layout">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8B8CAF3-9328-4AEF-8C03-A4E21A15B3DF}"/>
              </a:ext>
            </a:extLst>
          </p:cNvPr>
          <p:cNvSpPr>
            <a:spLocks noGrp="1"/>
          </p:cNvSpPr>
          <p:nvPr>
            <p:ph type="pic" sz="quarter" idx="14" hasCustomPrompt="1"/>
          </p:nvPr>
        </p:nvSpPr>
        <p:spPr>
          <a:xfrm>
            <a:off x="815007" y="564046"/>
            <a:ext cx="6624018" cy="5729909"/>
          </a:xfrm>
          <a:custGeom>
            <a:avLst/>
            <a:gdLst>
              <a:gd name="connsiteX0" fmla="*/ 1832943 w 6624018"/>
              <a:gd name="connsiteY0" fmla="*/ 4748834 h 5729909"/>
              <a:gd name="connsiteX1" fmla="*/ 6624018 w 6624018"/>
              <a:gd name="connsiteY1" fmla="*/ 4748834 h 5729909"/>
              <a:gd name="connsiteX2" fmla="*/ 6624018 w 6624018"/>
              <a:gd name="connsiteY2" fmla="*/ 5729909 h 5729909"/>
              <a:gd name="connsiteX3" fmla="*/ 1832943 w 6624018"/>
              <a:gd name="connsiteY3" fmla="*/ 5729909 h 5729909"/>
              <a:gd name="connsiteX4" fmla="*/ 1841224 w 6624018"/>
              <a:gd name="connsiteY4" fmla="*/ 2822714 h 5729909"/>
              <a:gd name="connsiteX5" fmla="*/ 3091438 w 6624018"/>
              <a:gd name="connsiteY5" fmla="*/ 2822714 h 5729909"/>
              <a:gd name="connsiteX6" fmla="*/ 3091438 w 6624018"/>
              <a:gd name="connsiteY6" fmla="*/ 4611758 h 5729909"/>
              <a:gd name="connsiteX7" fmla="*/ 1841224 w 6624018"/>
              <a:gd name="connsiteY7" fmla="*/ 4611758 h 5729909"/>
              <a:gd name="connsiteX8" fmla="*/ 0 w 6624018"/>
              <a:gd name="connsiteY8" fmla="*/ 2822714 h 5729909"/>
              <a:gd name="connsiteX9" fmla="*/ 1690847 w 6624018"/>
              <a:gd name="connsiteY9" fmla="*/ 2822714 h 5729909"/>
              <a:gd name="connsiteX10" fmla="*/ 1690847 w 6624018"/>
              <a:gd name="connsiteY10" fmla="*/ 4949686 h 5729909"/>
              <a:gd name="connsiteX11" fmla="*/ 0 w 6624018"/>
              <a:gd name="connsiteY11" fmla="*/ 4949686 h 5729909"/>
              <a:gd name="connsiteX12" fmla="*/ 3241814 w 6624018"/>
              <a:gd name="connsiteY12" fmla="*/ 1928192 h 5729909"/>
              <a:gd name="connsiteX13" fmla="*/ 6042992 w 6624018"/>
              <a:gd name="connsiteY13" fmla="*/ 1928192 h 5729909"/>
              <a:gd name="connsiteX14" fmla="*/ 6042992 w 6624018"/>
              <a:gd name="connsiteY14" fmla="*/ 4611758 h 5729909"/>
              <a:gd name="connsiteX15" fmla="*/ 3241814 w 6624018"/>
              <a:gd name="connsiteY15" fmla="*/ 4611758 h 5729909"/>
              <a:gd name="connsiteX16" fmla="*/ 290259 w 6624018"/>
              <a:gd name="connsiteY16" fmla="*/ 894522 h 5729909"/>
              <a:gd name="connsiteX17" fmla="*/ 3091436 w 6624018"/>
              <a:gd name="connsiteY17" fmla="*/ 894522 h 5729909"/>
              <a:gd name="connsiteX18" fmla="*/ 3091436 w 6624018"/>
              <a:gd name="connsiteY18" fmla="*/ 2683566 h 5729909"/>
              <a:gd name="connsiteX19" fmla="*/ 290259 w 6624018"/>
              <a:gd name="connsiteY19" fmla="*/ 2683566 h 5729909"/>
              <a:gd name="connsiteX20" fmla="*/ 3241813 w 6624018"/>
              <a:gd name="connsiteY20" fmla="*/ 0 h 5729909"/>
              <a:gd name="connsiteX21" fmla="*/ 4979872 w 6624018"/>
              <a:gd name="connsiteY21" fmla="*/ 0 h 5729909"/>
              <a:gd name="connsiteX22" fmla="*/ 4979872 w 6624018"/>
              <a:gd name="connsiteY22" fmla="*/ 1789044 h 5729909"/>
              <a:gd name="connsiteX23" fmla="*/ 3241813 w 6624018"/>
              <a:gd name="connsiteY23" fmla="*/ 1789044 h 572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24018" h="5729909">
                <a:moveTo>
                  <a:pt x="1832943" y="4748834"/>
                </a:moveTo>
                <a:lnTo>
                  <a:pt x="6624018" y="4748834"/>
                </a:lnTo>
                <a:lnTo>
                  <a:pt x="6624018" y="5729909"/>
                </a:lnTo>
                <a:lnTo>
                  <a:pt x="1832943" y="5729909"/>
                </a:lnTo>
                <a:close/>
                <a:moveTo>
                  <a:pt x="1841224" y="2822714"/>
                </a:moveTo>
                <a:lnTo>
                  <a:pt x="3091438" y="2822714"/>
                </a:lnTo>
                <a:lnTo>
                  <a:pt x="3091438" y="4611758"/>
                </a:lnTo>
                <a:lnTo>
                  <a:pt x="1841224" y="4611758"/>
                </a:lnTo>
                <a:close/>
                <a:moveTo>
                  <a:pt x="0" y="2822714"/>
                </a:moveTo>
                <a:lnTo>
                  <a:pt x="1690847" y="2822714"/>
                </a:lnTo>
                <a:lnTo>
                  <a:pt x="1690847" y="4949686"/>
                </a:lnTo>
                <a:lnTo>
                  <a:pt x="0" y="4949686"/>
                </a:lnTo>
                <a:close/>
                <a:moveTo>
                  <a:pt x="3241814" y="1928192"/>
                </a:moveTo>
                <a:lnTo>
                  <a:pt x="6042992" y="1928192"/>
                </a:lnTo>
                <a:lnTo>
                  <a:pt x="6042992" y="4611758"/>
                </a:lnTo>
                <a:lnTo>
                  <a:pt x="3241814" y="4611758"/>
                </a:lnTo>
                <a:close/>
                <a:moveTo>
                  <a:pt x="290259" y="894522"/>
                </a:moveTo>
                <a:lnTo>
                  <a:pt x="3091436" y="894522"/>
                </a:lnTo>
                <a:lnTo>
                  <a:pt x="3091436" y="2683566"/>
                </a:lnTo>
                <a:lnTo>
                  <a:pt x="290259" y="2683566"/>
                </a:lnTo>
                <a:close/>
                <a:moveTo>
                  <a:pt x="3241813" y="0"/>
                </a:moveTo>
                <a:lnTo>
                  <a:pt x="4979872" y="0"/>
                </a:lnTo>
                <a:lnTo>
                  <a:pt x="4979872" y="1789044"/>
                </a:lnTo>
                <a:lnTo>
                  <a:pt x="3241813" y="1789044"/>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ko-KR" altLang="en-US" sz="1800">
                <a:solidFill>
                  <a:schemeClr val="tx1">
                    <a:lumMod val="75000"/>
                    <a:lumOff val="25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ko-KR"/>
              <a:t>Place Your Picture Here Send To Back</a:t>
            </a:r>
            <a:endParaRPr lang="ko-KR" altLang="en-US"/>
          </a:p>
        </p:txBody>
      </p:sp>
      <p:sp>
        <p:nvSpPr>
          <p:cNvPr id="3" name="Content Placeholder 3">
            <a:extLst>
              <a:ext uri="{FF2B5EF4-FFF2-40B4-BE49-F238E27FC236}">
                <a16:creationId xmlns:a16="http://schemas.microsoft.com/office/drawing/2014/main" id="{FA61DCB8-10A9-4E48-9F90-5DB34A7B01AB}"/>
              </a:ext>
            </a:extLst>
          </p:cNvPr>
          <p:cNvSpPr>
            <a:spLocks noGrp="1"/>
          </p:cNvSpPr>
          <p:nvPr>
            <p:ph sz="quarter" idx="11"/>
          </p:nvPr>
        </p:nvSpPr>
        <p:spPr>
          <a:xfrm>
            <a:off x="7628708" y="489555"/>
            <a:ext cx="4268015" cy="5729908"/>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7" name="Group 16">
            <a:extLst>
              <a:ext uri="{FF2B5EF4-FFF2-40B4-BE49-F238E27FC236}">
                <a16:creationId xmlns:a16="http://schemas.microsoft.com/office/drawing/2014/main" id="{77ACD04E-50C8-4DE7-896A-04D3344878A3}"/>
              </a:ext>
            </a:extLst>
          </p:cNvPr>
          <p:cNvGrpSpPr/>
          <p:nvPr userDrawn="1"/>
        </p:nvGrpSpPr>
        <p:grpSpPr>
          <a:xfrm>
            <a:off x="-4946" y="6547470"/>
            <a:ext cx="12027129" cy="383311"/>
            <a:chOff x="-4946" y="6547470"/>
            <a:chExt cx="12027129" cy="383311"/>
          </a:xfrm>
        </p:grpSpPr>
        <p:grpSp>
          <p:nvGrpSpPr>
            <p:cNvPr id="18" name="Group 17">
              <a:extLst>
                <a:ext uri="{FF2B5EF4-FFF2-40B4-BE49-F238E27FC236}">
                  <a16:creationId xmlns:a16="http://schemas.microsoft.com/office/drawing/2014/main" id="{FE2BF81B-08E8-445E-A108-F44C148D8CE0}"/>
                </a:ext>
              </a:extLst>
            </p:cNvPr>
            <p:cNvGrpSpPr/>
            <p:nvPr userDrawn="1"/>
          </p:nvGrpSpPr>
          <p:grpSpPr>
            <a:xfrm>
              <a:off x="-4946" y="6548165"/>
              <a:ext cx="9753597" cy="335375"/>
              <a:chOff x="4896852" y="697832"/>
              <a:chExt cx="2069429" cy="168442"/>
            </a:xfrm>
          </p:grpSpPr>
          <p:sp>
            <p:nvSpPr>
              <p:cNvPr id="21" name="Rectangle 20">
                <a:extLst>
                  <a:ext uri="{FF2B5EF4-FFF2-40B4-BE49-F238E27FC236}">
                    <a16:creationId xmlns:a16="http://schemas.microsoft.com/office/drawing/2014/main" id="{AD1C7686-36D7-498F-AE8E-E92F316ABBDC}"/>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D6C32765-E214-41DD-A61F-54B8FF9CD09C}"/>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E7529B67-FFC0-4CCD-8E74-6FCAD78868AD}"/>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36F02580-B9E0-4746-B65C-2261AFE9FFD7}"/>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9" name="Picture 18">
              <a:extLst>
                <a:ext uri="{FF2B5EF4-FFF2-40B4-BE49-F238E27FC236}">
                  <a16:creationId xmlns:a16="http://schemas.microsoft.com/office/drawing/2014/main" id="{C873AC68-7627-4FE3-A453-473567078E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42300452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655" r:id="rId1"/>
    <p:sldLayoutId id="2147483755" r:id="rId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756" r:id="rId1"/>
    <p:sldLayoutId id="2147483738" r:id="rId2"/>
    <p:sldLayoutId id="2147483759" r:id="rId3"/>
    <p:sldLayoutId id="2147483757" r:id="rId4"/>
    <p:sldLayoutId id="2147483742" r:id="rId5"/>
    <p:sldLayoutId id="2147483758" r:id="rId6"/>
    <p:sldLayoutId id="2147483747" r:id="rId7"/>
    <p:sldLayoutId id="2147483752" r:id="rId8"/>
    <p:sldLayoutId id="2147483754" r:id="rId9"/>
    <p:sldLayoutId id="2147483753" r:id="rId10"/>
    <p:sldLayoutId id="2147483743" r:id="rId11"/>
    <p:sldLayoutId id="2147483750" r:id="rId1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hyperlink" Target="http://www.test.com" TargetMode="Externa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AC26B3-6A37-492A-9314-112ABA0FB4EC}"/>
              </a:ext>
            </a:extLst>
          </p:cNvPr>
          <p:cNvSpPr>
            <a:spLocks noGrp="1"/>
          </p:cNvSpPr>
          <p:nvPr>
            <p:ph type="body" sz="quarter" idx="10"/>
          </p:nvPr>
        </p:nvSpPr>
        <p:spPr>
          <a:xfrm>
            <a:off x="294323" y="1820850"/>
            <a:ext cx="6587841" cy="1402624"/>
          </a:xfrm>
        </p:spPr>
        <p:txBody>
          <a:bodyPr lIns="91440" tIns="45720" rIns="91440" bIns="45720" anchor="t"/>
          <a:lstStyle/>
          <a:p>
            <a:r>
              <a:rPr lang="en-US" sz="4000">
                <a:solidFill>
                  <a:schemeClr val="accent2"/>
                </a:solidFill>
                <a:latin typeface="Calibri"/>
                <a:cs typeface="Calibri"/>
              </a:rPr>
              <a:t>Salesforce Advanced​ Programming - 2 ​</a:t>
            </a:r>
          </a:p>
          <a:p>
            <a:r>
              <a:rPr lang="en-US" sz="2000">
                <a:solidFill>
                  <a:schemeClr val="accent2"/>
                </a:solidFill>
                <a:latin typeface="Calibri"/>
                <a:cs typeface="Calibri"/>
              </a:rPr>
              <a:t>(INTEGRATION USING WEB SERVICES)​</a:t>
            </a:r>
            <a:endParaRPr lang="en-IN" sz="2000">
              <a:solidFill>
                <a:schemeClr val="accent2"/>
              </a:solidFill>
            </a:endParaRPr>
          </a:p>
        </p:txBody>
      </p:sp>
    </p:spTree>
    <p:extLst>
      <p:ext uri="{BB962C8B-B14F-4D97-AF65-F5344CB8AC3E}">
        <p14:creationId xmlns:p14="http://schemas.microsoft.com/office/powerpoint/2010/main" val="1313180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3B52A72-0C7A-6DF7-A1F8-D4DF62EB5C86}"/>
              </a:ext>
            </a:extLst>
          </p:cNvPr>
          <p:cNvSpPr>
            <a:spLocks noGrp="1"/>
          </p:cNvSpPr>
          <p:nvPr>
            <p:ph type="body" sz="quarter" idx="12"/>
          </p:nvPr>
        </p:nvSpPr>
        <p:spPr/>
        <p:txBody>
          <a:bodyPr lIns="91440" tIns="45720" rIns="91440" bIns="45720" anchor="t"/>
          <a:lstStyle/>
          <a:p>
            <a:r>
              <a:rPr lang="en-US">
                <a:latin typeface="Calibri"/>
                <a:cs typeface="Calibri"/>
              </a:rPr>
              <a:t>Agenda</a:t>
            </a:r>
            <a:endParaRPr lang="en-US"/>
          </a:p>
        </p:txBody>
      </p:sp>
      <p:sp>
        <p:nvSpPr>
          <p:cNvPr id="4" name="Content Placeholder 3">
            <a:extLst>
              <a:ext uri="{FF2B5EF4-FFF2-40B4-BE49-F238E27FC236}">
                <a16:creationId xmlns:a16="http://schemas.microsoft.com/office/drawing/2014/main" id="{D6610DC5-47C3-7001-4345-5650983A0D83}"/>
              </a:ext>
            </a:extLst>
          </p:cNvPr>
          <p:cNvSpPr>
            <a:spLocks noGrp="1"/>
          </p:cNvSpPr>
          <p:nvPr>
            <p:ph sz="quarter" idx="11"/>
          </p:nvPr>
        </p:nvSpPr>
        <p:spPr/>
        <p:txBody>
          <a:bodyPr lIns="91440" tIns="45720" rIns="91440" bIns="45720" anchor="t"/>
          <a:lstStyle/>
          <a:p>
            <a:pPr marL="228600" indent="-228600"/>
            <a:r>
              <a:rPr lang="en-US">
                <a:latin typeface="Calibri"/>
                <a:cs typeface="Calibri"/>
              </a:rPr>
              <a:t>Web Services Overview​</a:t>
            </a:r>
          </a:p>
          <a:p>
            <a:pPr marL="228600" indent="-228600"/>
            <a:r>
              <a:rPr lang="en-US">
                <a:latin typeface="Calibri"/>
                <a:cs typeface="Calibri"/>
              </a:rPr>
              <a:t>Apex SOAP Web services​</a:t>
            </a:r>
          </a:p>
          <a:p>
            <a:pPr marL="228600" indent="-228600"/>
            <a:r>
              <a:rPr lang="en-US">
                <a:latin typeface="Calibri"/>
                <a:cs typeface="Calibri"/>
              </a:rPr>
              <a:t>Apex REST Web services​</a:t>
            </a:r>
          </a:p>
          <a:p>
            <a:pPr marL="228600" indent="-228600"/>
            <a:r>
              <a:rPr lang="en-US">
                <a:latin typeface="Calibri"/>
                <a:cs typeface="Calibri"/>
              </a:rPr>
              <a:t>Callouts using Apex (SOAP and REST)</a:t>
            </a:r>
            <a:endParaRPr lang="en-IN"/>
          </a:p>
        </p:txBody>
      </p:sp>
    </p:spTree>
    <p:extLst>
      <p:ext uri="{BB962C8B-B14F-4D97-AF65-F5344CB8AC3E}">
        <p14:creationId xmlns:p14="http://schemas.microsoft.com/office/powerpoint/2010/main" val="1558913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15DE2B-424F-B326-B259-9DF5070AD7AE}"/>
              </a:ext>
            </a:extLst>
          </p:cNvPr>
          <p:cNvSpPr>
            <a:spLocks noGrp="1"/>
          </p:cNvSpPr>
          <p:nvPr>
            <p:ph sz="quarter" idx="11"/>
          </p:nvPr>
        </p:nvSpPr>
        <p:spPr>
          <a:xfrm>
            <a:off x="761653" y="1063095"/>
            <a:ext cx="11522754" cy="4835525"/>
          </a:xfrm>
        </p:spPr>
        <p:txBody>
          <a:bodyPr lIns="91440" tIns="45720" rIns="91440" bIns="45720" anchor="t"/>
          <a:lstStyle/>
          <a:p>
            <a:pPr marL="0" indent="0">
              <a:buNone/>
            </a:pPr>
            <a:endParaRPr lang="en" sz="3000" b="1">
              <a:solidFill>
                <a:srgbClr val="19BBD5"/>
              </a:solidFill>
              <a:latin typeface="Trebuchet MS"/>
              <a:cs typeface="Calibri"/>
            </a:endParaRPr>
          </a:p>
          <a:p>
            <a:pPr marL="0" indent="0">
              <a:buNone/>
            </a:pPr>
            <a:endParaRPr lang="en" sz="3000" b="1">
              <a:solidFill>
                <a:srgbClr val="19BBD5"/>
              </a:solidFill>
              <a:latin typeface="Trebuchet MS"/>
              <a:cs typeface="Calibri"/>
            </a:endParaRPr>
          </a:p>
          <a:p>
            <a:pPr marL="0" indent="0">
              <a:buNone/>
            </a:pPr>
            <a:r>
              <a:rPr lang="en" sz="3000" b="1">
                <a:solidFill>
                  <a:srgbClr val="19BBD5"/>
                </a:solidFill>
                <a:latin typeface="Trebuchet MS"/>
                <a:cs typeface="Calibri"/>
              </a:rPr>
              <a:t>      </a:t>
            </a:r>
            <a:r>
              <a:rPr lang="en" sz="4000" b="1">
                <a:solidFill>
                  <a:srgbClr val="19BBD5"/>
                </a:solidFill>
                <a:latin typeface="Trebuchet MS"/>
                <a:cs typeface="Calibri"/>
              </a:rPr>
              <a:t>      1. Web Services Overview</a:t>
            </a:r>
            <a:endParaRPr lang="en-US" sz="4000">
              <a:cs typeface="Calibri"/>
            </a:endParaRPr>
          </a:p>
        </p:txBody>
      </p:sp>
    </p:spTree>
    <p:extLst>
      <p:ext uri="{BB962C8B-B14F-4D97-AF65-F5344CB8AC3E}">
        <p14:creationId xmlns:p14="http://schemas.microsoft.com/office/powerpoint/2010/main" val="2372862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60AC7957-41CB-863A-D043-9BEE9EF49724}"/>
              </a:ext>
            </a:extLst>
          </p:cNvPr>
          <p:cNvSpPr txBox="1">
            <a:spLocks/>
          </p:cNvSpPr>
          <p:nvPr/>
        </p:nvSpPr>
        <p:spPr>
          <a:xfrm>
            <a:off x="373969" y="470021"/>
            <a:ext cx="11444061" cy="627198"/>
          </a:xfrm>
          <a:prstGeom prst="rect">
            <a:avLst/>
          </a:prstGeom>
        </p:spPr>
        <p:txBody>
          <a:bodyPr/>
          <a:lstStyle>
            <a:lvl1pPr marL="0" indent="0" algn="ctr" defTabSz="914423" rtl="0" eaLnBrk="1" latinLnBrk="0" hangingPunct="1">
              <a:lnSpc>
                <a:spcPct val="90000"/>
              </a:lnSpc>
              <a:spcBef>
                <a:spcPts val="1000"/>
              </a:spcBef>
              <a:buFont typeface="Arial" panose="020B0604020202020204" pitchFamily="34" charset="0"/>
              <a:buNone/>
              <a:defRPr sz="4000" kern="1200">
                <a:solidFill>
                  <a:schemeClr val="accent2"/>
                </a:solidFill>
                <a:latin typeface="Calibri" panose="020F0502020204030204" pitchFamily="34" charset="0"/>
                <a:ea typeface="+mn-ea"/>
                <a:cs typeface="Calibri" panose="020F0502020204030204" pitchFamily="34" charset="0"/>
              </a:defRPr>
            </a:lvl1pPr>
            <a:lvl2pPr marL="457213" indent="0" algn="l" defTabSz="914423"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Web Services Overview​</a:t>
            </a:r>
          </a:p>
        </p:txBody>
      </p:sp>
      <p:grpSp>
        <p:nvGrpSpPr>
          <p:cNvPr id="17" name="Group 16">
            <a:extLst>
              <a:ext uri="{FF2B5EF4-FFF2-40B4-BE49-F238E27FC236}">
                <a16:creationId xmlns:a16="http://schemas.microsoft.com/office/drawing/2014/main" id="{DB13D1CE-BB3B-6756-FA1F-93773D100D69}"/>
              </a:ext>
            </a:extLst>
          </p:cNvPr>
          <p:cNvGrpSpPr/>
          <p:nvPr/>
        </p:nvGrpSpPr>
        <p:grpSpPr>
          <a:xfrm>
            <a:off x="1779182" y="1286615"/>
            <a:ext cx="8633636" cy="4880219"/>
            <a:chOff x="2597829" y="1454595"/>
            <a:chExt cx="6996343" cy="3948809"/>
          </a:xfrm>
        </p:grpSpPr>
        <p:grpSp>
          <p:nvGrpSpPr>
            <p:cNvPr id="5" name="Google Shape;411;p27">
              <a:extLst>
                <a:ext uri="{FF2B5EF4-FFF2-40B4-BE49-F238E27FC236}">
                  <a16:creationId xmlns:a16="http://schemas.microsoft.com/office/drawing/2014/main" id="{2B1F7F1C-E1AD-6FD1-E42D-FD33D2037278}"/>
                </a:ext>
              </a:extLst>
            </p:cNvPr>
            <p:cNvGrpSpPr/>
            <p:nvPr/>
          </p:nvGrpSpPr>
          <p:grpSpPr>
            <a:xfrm>
              <a:off x="2597829" y="1454595"/>
              <a:ext cx="3762780" cy="3948809"/>
              <a:chOff x="1083965" y="283725"/>
              <a:chExt cx="2271251" cy="4076400"/>
            </a:xfrm>
          </p:grpSpPr>
          <p:sp>
            <p:nvSpPr>
              <p:cNvPr id="12" name="Google Shape;412;p27">
                <a:extLst>
                  <a:ext uri="{FF2B5EF4-FFF2-40B4-BE49-F238E27FC236}">
                    <a16:creationId xmlns:a16="http://schemas.microsoft.com/office/drawing/2014/main" id="{D8C2A28F-9E89-B90F-FED5-EF5D157F7C8C}"/>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 name="Google Shape;413;p27">
                <a:extLst>
                  <a:ext uri="{FF2B5EF4-FFF2-40B4-BE49-F238E27FC236}">
                    <a16:creationId xmlns:a16="http://schemas.microsoft.com/office/drawing/2014/main" id="{DEEBB9AC-386D-1951-3A41-D3C514872116}"/>
                  </a:ext>
                </a:extLst>
              </p:cNvPr>
              <p:cNvSpPr/>
              <p:nvPr/>
            </p:nvSpPr>
            <p:spPr>
              <a:xfrm>
                <a:off x="1118220" y="341737"/>
                <a:ext cx="20481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 name="Google Shape;414;p27">
                <a:extLst>
                  <a:ext uri="{FF2B5EF4-FFF2-40B4-BE49-F238E27FC236}">
                    <a16:creationId xmlns:a16="http://schemas.microsoft.com/office/drawing/2014/main" id="{37D62645-A166-ED80-BF8A-94DC8557E906}"/>
                  </a:ext>
                </a:extLst>
              </p:cNvPr>
              <p:cNvSpPr/>
              <p:nvPr/>
            </p:nvSpPr>
            <p:spPr>
              <a:xfrm>
                <a:off x="1233916" y="1225064"/>
                <a:ext cx="2121300" cy="608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b="1">
                    <a:solidFill>
                      <a:schemeClr val="accent4">
                        <a:lumMod val="75000"/>
                      </a:schemeClr>
                    </a:solidFill>
                    <a:latin typeface="Trebuchet MS"/>
                    <a:ea typeface="Trebuchet MS"/>
                    <a:cs typeface="Trebuchet MS"/>
                    <a:sym typeface="Trebuchet MS"/>
                  </a:rPr>
                  <a:t>The Simple Object Access Protocol</a:t>
                </a:r>
                <a:endParaRPr b="1">
                  <a:solidFill>
                    <a:schemeClr val="accent4">
                      <a:lumMod val="75000"/>
                    </a:schemeClr>
                  </a:solidFill>
                  <a:latin typeface="Trebuchet MS"/>
                  <a:ea typeface="Trebuchet MS"/>
                  <a:cs typeface="Trebuchet MS"/>
                  <a:sym typeface="Trebuchet MS"/>
                </a:endParaRPr>
              </a:p>
            </p:txBody>
          </p:sp>
          <p:sp>
            <p:nvSpPr>
              <p:cNvPr id="15" name="Google Shape;415;p27">
                <a:extLst>
                  <a:ext uri="{FF2B5EF4-FFF2-40B4-BE49-F238E27FC236}">
                    <a16:creationId xmlns:a16="http://schemas.microsoft.com/office/drawing/2014/main" id="{89834697-BAEE-4A3F-6405-926808AA4B92}"/>
                  </a:ext>
                </a:extLst>
              </p:cNvPr>
              <p:cNvSpPr/>
              <p:nvPr/>
            </p:nvSpPr>
            <p:spPr>
              <a:xfrm>
                <a:off x="1083965" y="1626608"/>
                <a:ext cx="2030400" cy="172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304800" algn="l" rtl="0">
                  <a:lnSpc>
                    <a:spcPct val="142857"/>
                  </a:lnSpc>
                  <a:spcBef>
                    <a:spcPts val="400"/>
                  </a:spcBef>
                  <a:spcAft>
                    <a:spcPts val="0"/>
                  </a:spcAft>
                  <a:buClr>
                    <a:schemeClr val="accent4">
                      <a:lumMod val="75000"/>
                    </a:schemeClr>
                  </a:buClr>
                  <a:buSzPts val="1200"/>
                  <a:buFont typeface="Trebuchet MS"/>
                  <a:buChar char="●"/>
                </a:pPr>
                <a:r>
                  <a:rPr lang="en" sz="1200">
                    <a:solidFill>
                      <a:schemeClr val="accent4">
                        <a:lumMod val="75000"/>
                      </a:schemeClr>
                    </a:solidFill>
                    <a:highlight>
                      <a:srgbClr val="FFFFFF"/>
                    </a:highlight>
                    <a:latin typeface="Trebuchet MS"/>
                    <a:ea typeface="Trebuchet MS"/>
                    <a:cs typeface="Trebuchet MS"/>
                    <a:sym typeface="Trebuchet MS"/>
                  </a:rPr>
                  <a:t>Supports data in the form of XML only</a:t>
                </a:r>
                <a:endParaRPr sz="1200">
                  <a:solidFill>
                    <a:schemeClr val="accent4">
                      <a:lumMod val="75000"/>
                    </a:schemeClr>
                  </a:solidFill>
                  <a:highlight>
                    <a:srgbClr val="FFFFFF"/>
                  </a:highlight>
                  <a:latin typeface="Trebuchet MS"/>
                  <a:ea typeface="Trebuchet MS"/>
                  <a:cs typeface="Trebuchet MS"/>
                  <a:sym typeface="Trebuchet MS"/>
                </a:endParaRPr>
              </a:p>
              <a:p>
                <a:pPr marL="457200" lvl="0" indent="-304800" algn="l" rtl="0">
                  <a:lnSpc>
                    <a:spcPct val="142857"/>
                  </a:lnSpc>
                  <a:spcBef>
                    <a:spcPts val="0"/>
                  </a:spcBef>
                  <a:spcAft>
                    <a:spcPts val="0"/>
                  </a:spcAft>
                  <a:buClr>
                    <a:schemeClr val="accent4">
                      <a:lumMod val="75000"/>
                    </a:schemeClr>
                  </a:buClr>
                  <a:buSzPts val="1200"/>
                  <a:buFont typeface="Trebuchet MS"/>
                  <a:buChar char="●"/>
                </a:pPr>
                <a:r>
                  <a:rPr lang="en" sz="1200">
                    <a:solidFill>
                      <a:schemeClr val="accent4">
                        <a:lumMod val="75000"/>
                      </a:schemeClr>
                    </a:solidFill>
                    <a:highlight>
                      <a:srgbClr val="FFFFFF"/>
                    </a:highlight>
                    <a:latin typeface="Trebuchet MS"/>
                    <a:ea typeface="Trebuchet MS"/>
                    <a:cs typeface="Trebuchet MS"/>
                    <a:sym typeface="Trebuchet MS"/>
                  </a:rPr>
                  <a:t>Requires WSDL for the integration</a:t>
                </a:r>
                <a:endParaRPr sz="1200">
                  <a:solidFill>
                    <a:schemeClr val="accent4">
                      <a:lumMod val="75000"/>
                    </a:schemeClr>
                  </a:solidFill>
                  <a:highlight>
                    <a:srgbClr val="FFFFFF"/>
                  </a:highlight>
                  <a:latin typeface="Trebuchet MS"/>
                  <a:ea typeface="Trebuchet MS"/>
                  <a:cs typeface="Trebuchet MS"/>
                  <a:sym typeface="Trebuchet MS"/>
                </a:endParaRPr>
              </a:p>
              <a:p>
                <a:pPr marL="457200" lvl="0" indent="-304800" algn="l" rtl="0">
                  <a:lnSpc>
                    <a:spcPct val="142857"/>
                  </a:lnSpc>
                  <a:spcBef>
                    <a:spcPts val="0"/>
                  </a:spcBef>
                  <a:spcAft>
                    <a:spcPts val="0"/>
                  </a:spcAft>
                  <a:buClr>
                    <a:schemeClr val="accent4">
                      <a:lumMod val="75000"/>
                    </a:schemeClr>
                  </a:buClr>
                  <a:buSzPts val="1200"/>
                  <a:buFont typeface="Trebuchet MS"/>
                  <a:buChar char="●"/>
                </a:pPr>
                <a:r>
                  <a:rPr lang="en" sz="1200">
                    <a:solidFill>
                      <a:schemeClr val="accent4">
                        <a:lumMod val="75000"/>
                      </a:schemeClr>
                    </a:solidFill>
                    <a:highlight>
                      <a:srgbClr val="FFFFFF"/>
                    </a:highlight>
                    <a:latin typeface="Trebuchet MS"/>
                    <a:ea typeface="Trebuchet MS"/>
                    <a:cs typeface="Trebuchet MS"/>
                    <a:sym typeface="Trebuchet MS"/>
                  </a:rPr>
                  <a:t>Use SOAP API in any language that supports Web services.</a:t>
                </a:r>
                <a:endParaRPr sz="1050">
                  <a:solidFill>
                    <a:schemeClr val="accent4">
                      <a:lumMod val="75000"/>
                    </a:schemeClr>
                  </a:solidFill>
                  <a:highlight>
                    <a:srgbClr val="FFFFFF"/>
                  </a:highlight>
                </a:endParaRPr>
              </a:p>
            </p:txBody>
          </p:sp>
          <p:sp>
            <p:nvSpPr>
              <p:cNvPr id="16" name="Google Shape;416;p27">
                <a:extLst>
                  <a:ext uri="{FF2B5EF4-FFF2-40B4-BE49-F238E27FC236}">
                    <a16:creationId xmlns:a16="http://schemas.microsoft.com/office/drawing/2014/main" id="{133900CC-757F-A46A-6C6F-40707DDD833E}"/>
                  </a:ext>
                </a:extLst>
              </p:cNvPr>
              <p:cNvSpPr/>
              <p:nvPr/>
            </p:nvSpPr>
            <p:spPr>
              <a:xfrm>
                <a:off x="1233850" y="470600"/>
                <a:ext cx="1815000" cy="67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000" b="1">
                    <a:solidFill>
                      <a:schemeClr val="accent4">
                        <a:lumMod val="75000"/>
                      </a:schemeClr>
                    </a:solidFill>
                    <a:latin typeface="Roboto"/>
                    <a:ea typeface="Roboto"/>
                    <a:cs typeface="Roboto"/>
                    <a:sym typeface="Roboto"/>
                  </a:rPr>
                  <a:t>SOAP</a:t>
                </a:r>
                <a:endParaRPr sz="4000" b="1">
                  <a:solidFill>
                    <a:schemeClr val="accent4">
                      <a:lumMod val="75000"/>
                    </a:schemeClr>
                  </a:solidFill>
                  <a:latin typeface="Roboto"/>
                  <a:ea typeface="Roboto"/>
                  <a:cs typeface="Roboto"/>
                  <a:sym typeface="Roboto"/>
                </a:endParaRPr>
              </a:p>
            </p:txBody>
          </p:sp>
        </p:grpSp>
        <p:grpSp>
          <p:nvGrpSpPr>
            <p:cNvPr id="6" name="Google Shape;417;p27">
              <a:extLst>
                <a:ext uri="{FF2B5EF4-FFF2-40B4-BE49-F238E27FC236}">
                  <a16:creationId xmlns:a16="http://schemas.microsoft.com/office/drawing/2014/main" id="{133E4926-28D7-3CDE-23A2-17013DEAFE6F}"/>
                </a:ext>
              </a:extLst>
            </p:cNvPr>
            <p:cNvGrpSpPr/>
            <p:nvPr/>
          </p:nvGrpSpPr>
          <p:grpSpPr>
            <a:xfrm>
              <a:off x="6144456" y="1460369"/>
              <a:ext cx="3449716" cy="3934541"/>
              <a:chOff x="1071547" y="283725"/>
              <a:chExt cx="2137503" cy="4076400"/>
            </a:xfrm>
          </p:grpSpPr>
          <p:sp>
            <p:nvSpPr>
              <p:cNvPr id="7" name="Google Shape;418;p27">
                <a:extLst>
                  <a:ext uri="{FF2B5EF4-FFF2-40B4-BE49-F238E27FC236}">
                    <a16:creationId xmlns:a16="http://schemas.microsoft.com/office/drawing/2014/main" id="{DA4AFE5E-B5F8-F168-BED2-A118226FF0E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 name="Google Shape;419;p27">
                <a:extLst>
                  <a:ext uri="{FF2B5EF4-FFF2-40B4-BE49-F238E27FC236}">
                    <a16:creationId xmlns:a16="http://schemas.microsoft.com/office/drawing/2014/main" id="{F93CD6A8-F0EE-8D01-85E4-64261506B56B}"/>
                  </a:ext>
                </a:extLst>
              </p:cNvPr>
              <p:cNvSpPr/>
              <p:nvPr/>
            </p:nvSpPr>
            <p:spPr>
              <a:xfrm>
                <a:off x="1118219" y="341743"/>
                <a:ext cx="2048100" cy="38928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 name="Google Shape;420;p27">
                <a:extLst>
                  <a:ext uri="{FF2B5EF4-FFF2-40B4-BE49-F238E27FC236}">
                    <a16:creationId xmlns:a16="http://schemas.microsoft.com/office/drawing/2014/main" id="{D8339BE0-3E06-CCCB-5D4C-51EA8126ACCD}"/>
                  </a:ext>
                </a:extLst>
              </p:cNvPr>
              <p:cNvSpPr/>
              <p:nvPr/>
            </p:nvSpPr>
            <p:spPr>
              <a:xfrm>
                <a:off x="1118220" y="1192061"/>
                <a:ext cx="2048100" cy="608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b="1">
                    <a:solidFill>
                      <a:schemeClr val="accent4">
                        <a:lumMod val="75000"/>
                      </a:schemeClr>
                    </a:solidFill>
                    <a:latin typeface="Trebuchet MS"/>
                    <a:ea typeface="Trebuchet MS"/>
                    <a:cs typeface="Trebuchet MS"/>
                    <a:sym typeface="Trebuchet MS"/>
                  </a:rPr>
                  <a:t>The Representational State Transfer</a:t>
                </a:r>
                <a:endParaRPr b="1">
                  <a:solidFill>
                    <a:schemeClr val="accent4">
                      <a:lumMod val="75000"/>
                    </a:schemeClr>
                  </a:solidFill>
                  <a:latin typeface="Trebuchet MS"/>
                  <a:ea typeface="Trebuchet MS"/>
                  <a:cs typeface="Trebuchet MS"/>
                  <a:sym typeface="Trebuchet MS"/>
                </a:endParaRPr>
              </a:p>
            </p:txBody>
          </p:sp>
          <p:sp>
            <p:nvSpPr>
              <p:cNvPr id="10" name="Google Shape;421;p27">
                <a:extLst>
                  <a:ext uri="{FF2B5EF4-FFF2-40B4-BE49-F238E27FC236}">
                    <a16:creationId xmlns:a16="http://schemas.microsoft.com/office/drawing/2014/main" id="{2E08EC15-8BDF-0290-FC73-B44A7429E291}"/>
                  </a:ext>
                </a:extLst>
              </p:cNvPr>
              <p:cNvSpPr/>
              <p:nvPr/>
            </p:nvSpPr>
            <p:spPr>
              <a:xfrm>
                <a:off x="1071547" y="1590553"/>
                <a:ext cx="2030400" cy="1882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304800" algn="l" rtl="0">
                  <a:lnSpc>
                    <a:spcPct val="142857"/>
                  </a:lnSpc>
                  <a:spcBef>
                    <a:spcPts val="400"/>
                  </a:spcBef>
                  <a:spcAft>
                    <a:spcPts val="0"/>
                  </a:spcAft>
                  <a:buClr>
                    <a:schemeClr val="accent4">
                      <a:lumMod val="75000"/>
                    </a:schemeClr>
                  </a:buClr>
                  <a:buSzPts val="1200"/>
                  <a:buFont typeface="Trebuchet MS"/>
                  <a:buChar char="●"/>
                </a:pPr>
                <a:r>
                  <a:rPr lang="en" sz="1200">
                    <a:solidFill>
                      <a:schemeClr val="accent4">
                        <a:lumMod val="75000"/>
                      </a:schemeClr>
                    </a:solidFill>
                    <a:highlight>
                      <a:srgbClr val="FFFFFF"/>
                    </a:highlight>
                    <a:latin typeface="Trebuchet MS"/>
                    <a:ea typeface="Trebuchet MS"/>
                    <a:cs typeface="Trebuchet MS"/>
                    <a:sym typeface="Trebuchet MS"/>
                  </a:rPr>
                  <a:t>Supports both XML and JSON format</a:t>
                </a:r>
                <a:endParaRPr sz="1200">
                  <a:solidFill>
                    <a:schemeClr val="accent4">
                      <a:lumMod val="75000"/>
                    </a:schemeClr>
                  </a:solidFill>
                  <a:highlight>
                    <a:srgbClr val="FFFFFF"/>
                  </a:highlight>
                  <a:latin typeface="Trebuchet MS"/>
                  <a:ea typeface="Trebuchet MS"/>
                  <a:cs typeface="Trebuchet MS"/>
                  <a:sym typeface="Trebuchet MS"/>
                </a:endParaRPr>
              </a:p>
              <a:p>
                <a:pPr marL="457200" lvl="0" indent="-304800" algn="l" rtl="0">
                  <a:lnSpc>
                    <a:spcPct val="142857"/>
                  </a:lnSpc>
                  <a:spcBef>
                    <a:spcPts val="0"/>
                  </a:spcBef>
                  <a:spcAft>
                    <a:spcPts val="0"/>
                  </a:spcAft>
                  <a:buClr>
                    <a:schemeClr val="accent4">
                      <a:lumMod val="75000"/>
                    </a:schemeClr>
                  </a:buClr>
                  <a:buSzPts val="1200"/>
                  <a:buFont typeface="Trebuchet MS"/>
                  <a:buChar char="●"/>
                </a:pPr>
                <a:r>
                  <a:rPr lang="en" sz="1200">
                    <a:solidFill>
                      <a:schemeClr val="accent4">
                        <a:lumMod val="75000"/>
                      </a:schemeClr>
                    </a:solidFill>
                    <a:highlight>
                      <a:srgbClr val="FFFFFF"/>
                    </a:highlight>
                    <a:latin typeface="Trebuchet MS"/>
                    <a:ea typeface="Trebuchet MS"/>
                    <a:cs typeface="Trebuchet MS"/>
                    <a:sym typeface="Trebuchet MS"/>
                  </a:rPr>
                  <a:t>Preferred for mobile and web apps since JSON being Lighter the app runs smoother and faster</a:t>
                </a:r>
                <a:endParaRPr sz="1200">
                  <a:solidFill>
                    <a:schemeClr val="accent4">
                      <a:lumMod val="75000"/>
                    </a:schemeClr>
                  </a:solidFill>
                  <a:highlight>
                    <a:srgbClr val="FFFFFF"/>
                  </a:highlight>
                  <a:latin typeface="Trebuchet MS"/>
                  <a:ea typeface="Trebuchet MS"/>
                  <a:cs typeface="Trebuchet MS"/>
                  <a:sym typeface="Trebuchet MS"/>
                </a:endParaRPr>
              </a:p>
              <a:p>
                <a:pPr marL="0" lvl="0" indent="0" algn="l" rtl="0">
                  <a:lnSpc>
                    <a:spcPct val="115000"/>
                  </a:lnSpc>
                  <a:spcBef>
                    <a:spcPts val="0"/>
                  </a:spcBef>
                  <a:spcAft>
                    <a:spcPts val="0"/>
                  </a:spcAft>
                  <a:buClr>
                    <a:schemeClr val="accent4">
                      <a:lumMod val="75000"/>
                    </a:schemeClr>
                  </a:buClr>
                  <a:buNone/>
                </a:pPr>
                <a:endParaRPr sz="800">
                  <a:solidFill>
                    <a:schemeClr val="accent4">
                      <a:lumMod val="75000"/>
                    </a:schemeClr>
                  </a:solidFill>
                  <a:latin typeface="Roboto"/>
                  <a:ea typeface="Roboto"/>
                  <a:cs typeface="Roboto"/>
                  <a:sym typeface="Roboto"/>
                </a:endParaRPr>
              </a:p>
            </p:txBody>
          </p:sp>
          <p:sp>
            <p:nvSpPr>
              <p:cNvPr id="11" name="Google Shape;422;p27">
                <a:extLst>
                  <a:ext uri="{FF2B5EF4-FFF2-40B4-BE49-F238E27FC236}">
                    <a16:creationId xmlns:a16="http://schemas.microsoft.com/office/drawing/2014/main" id="{4DA5FB4C-8CD1-7BFA-0613-DFD77DA791FA}"/>
                  </a:ext>
                </a:extLst>
              </p:cNvPr>
              <p:cNvSpPr/>
              <p:nvPr/>
            </p:nvSpPr>
            <p:spPr>
              <a:xfrm>
                <a:off x="1233850" y="470600"/>
                <a:ext cx="1815000" cy="67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000" b="1">
                    <a:solidFill>
                      <a:schemeClr val="accent4">
                        <a:lumMod val="75000"/>
                      </a:schemeClr>
                    </a:solidFill>
                    <a:latin typeface="Roboto"/>
                    <a:ea typeface="Roboto"/>
                    <a:cs typeface="Roboto"/>
                    <a:sym typeface="Roboto"/>
                  </a:rPr>
                  <a:t>REST</a:t>
                </a:r>
                <a:endParaRPr sz="4000">
                  <a:solidFill>
                    <a:schemeClr val="accent4">
                      <a:lumMod val="75000"/>
                    </a:schemeClr>
                  </a:solidFill>
                  <a:latin typeface="Roboto Thin"/>
                  <a:ea typeface="Roboto Thin"/>
                  <a:cs typeface="Roboto Thin"/>
                  <a:sym typeface="Roboto Thin"/>
                </a:endParaRPr>
              </a:p>
            </p:txBody>
          </p:sp>
        </p:grpSp>
      </p:grpSp>
    </p:spTree>
    <p:extLst>
      <p:ext uri="{BB962C8B-B14F-4D97-AF65-F5344CB8AC3E}">
        <p14:creationId xmlns:p14="http://schemas.microsoft.com/office/powerpoint/2010/main" val="2890417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E229251-E25C-9AC7-E18D-905385D1FD7A}"/>
              </a:ext>
            </a:extLst>
          </p:cNvPr>
          <p:cNvSpPr>
            <a:spLocks noGrp="1"/>
          </p:cNvSpPr>
          <p:nvPr>
            <p:ph type="body" sz="quarter" idx="12"/>
          </p:nvPr>
        </p:nvSpPr>
        <p:spPr>
          <a:xfrm>
            <a:off x="373969" y="523186"/>
            <a:ext cx="11444061" cy="627198"/>
          </a:xfrm>
        </p:spPr>
        <p:txBody>
          <a:bodyPr/>
          <a:lstStyle/>
          <a:p>
            <a:r>
              <a:rPr lang="en-IN"/>
              <a:t>Web Services Overview​</a:t>
            </a:r>
          </a:p>
        </p:txBody>
      </p:sp>
      <p:grpSp>
        <p:nvGrpSpPr>
          <p:cNvPr id="17" name="Group 16">
            <a:extLst>
              <a:ext uri="{FF2B5EF4-FFF2-40B4-BE49-F238E27FC236}">
                <a16:creationId xmlns:a16="http://schemas.microsoft.com/office/drawing/2014/main" id="{D8FA43B7-D169-AD79-380A-E14314EF8577}"/>
              </a:ext>
            </a:extLst>
          </p:cNvPr>
          <p:cNvGrpSpPr/>
          <p:nvPr/>
        </p:nvGrpSpPr>
        <p:grpSpPr>
          <a:xfrm>
            <a:off x="3127500" y="1772500"/>
            <a:ext cx="5937000" cy="3313000"/>
            <a:chOff x="3127500" y="1772500"/>
            <a:chExt cx="5937000" cy="3313000"/>
          </a:xfrm>
        </p:grpSpPr>
        <p:cxnSp>
          <p:nvCxnSpPr>
            <p:cNvPr id="4" name="Google Shape;393;p26">
              <a:extLst>
                <a:ext uri="{FF2B5EF4-FFF2-40B4-BE49-F238E27FC236}">
                  <a16:creationId xmlns:a16="http://schemas.microsoft.com/office/drawing/2014/main" id="{59C0DDF8-6EB2-543F-272C-4C9EF66DC401}"/>
                </a:ext>
              </a:extLst>
            </p:cNvPr>
            <p:cNvCxnSpPr/>
            <p:nvPr/>
          </p:nvCxnSpPr>
          <p:spPr>
            <a:xfrm>
              <a:off x="3652800" y="3394050"/>
              <a:ext cx="609600" cy="9237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5" name="Google Shape;396;p26">
              <a:extLst>
                <a:ext uri="{FF2B5EF4-FFF2-40B4-BE49-F238E27FC236}">
                  <a16:creationId xmlns:a16="http://schemas.microsoft.com/office/drawing/2014/main" id="{1B4A114B-CC73-FF5F-140C-E4B58EB77445}"/>
                </a:ext>
              </a:extLst>
            </p:cNvPr>
            <p:cNvCxnSpPr/>
            <p:nvPr/>
          </p:nvCxnSpPr>
          <p:spPr>
            <a:xfrm rot="10800000" flipH="1">
              <a:off x="3652800" y="2498250"/>
              <a:ext cx="609600" cy="8958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6" name="Google Shape;394;p26">
              <a:extLst>
                <a:ext uri="{FF2B5EF4-FFF2-40B4-BE49-F238E27FC236}">
                  <a16:creationId xmlns:a16="http://schemas.microsoft.com/office/drawing/2014/main" id="{DF8061F1-6DF3-9FF0-72CC-A23A9B2D6B6C}"/>
                </a:ext>
              </a:extLst>
            </p:cNvPr>
            <p:cNvSpPr/>
            <p:nvPr/>
          </p:nvSpPr>
          <p:spPr>
            <a:xfrm rot="16200000">
              <a:off x="1769550" y="3131400"/>
              <a:ext cx="3241200" cy="525300"/>
            </a:xfrm>
            <a:prstGeom prst="roundRect">
              <a:avLst>
                <a:gd name="adj" fmla="val 16667"/>
              </a:avLst>
            </a:prstGeom>
            <a:solidFill>
              <a:srgbClr val="840D35"/>
            </a:solidFill>
            <a:ln w="9525" cap="flat" cmpd="sng">
              <a:solidFill>
                <a:srgbClr val="840D35"/>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a:solidFill>
                    <a:schemeClr val="bg1"/>
                  </a:solidFill>
                  <a:latin typeface="Trebuchet MS"/>
                  <a:ea typeface="Trebuchet MS"/>
                  <a:cs typeface="Trebuchet MS"/>
                  <a:sym typeface="Trebuchet MS"/>
                </a:rPr>
                <a:t>Web Services</a:t>
              </a:r>
              <a:endParaRPr sz="2000" b="1">
                <a:solidFill>
                  <a:schemeClr val="bg1"/>
                </a:solidFill>
                <a:latin typeface="Trebuchet MS"/>
                <a:ea typeface="Trebuchet MS"/>
                <a:cs typeface="Trebuchet MS"/>
                <a:sym typeface="Trebuchet MS"/>
              </a:endParaRPr>
            </a:p>
          </p:txBody>
        </p:sp>
        <p:sp>
          <p:nvSpPr>
            <p:cNvPr id="7" name="Google Shape;397;p26">
              <a:extLst>
                <a:ext uri="{FF2B5EF4-FFF2-40B4-BE49-F238E27FC236}">
                  <a16:creationId xmlns:a16="http://schemas.microsoft.com/office/drawing/2014/main" id="{F1FE8518-7DE4-9439-FA20-4B70D77CF81F}"/>
                </a:ext>
              </a:extLst>
            </p:cNvPr>
            <p:cNvSpPr/>
            <p:nvPr/>
          </p:nvSpPr>
          <p:spPr>
            <a:xfrm>
              <a:off x="4262400" y="2235474"/>
              <a:ext cx="2020500" cy="525300"/>
            </a:xfrm>
            <a:prstGeom prst="roundRect">
              <a:avLst>
                <a:gd name="adj" fmla="val 16667"/>
              </a:avLst>
            </a:prstGeom>
            <a:solidFill>
              <a:srgbClr val="B61249"/>
            </a:solidFill>
            <a:ln w="9525" cap="flat" cmpd="sng">
              <a:solidFill>
                <a:srgbClr val="B61249"/>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a:solidFill>
                    <a:schemeClr val="bg1"/>
                  </a:solidFill>
                  <a:latin typeface="Trebuchet MS"/>
                  <a:ea typeface="Trebuchet MS"/>
                  <a:cs typeface="Trebuchet MS"/>
                  <a:sym typeface="Trebuchet MS"/>
                </a:rPr>
                <a:t>SOAP</a:t>
              </a:r>
              <a:endParaRPr sz="2000" b="1">
                <a:solidFill>
                  <a:schemeClr val="bg1"/>
                </a:solidFill>
                <a:latin typeface="Trebuchet MS"/>
                <a:ea typeface="Trebuchet MS"/>
                <a:cs typeface="Trebuchet MS"/>
                <a:sym typeface="Trebuchet MS"/>
              </a:endParaRPr>
            </a:p>
          </p:txBody>
        </p:sp>
        <p:sp>
          <p:nvSpPr>
            <p:cNvPr id="8" name="Google Shape;395;p26">
              <a:extLst>
                <a:ext uri="{FF2B5EF4-FFF2-40B4-BE49-F238E27FC236}">
                  <a16:creationId xmlns:a16="http://schemas.microsoft.com/office/drawing/2014/main" id="{0FABA49A-C03D-2963-5A23-FA5731503B49}"/>
                </a:ext>
              </a:extLst>
            </p:cNvPr>
            <p:cNvSpPr/>
            <p:nvPr/>
          </p:nvSpPr>
          <p:spPr>
            <a:xfrm>
              <a:off x="4262400" y="4055074"/>
              <a:ext cx="2020500" cy="525300"/>
            </a:xfrm>
            <a:prstGeom prst="roundRect">
              <a:avLst>
                <a:gd name="adj" fmla="val 16667"/>
              </a:avLst>
            </a:prstGeom>
            <a:solidFill>
              <a:srgbClr val="B61249"/>
            </a:solidFill>
            <a:ln w="9525" cap="flat" cmpd="sng">
              <a:solidFill>
                <a:srgbClr val="B61249"/>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a:solidFill>
                    <a:schemeClr val="bg1"/>
                  </a:solidFill>
                  <a:latin typeface="Trebuchet MS"/>
                  <a:ea typeface="Trebuchet MS"/>
                  <a:cs typeface="Trebuchet MS"/>
                  <a:sym typeface="Trebuchet MS"/>
                </a:rPr>
                <a:t>REST</a:t>
              </a:r>
              <a:endParaRPr sz="2000" b="1">
                <a:solidFill>
                  <a:schemeClr val="bg1"/>
                </a:solidFill>
                <a:latin typeface="Trebuchet MS"/>
                <a:ea typeface="Trebuchet MS"/>
                <a:cs typeface="Trebuchet MS"/>
                <a:sym typeface="Trebuchet MS"/>
              </a:endParaRPr>
            </a:p>
          </p:txBody>
        </p:sp>
        <p:sp>
          <p:nvSpPr>
            <p:cNvPr id="9" name="Google Shape;398;p26">
              <a:extLst>
                <a:ext uri="{FF2B5EF4-FFF2-40B4-BE49-F238E27FC236}">
                  <a16:creationId xmlns:a16="http://schemas.microsoft.com/office/drawing/2014/main" id="{53EAD687-414F-C1B0-63E3-3A2E31D2F327}"/>
                </a:ext>
              </a:extLst>
            </p:cNvPr>
            <p:cNvSpPr/>
            <p:nvPr/>
          </p:nvSpPr>
          <p:spPr>
            <a:xfrm>
              <a:off x="6816300" y="1772500"/>
              <a:ext cx="2248200" cy="525300"/>
            </a:xfrm>
            <a:prstGeom prst="roundRect">
              <a:avLst>
                <a:gd name="adj" fmla="val 16667"/>
              </a:avLst>
            </a:prstGeom>
            <a:solidFill>
              <a:srgbClr val="E1165A"/>
            </a:solidFill>
            <a:ln w="9525" cap="flat" cmpd="sng">
              <a:solidFill>
                <a:srgbClr val="E1165A"/>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a:solidFill>
                    <a:schemeClr val="bg1"/>
                  </a:solidFill>
                  <a:latin typeface="Trebuchet MS"/>
                  <a:ea typeface="Trebuchet MS"/>
                  <a:cs typeface="Trebuchet MS"/>
                  <a:sym typeface="Trebuchet MS"/>
                </a:rPr>
                <a:t>Exposing APEX</a:t>
              </a:r>
              <a:endParaRPr sz="2000" b="1">
                <a:solidFill>
                  <a:schemeClr val="bg1"/>
                </a:solidFill>
                <a:latin typeface="Trebuchet MS"/>
                <a:ea typeface="Trebuchet MS"/>
                <a:cs typeface="Trebuchet MS"/>
                <a:sym typeface="Trebuchet MS"/>
              </a:endParaRPr>
            </a:p>
          </p:txBody>
        </p:sp>
        <p:sp>
          <p:nvSpPr>
            <p:cNvPr id="10" name="Google Shape;399;p26">
              <a:extLst>
                <a:ext uri="{FF2B5EF4-FFF2-40B4-BE49-F238E27FC236}">
                  <a16:creationId xmlns:a16="http://schemas.microsoft.com/office/drawing/2014/main" id="{1CCDFE6C-918E-7E10-C5F0-53A4633EE6CB}"/>
                </a:ext>
              </a:extLst>
            </p:cNvPr>
            <p:cNvSpPr/>
            <p:nvPr/>
          </p:nvSpPr>
          <p:spPr>
            <a:xfrm>
              <a:off x="6816300" y="2636267"/>
              <a:ext cx="2248200" cy="607601"/>
            </a:xfrm>
            <a:prstGeom prst="roundRect">
              <a:avLst>
                <a:gd name="adj" fmla="val 16667"/>
              </a:avLst>
            </a:prstGeom>
            <a:solidFill>
              <a:srgbClr val="E1165A"/>
            </a:solidFill>
            <a:ln w="9525" cap="flat" cmpd="sng">
              <a:solidFill>
                <a:srgbClr val="E1165A"/>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Clr>
                  <a:schemeClr val="dk1"/>
                </a:buClr>
                <a:buSzPts val="1100"/>
                <a:buFont typeface="Arial"/>
                <a:buNone/>
              </a:pPr>
              <a:r>
                <a:rPr lang="en" sz="2000" b="1">
                  <a:solidFill>
                    <a:schemeClr val="bg1"/>
                  </a:solidFill>
                  <a:latin typeface="Trebuchet MS"/>
                  <a:ea typeface="Trebuchet MS"/>
                  <a:cs typeface="Trebuchet MS"/>
                  <a:sym typeface="Trebuchet MS"/>
                </a:rPr>
                <a:t>Callout from APEX</a:t>
              </a:r>
              <a:endParaRPr sz="1100">
                <a:solidFill>
                  <a:schemeClr val="bg1"/>
                </a:solidFill>
                <a:latin typeface="Roboto"/>
                <a:ea typeface="Roboto"/>
                <a:cs typeface="Roboto"/>
                <a:sym typeface="Roboto"/>
              </a:endParaRPr>
            </a:p>
          </p:txBody>
        </p:sp>
        <p:sp>
          <p:nvSpPr>
            <p:cNvPr id="11" name="Google Shape;400;p26">
              <a:extLst>
                <a:ext uri="{FF2B5EF4-FFF2-40B4-BE49-F238E27FC236}">
                  <a16:creationId xmlns:a16="http://schemas.microsoft.com/office/drawing/2014/main" id="{0495BBF2-4648-2FF4-B43C-A8BD01B01927}"/>
                </a:ext>
              </a:extLst>
            </p:cNvPr>
            <p:cNvSpPr/>
            <p:nvPr/>
          </p:nvSpPr>
          <p:spPr>
            <a:xfrm>
              <a:off x="6816300" y="3584000"/>
              <a:ext cx="2248200" cy="525300"/>
            </a:xfrm>
            <a:prstGeom prst="roundRect">
              <a:avLst>
                <a:gd name="adj" fmla="val 16667"/>
              </a:avLst>
            </a:prstGeom>
            <a:solidFill>
              <a:srgbClr val="E1165A"/>
            </a:solidFill>
            <a:ln w="9525" cap="flat" cmpd="sng">
              <a:solidFill>
                <a:srgbClr val="E1165A"/>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Clr>
                  <a:schemeClr val="dk1"/>
                </a:buClr>
                <a:buSzPts val="1100"/>
                <a:buFont typeface="Arial"/>
                <a:buNone/>
              </a:pPr>
              <a:r>
                <a:rPr lang="en" sz="2000" b="1">
                  <a:solidFill>
                    <a:schemeClr val="bg1"/>
                  </a:solidFill>
                  <a:latin typeface="Trebuchet MS"/>
                  <a:ea typeface="Trebuchet MS"/>
                  <a:cs typeface="Trebuchet MS"/>
                  <a:sym typeface="Trebuchet MS"/>
                </a:rPr>
                <a:t>Exposing APEX</a:t>
              </a:r>
              <a:endParaRPr sz="1100">
                <a:solidFill>
                  <a:schemeClr val="bg1"/>
                </a:solidFill>
                <a:latin typeface="Roboto"/>
                <a:ea typeface="Roboto"/>
                <a:cs typeface="Roboto"/>
                <a:sym typeface="Roboto"/>
              </a:endParaRPr>
            </a:p>
          </p:txBody>
        </p:sp>
        <p:sp>
          <p:nvSpPr>
            <p:cNvPr id="12" name="Google Shape;401;p26">
              <a:extLst>
                <a:ext uri="{FF2B5EF4-FFF2-40B4-BE49-F238E27FC236}">
                  <a16:creationId xmlns:a16="http://schemas.microsoft.com/office/drawing/2014/main" id="{1ED9A712-6CB9-08D5-33D0-45A9395F5D0F}"/>
                </a:ext>
              </a:extLst>
            </p:cNvPr>
            <p:cNvSpPr/>
            <p:nvPr/>
          </p:nvSpPr>
          <p:spPr>
            <a:xfrm>
              <a:off x="6816300" y="4490300"/>
              <a:ext cx="2248200" cy="595200"/>
            </a:xfrm>
            <a:prstGeom prst="roundRect">
              <a:avLst>
                <a:gd name="adj" fmla="val 16667"/>
              </a:avLst>
            </a:prstGeom>
            <a:solidFill>
              <a:srgbClr val="E1165A"/>
            </a:solidFill>
            <a:ln w="9525" cap="flat" cmpd="sng">
              <a:solidFill>
                <a:srgbClr val="E1165A"/>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Clr>
                  <a:schemeClr val="dk1"/>
                </a:buClr>
                <a:buSzPts val="1100"/>
                <a:buFont typeface="Arial"/>
                <a:buNone/>
              </a:pPr>
              <a:r>
                <a:rPr lang="en" sz="2000" b="1">
                  <a:solidFill>
                    <a:schemeClr val="bg1"/>
                  </a:solidFill>
                  <a:latin typeface="Trebuchet MS"/>
                  <a:ea typeface="Trebuchet MS"/>
                  <a:cs typeface="Trebuchet MS"/>
                  <a:sym typeface="Trebuchet MS"/>
                </a:rPr>
                <a:t>Callout from APEX</a:t>
              </a:r>
              <a:endParaRPr sz="1100">
                <a:solidFill>
                  <a:schemeClr val="bg1"/>
                </a:solidFill>
                <a:latin typeface="Roboto"/>
                <a:ea typeface="Roboto"/>
                <a:cs typeface="Roboto"/>
                <a:sym typeface="Roboto"/>
              </a:endParaRPr>
            </a:p>
          </p:txBody>
        </p:sp>
        <p:cxnSp>
          <p:nvCxnSpPr>
            <p:cNvPr id="13" name="Google Shape;402;p26">
              <a:extLst>
                <a:ext uri="{FF2B5EF4-FFF2-40B4-BE49-F238E27FC236}">
                  <a16:creationId xmlns:a16="http://schemas.microsoft.com/office/drawing/2014/main" id="{E4BB42D8-EEAB-3C41-0D4D-901CA9A85567}"/>
                </a:ext>
              </a:extLst>
            </p:cNvPr>
            <p:cNvCxnSpPr/>
            <p:nvPr/>
          </p:nvCxnSpPr>
          <p:spPr>
            <a:xfrm rot="10800000" flipH="1">
              <a:off x="6282900" y="2035224"/>
              <a:ext cx="533400" cy="4629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14" name="Google Shape;403;p26">
              <a:extLst>
                <a:ext uri="{FF2B5EF4-FFF2-40B4-BE49-F238E27FC236}">
                  <a16:creationId xmlns:a16="http://schemas.microsoft.com/office/drawing/2014/main" id="{2FF8C3A5-6783-CDA6-0911-07EFFD36FBD9}"/>
                </a:ext>
              </a:extLst>
            </p:cNvPr>
            <p:cNvCxnSpPr/>
            <p:nvPr/>
          </p:nvCxnSpPr>
          <p:spPr>
            <a:xfrm>
              <a:off x="6282900" y="2498124"/>
              <a:ext cx="533400" cy="4434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15" name="Google Shape;404;p26">
              <a:extLst>
                <a:ext uri="{FF2B5EF4-FFF2-40B4-BE49-F238E27FC236}">
                  <a16:creationId xmlns:a16="http://schemas.microsoft.com/office/drawing/2014/main" id="{449ADC8D-AF1D-E7FF-9E3F-7D842AAC6FBF}"/>
                </a:ext>
              </a:extLst>
            </p:cNvPr>
            <p:cNvCxnSpPr/>
            <p:nvPr/>
          </p:nvCxnSpPr>
          <p:spPr>
            <a:xfrm flipH="1">
              <a:off x="6282900" y="3846650"/>
              <a:ext cx="533400" cy="4710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16" name="Google Shape;405;p26">
              <a:extLst>
                <a:ext uri="{FF2B5EF4-FFF2-40B4-BE49-F238E27FC236}">
                  <a16:creationId xmlns:a16="http://schemas.microsoft.com/office/drawing/2014/main" id="{FD128A91-F0E9-214F-1E05-33F720712A9E}"/>
                </a:ext>
              </a:extLst>
            </p:cNvPr>
            <p:cNvCxnSpPr/>
            <p:nvPr/>
          </p:nvCxnSpPr>
          <p:spPr>
            <a:xfrm rot="10800000">
              <a:off x="6282900" y="4317800"/>
              <a:ext cx="533400" cy="470100"/>
            </a:xfrm>
            <a:prstGeom prst="bentConnector3">
              <a:avLst>
                <a:gd name="adj1" fmla="val 50000"/>
              </a:avLst>
            </a:prstGeom>
            <a:noFill/>
            <a:ln w="9525" cap="flat" cmpd="sng">
              <a:solidFill>
                <a:srgbClr val="C2C2C2"/>
              </a:solidFill>
              <a:prstDash val="solid"/>
              <a:round/>
              <a:headEnd type="none" w="sm" len="sm"/>
              <a:tailEnd type="none" w="sm" len="sm"/>
            </a:ln>
          </p:spPr>
        </p:cxnSp>
      </p:grpSp>
    </p:spTree>
    <p:extLst>
      <p:ext uri="{BB962C8B-B14F-4D97-AF65-F5344CB8AC3E}">
        <p14:creationId xmlns:p14="http://schemas.microsoft.com/office/powerpoint/2010/main" val="2290198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8235B2-8D0C-2A88-779E-82386B4624F4}"/>
              </a:ext>
            </a:extLst>
          </p:cNvPr>
          <p:cNvSpPr>
            <a:spLocks noGrp="1"/>
          </p:cNvSpPr>
          <p:nvPr>
            <p:ph sz="quarter" idx="11"/>
          </p:nvPr>
        </p:nvSpPr>
        <p:spPr>
          <a:xfrm>
            <a:off x="480916" y="180779"/>
            <a:ext cx="11522754" cy="4835525"/>
          </a:xfrm>
        </p:spPr>
        <p:txBody>
          <a:bodyPr lIns="91440" tIns="45720" rIns="91440" bIns="45720" anchor="t"/>
          <a:lstStyle/>
          <a:p>
            <a:pPr marL="0" indent="0">
              <a:buNone/>
            </a:pPr>
            <a:r>
              <a:rPr lang="en" sz="3000" b="1">
                <a:solidFill>
                  <a:srgbClr val="19BBD5"/>
                </a:solidFill>
                <a:latin typeface="Trebuchet MS"/>
                <a:cs typeface="Calibri"/>
              </a:rPr>
              <a:t>                        </a:t>
            </a:r>
            <a:endParaRPr lang="en-US">
              <a:solidFill>
                <a:srgbClr val="404040"/>
              </a:solidFill>
              <a:cs typeface="Calibri"/>
            </a:endParaRPr>
          </a:p>
          <a:p>
            <a:pPr marL="0" indent="0">
              <a:buNone/>
            </a:pPr>
            <a:endParaRPr lang="en" sz="3000" b="1">
              <a:solidFill>
                <a:srgbClr val="19BBD5"/>
              </a:solidFill>
              <a:latin typeface="Trebuchet MS"/>
              <a:cs typeface="Calibri"/>
            </a:endParaRPr>
          </a:p>
          <a:p>
            <a:pPr marL="0" indent="0">
              <a:buNone/>
            </a:pPr>
            <a:endParaRPr lang="en" sz="3000" b="1">
              <a:solidFill>
                <a:srgbClr val="19BBD5"/>
              </a:solidFill>
              <a:latin typeface="Trebuchet MS"/>
              <a:cs typeface="Calibri"/>
            </a:endParaRPr>
          </a:p>
          <a:p>
            <a:pPr marL="0" indent="0">
              <a:buNone/>
            </a:pPr>
            <a:endParaRPr lang="en" sz="3000" b="1">
              <a:solidFill>
                <a:srgbClr val="19BBD5"/>
              </a:solidFill>
              <a:latin typeface="Trebuchet MS"/>
              <a:cs typeface="Calibri"/>
            </a:endParaRPr>
          </a:p>
          <a:p>
            <a:pPr marL="0" indent="0">
              <a:buNone/>
            </a:pPr>
            <a:r>
              <a:rPr lang="en" sz="3000" b="1">
                <a:solidFill>
                  <a:srgbClr val="19BBD5"/>
                </a:solidFill>
                <a:latin typeface="Trebuchet MS"/>
                <a:cs typeface="Calibri"/>
              </a:rPr>
              <a:t>            </a:t>
            </a:r>
            <a:r>
              <a:rPr lang="en" sz="4000" b="1">
                <a:solidFill>
                  <a:srgbClr val="19BBD5"/>
                </a:solidFill>
                <a:latin typeface="Trebuchet MS"/>
                <a:cs typeface="Calibri"/>
              </a:rPr>
              <a:t>          2. Apex SOAP Web services</a:t>
            </a:r>
            <a:endParaRPr lang="en-US" sz="4000">
              <a:cs typeface="Calibri"/>
            </a:endParaRPr>
          </a:p>
        </p:txBody>
      </p:sp>
    </p:spTree>
    <p:extLst>
      <p:ext uri="{BB962C8B-B14F-4D97-AF65-F5344CB8AC3E}">
        <p14:creationId xmlns:p14="http://schemas.microsoft.com/office/powerpoint/2010/main" val="3361365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8235B2-8D0C-2A88-779E-82386B4624F4}"/>
              </a:ext>
            </a:extLst>
          </p:cNvPr>
          <p:cNvSpPr>
            <a:spLocks noGrp="1"/>
          </p:cNvSpPr>
          <p:nvPr>
            <p:ph sz="quarter" idx="11"/>
          </p:nvPr>
        </p:nvSpPr>
        <p:spPr>
          <a:xfrm>
            <a:off x="480916" y="180779"/>
            <a:ext cx="11522754" cy="4835525"/>
          </a:xfrm>
        </p:spPr>
        <p:txBody>
          <a:bodyPr lIns="91440" tIns="45720" rIns="91440" bIns="45720" anchor="t"/>
          <a:lstStyle/>
          <a:p>
            <a:pPr marL="0" indent="0">
              <a:buNone/>
            </a:pPr>
            <a:r>
              <a:rPr lang="en" sz="3000" b="1">
                <a:solidFill>
                  <a:srgbClr val="19BBD5"/>
                </a:solidFill>
                <a:latin typeface="Trebuchet MS"/>
                <a:cs typeface="Calibri"/>
              </a:rPr>
              <a:t>                        </a:t>
            </a:r>
            <a:endParaRPr lang="en-US">
              <a:solidFill>
                <a:srgbClr val="404040"/>
              </a:solidFill>
              <a:cs typeface="Calibri"/>
            </a:endParaRPr>
          </a:p>
          <a:p>
            <a:pPr marL="0" indent="0">
              <a:buNone/>
            </a:pPr>
            <a:endParaRPr lang="en" sz="3000" b="1">
              <a:solidFill>
                <a:srgbClr val="19BBD5"/>
              </a:solidFill>
              <a:latin typeface="Trebuchet MS"/>
              <a:cs typeface="Calibri"/>
            </a:endParaRPr>
          </a:p>
          <a:p>
            <a:pPr marL="0" indent="0">
              <a:buNone/>
            </a:pPr>
            <a:endParaRPr lang="en" sz="3000" b="1">
              <a:solidFill>
                <a:srgbClr val="19BBD5"/>
              </a:solidFill>
              <a:latin typeface="Trebuchet MS"/>
              <a:cs typeface="Calibri"/>
            </a:endParaRPr>
          </a:p>
          <a:p>
            <a:pPr marL="0" indent="0">
              <a:buNone/>
            </a:pPr>
            <a:endParaRPr lang="en" sz="3000" b="1">
              <a:solidFill>
                <a:srgbClr val="19BBD5"/>
              </a:solidFill>
              <a:latin typeface="Trebuchet MS"/>
              <a:cs typeface="Calibri"/>
            </a:endParaRPr>
          </a:p>
          <a:p>
            <a:pPr marL="0" indent="0">
              <a:buNone/>
            </a:pPr>
            <a:r>
              <a:rPr lang="en" sz="3000" b="1">
                <a:solidFill>
                  <a:srgbClr val="19BBD5"/>
                </a:solidFill>
                <a:latin typeface="Trebuchet MS"/>
                <a:cs typeface="Calibri"/>
              </a:rPr>
              <a:t>            </a:t>
            </a:r>
            <a:r>
              <a:rPr lang="en" sz="4000" b="1">
                <a:solidFill>
                  <a:srgbClr val="19BBD5"/>
                </a:solidFill>
                <a:latin typeface="Trebuchet MS"/>
                <a:cs typeface="Calibri"/>
              </a:rPr>
              <a:t>          2.1. </a:t>
            </a:r>
            <a:r>
              <a:rPr lang="en" sz="4000" b="1">
                <a:solidFill>
                  <a:srgbClr val="19BBD5"/>
                </a:solidFill>
                <a:latin typeface="Calibri"/>
                <a:ea typeface="Calibri"/>
                <a:cs typeface="Calibri"/>
              </a:rPr>
              <a:t>Essential Configuration Elements</a:t>
            </a:r>
            <a:endParaRPr lang="en" sz="4000" b="1">
              <a:solidFill>
                <a:srgbClr val="19BBD5"/>
              </a:solidFill>
              <a:latin typeface="Trebuchet MS"/>
              <a:cs typeface="Calibri"/>
            </a:endParaRPr>
          </a:p>
          <a:p>
            <a:pPr marL="0" indent="0">
              <a:buNone/>
            </a:pPr>
            <a:endParaRPr lang="en" sz="4000" b="1">
              <a:solidFill>
                <a:srgbClr val="19BBD5"/>
              </a:solidFill>
              <a:latin typeface="Trebuchet MS"/>
              <a:cs typeface="Calibri"/>
            </a:endParaRPr>
          </a:p>
        </p:txBody>
      </p:sp>
    </p:spTree>
    <p:extLst>
      <p:ext uri="{BB962C8B-B14F-4D97-AF65-F5344CB8AC3E}">
        <p14:creationId xmlns:p14="http://schemas.microsoft.com/office/powerpoint/2010/main" val="3295743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5781E9-12BA-6497-EE6B-6A7FF3A626C4}"/>
              </a:ext>
            </a:extLst>
          </p:cNvPr>
          <p:cNvSpPr>
            <a:spLocks noGrp="1"/>
          </p:cNvSpPr>
          <p:nvPr>
            <p:ph type="body" sz="quarter" idx="12"/>
          </p:nvPr>
        </p:nvSpPr>
        <p:spPr/>
        <p:txBody>
          <a:bodyPr lIns="91440" tIns="45720" rIns="91440" bIns="45720" anchor="t"/>
          <a:lstStyle/>
          <a:p>
            <a:r>
              <a:rPr lang="en-IN">
                <a:latin typeface="Calibri"/>
                <a:ea typeface="Calibri"/>
                <a:cs typeface="Calibri"/>
              </a:rPr>
              <a:t>Integration User &amp; Remote Site Settings</a:t>
            </a:r>
            <a:endParaRPr lang="en-IN">
              <a:ea typeface="Calibri"/>
            </a:endParaRPr>
          </a:p>
        </p:txBody>
      </p:sp>
      <p:grpSp>
        <p:nvGrpSpPr>
          <p:cNvPr id="4" name="Google Shape;435;p29">
            <a:extLst>
              <a:ext uri="{FF2B5EF4-FFF2-40B4-BE49-F238E27FC236}">
                <a16:creationId xmlns:a16="http://schemas.microsoft.com/office/drawing/2014/main" id="{FA54FB34-3BBC-DAD5-7F6B-E9BBF008563A}"/>
              </a:ext>
            </a:extLst>
          </p:cNvPr>
          <p:cNvGrpSpPr/>
          <p:nvPr/>
        </p:nvGrpSpPr>
        <p:grpSpPr>
          <a:xfrm>
            <a:off x="2202869" y="1274359"/>
            <a:ext cx="7786260" cy="5268344"/>
            <a:chOff x="1099588" y="283725"/>
            <a:chExt cx="2109462" cy="4076400"/>
          </a:xfrm>
        </p:grpSpPr>
        <p:sp>
          <p:nvSpPr>
            <p:cNvPr id="9" name="Google Shape;436;p29">
              <a:extLst>
                <a:ext uri="{FF2B5EF4-FFF2-40B4-BE49-F238E27FC236}">
                  <a16:creationId xmlns:a16="http://schemas.microsoft.com/office/drawing/2014/main" id="{353D78B8-8D7F-81F8-66B3-4B6C0B713EC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437;p29">
              <a:extLst>
                <a:ext uri="{FF2B5EF4-FFF2-40B4-BE49-F238E27FC236}">
                  <a16:creationId xmlns:a16="http://schemas.microsoft.com/office/drawing/2014/main" id="{750989FD-D1E1-8313-A27C-176F0CD89663}"/>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 name="Google Shape;438;p29">
              <a:extLst>
                <a:ext uri="{FF2B5EF4-FFF2-40B4-BE49-F238E27FC236}">
                  <a16:creationId xmlns:a16="http://schemas.microsoft.com/office/drawing/2014/main" id="{8AF10341-C9FD-22B7-FFAD-0A0E55AECCAA}"/>
                </a:ext>
              </a:extLst>
            </p:cNvPr>
            <p:cNvSpPr/>
            <p:nvPr/>
          </p:nvSpPr>
          <p:spPr>
            <a:xfrm>
              <a:off x="1099588" y="341776"/>
              <a:ext cx="1983900" cy="3691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ctr">
                <a:spcAft>
                  <a:spcPts val="600"/>
                </a:spcAft>
                <a:buClr>
                  <a:schemeClr val="accent4">
                    <a:lumMod val="75000"/>
                  </a:schemeClr>
                </a:buClr>
                <a:buSzPts val="1200"/>
              </a:pPr>
              <a:r>
                <a:rPr lang="en-IN" sz="2400">
                  <a:solidFill>
                    <a:schemeClr val="accent4">
                      <a:lumMod val="75000"/>
                    </a:schemeClr>
                  </a:solidFill>
                  <a:latin typeface="Trebuchet MS"/>
                </a:rPr>
                <a:t>Integration User</a:t>
              </a:r>
            </a:p>
            <a:p>
              <a:pPr marL="457200" indent="-304800">
                <a:buClr>
                  <a:schemeClr val="accent4">
                    <a:lumMod val="75000"/>
                  </a:schemeClr>
                </a:buClr>
                <a:buSzPts val="1200"/>
                <a:buFont typeface="Wingdings"/>
                <a:buChar char="v"/>
              </a:pPr>
              <a:r>
                <a:rPr lang="en" sz="1600">
                  <a:solidFill>
                    <a:schemeClr val="accent4">
                      <a:lumMod val="75000"/>
                    </a:schemeClr>
                  </a:solidFill>
                </a:rPr>
                <a:t>Create a dedicated integration user in the server org with the following system permissions (using profile/ permission set):</a:t>
              </a:r>
              <a:endParaRPr lang="en">
                <a:solidFill>
                  <a:schemeClr val="accent4">
                    <a:lumMod val="75000"/>
                  </a:schemeClr>
                </a:solidFill>
                <a:highlight>
                  <a:srgbClr val="FFFFFF"/>
                </a:highlight>
                <a:ea typeface="Trebuchet MS"/>
              </a:endParaRPr>
            </a:p>
            <a:p>
              <a:pPr marL="914400" lvl="1" indent="-304800">
                <a:buClr>
                  <a:srgbClr val="25628E"/>
                </a:buClr>
                <a:buSzPts val="1200"/>
                <a:buFont typeface="Courier New"/>
                <a:buChar char="o"/>
              </a:pPr>
              <a:r>
                <a:rPr lang="en" sz="1600">
                  <a:solidFill>
                    <a:schemeClr val="accent4">
                      <a:lumMod val="75000"/>
                    </a:schemeClr>
                  </a:solidFill>
                  <a:ea typeface="Trebuchet MS"/>
                </a:rPr>
                <a:t>API Enabled</a:t>
              </a:r>
              <a:endParaRPr lang="en" sz="1600">
                <a:solidFill>
                  <a:schemeClr val="accent4">
                    <a:lumMod val="75000"/>
                  </a:schemeClr>
                </a:solidFill>
                <a:latin typeface="Trebuchet MS"/>
                <a:ea typeface="Trebuchet MS"/>
              </a:endParaRPr>
            </a:p>
            <a:p>
              <a:pPr marL="914400" lvl="1" indent="-304800">
                <a:buClr>
                  <a:srgbClr val="25628E"/>
                </a:buClr>
                <a:buSzPts val="1200"/>
                <a:buFont typeface="Courier New"/>
                <a:buChar char="o"/>
              </a:pPr>
              <a:r>
                <a:rPr lang="en" sz="1600">
                  <a:solidFill>
                    <a:schemeClr val="accent4">
                      <a:lumMod val="75000"/>
                    </a:schemeClr>
                  </a:solidFill>
                </a:rPr>
                <a:t>Api Only User</a:t>
              </a:r>
            </a:p>
            <a:p>
              <a:pPr marL="914400" lvl="1" indent="-304800">
                <a:buClr>
                  <a:srgbClr val="25628E"/>
                </a:buClr>
                <a:buSzPts val="1200"/>
                <a:buFont typeface="Courier New"/>
                <a:buChar char="o"/>
              </a:pPr>
              <a:r>
                <a:rPr lang="en" sz="1600">
                  <a:solidFill>
                    <a:schemeClr val="accent4">
                      <a:lumMod val="75000"/>
                    </a:schemeClr>
                  </a:solidFill>
                </a:rPr>
                <a:t>Password never expires</a:t>
              </a:r>
            </a:p>
            <a:p>
              <a:pPr marL="457200" indent="-304800">
                <a:buClr>
                  <a:srgbClr val="25628E"/>
                </a:buClr>
                <a:buSzPts val="1200"/>
                <a:buFont typeface="Wingdings"/>
                <a:buChar char="v"/>
              </a:pPr>
              <a:r>
                <a:rPr lang="en" sz="1600">
                  <a:solidFill>
                    <a:schemeClr val="accent4">
                      <a:lumMod val="75000"/>
                    </a:schemeClr>
                  </a:solidFill>
                </a:rPr>
                <a:t>Username: serverintegrationuser@integration2.com</a:t>
              </a:r>
            </a:p>
            <a:p>
              <a:pPr marL="457200" indent="-304800">
                <a:buClr>
                  <a:srgbClr val="25628E"/>
                </a:buClr>
                <a:buSzPts val="1200"/>
                <a:buFont typeface="Wingdings"/>
                <a:buChar char="v"/>
              </a:pPr>
              <a:r>
                <a:rPr lang="en" sz="1600">
                  <a:solidFill>
                    <a:schemeClr val="accent4">
                      <a:lumMod val="75000"/>
                    </a:schemeClr>
                  </a:solidFill>
                </a:rPr>
                <a:t>Set "Password Never Expires" checkbox on profile/permission set for the integration user.</a:t>
              </a:r>
            </a:p>
            <a:p>
              <a:pPr marL="457200" indent="-304800">
                <a:buClr>
                  <a:srgbClr val="25628E"/>
                </a:buClr>
                <a:buSzPts val="1200"/>
                <a:buFont typeface="Wingdings"/>
                <a:buChar char="v"/>
              </a:pPr>
              <a:endParaRPr lang="en" sz="1600">
                <a:solidFill>
                  <a:schemeClr val="accent4">
                    <a:lumMod val="75000"/>
                  </a:schemeClr>
                </a:solidFill>
              </a:endParaRPr>
            </a:p>
            <a:p>
              <a:pPr marL="152400" algn="ctr">
                <a:buClr>
                  <a:srgbClr val="25628E"/>
                </a:buClr>
                <a:buSzPts val="1200"/>
              </a:pPr>
              <a:r>
                <a:rPr lang="en-IN" sz="2400">
                  <a:solidFill>
                    <a:schemeClr val="accent4">
                      <a:lumMod val="75000"/>
                    </a:schemeClr>
                  </a:solidFill>
                  <a:latin typeface="Trebuchet MS"/>
                </a:rPr>
                <a:t>Remote Site Settings</a:t>
              </a:r>
            </a:p>
            <a:p>
              <a:pPr marL="457200" indent="-304800">
                <a:buSzPts val="1200"/>
                <a:buFont typeface="Wingdings,Sans-Serif"/>
                <a:buChar char="v"/>
              </a:pPr>
              <a:r>
                <a:rPr lang="en" sz="1600">
                  <a:solidFill>
                    <a:schemeClr val="accent4">
                      <a:lumMod val="75000"/>
                    </a:schemeClr>
                  </a:solidFill>
                  <a:latin typeface="Trebuchet MS"/>
                </a:rPr>
                <a:t>Allows Salesforce to make callouts to external sites by specifying which URLs are trusted.</a:t>
              </a:r>
            </a:p>
            <a:p>
              <a:pPr marL="457200" indent="-304800">
                <a:buSzPts val="1200"/>
                <a:buFont typeface="Wingdings,Sans-Serif"/>
                <a:buChar char="v"/>
              </a:pPr>
              <a:r>
                <a:rPr lang="en" sz="1600">
                  <a:solidFill>
                    <a:schemeClr val="accent4">
                      <a:lumMod val="75000"/>
                    </a:schemeClr>
                  </a:solidFill>
                </a:rPr>
                <a:t>Prevents unauthorized callouts to unapproved sites, enhancing security.</a:t>
              </a:r>
            </a:p>
            <a:p>
              <a:pPr marL="457200" indent="-304800">
                <a:buSzPts val="1200"/>
                <a:buFont typeface="Wingdings,Sans-Serif"/>
                <a:buChar char="v"/>
              </a:pPr>
              <a:r>
                <a:rPr lang="en" sz="1600">
                  <a:solidFill>
                    <a:schemeClr val="accent4">
                      <a:lumMod val="75000"/>
                    </a:schemeClr>
                  </a:solidFill>
                </a:rPr>
                <a:t>Supports various protocols, including HTTP and HTTPS.</a:t>
              </a:r>
            </a:p>
            <a:p>
              <a:pPr marL="457200" indent="-304800">
                <a:buSzPts val="1200"/>
                <a:buFont typeface="Wingdings,Sans-Serif"/>
                <a:buChar char="v"/>
              </a:pPr>
              <a:r>
                <a:rPr lang="en" sz="1600">
                  <a:solidFill>
                    <a:schemeClr val="accent4">
                      <a:lumMod val="75000"/>
                    </a:schemeClr>
                  </a:solidFill>
                </a:rPr>
                <a:t>Must configure each external site individually, cannot use wildcards in the URL.</a:t>
              </a:r>
            </a:p>
            <a:p>
              <a:pPr marL="457200" indent="-304800">
                <a:buSzPts val="1200"/>
                <a:buFont typeface="Wingdings,Sans-Serif"/>
                <a:buChar char="v"/>
              </a:pPr>
              <a:r>
                <a:rPr lang="en" sz="1600">
                  <a:solidFill>
                    <a:schemeClr val="accent4">
                      <a:lumMod val="75000"/>
                    </a:schemeClr>
                  </a:solidFill>
                </a:rPr>
                <a:t>Changes to Remote Site Settings may take a few minutes to propagate.</a:t>
              </a:r>
              <a:endParaRPr lang="en" sz="1600">
                <a:solidFill>
                  <a:schemeClr val="accent4">
                    <a:lumMod val="75000"/>
                  </a:schemeClr>
                </a:solidFill>
                <a:ea typeface="Trebuchet MS"/>
              </a:endParaRPr>
            </a:p>
          </p:txBody>
        </p:sp>
      </p:grpSp>
    </p:spTree>
    <p:extLst>
      <p:ext uri="{BB962C8B-B14F-4D97-AF65-F5344CB8AC3E}">
        <p14:creationId xmlns:p14="http://schemas.microsoft.com/office/powerpoint/2010/main" val="749752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8235B2-8D0C-2A88-779E-82386B4624F4}"/>
              </a:ext>
            </a:extLst>
          </p:cNvPr>
          <p:cNvSpPr>
            <a:spLocks noGrp="1"/>
          </p:cNvSpPr>
          <p:nvPr>
            <p:ph sz="quarter" idx="11"/>
          </p:nvPr>
        </p:nvSpPr>
        <p:spPr>
          <a:xfrm>
            <a:off x="480916" y="180779"/>
            <a:ext cx="11522754" cy="4835525"/>
          </a:xfrm>
        </p:spPr>
        <p:txBody>
          <a:bodyPr lIns="91440" tIns="45720" rIns="91440" bIns="45720" anchor="t"/>
          <a:lstStyle/>
          <a:p>
            <a:pPr marL="0" indent="0">
              <a:buNone/>
            </a:pPr>
            <a:r>
              <a:rPr lang="en" sz="3000" b="1">
                <a:solidFill>
                  <a:srgbClr val="19BBD5"/>
                </a:solidFill>
                <a:latin typeface="Trebuchet MS"/>
                <a:cs typeface="Calibri"/>
              </a:rPr>
              <a:t>                        </a:t>
            </a:r>
            <a:endParaRPr lang="en-US">
              <a:solidFill>
                <a:srgbClr val="404040"/>
              </a:solidFill>
              <a:cs typeface="Calibri"/>
            </a:endParaRPr>
          </a:p>
          <a:p>
            <a:pPr marL="0" indent="0">
              <a:buNone/>
            </a:pPr>
            <a:endParaRPr lang="en" sz="3000" b="1">
              <a:solidFill>
                <a:srgbClr val="19BBD5"/>
              </a:solidFill>
              <a:latin typeface="Trebuchet MS"/>
              <a:cs typeface="Calibri"/>
            </a:endParaRPr>
          </a:p>
          <a:p>
            <a:pPr marL="0" indent="0">
              <a:buNone/>
            </a:pPr>
            <a:endParaRPr lang="en" sz="3000" b="1">
              <a:solidFill>
                <a:srgbClr val="19BBD5"/>
              </a:solidFill>
              <a:latin typeface="Trebuchet MS"/>
              <a:cs typeface="Calibri"/>
            </a:endParaRPr>
          </a:p>
          <a:p>
            <a:pPr marL="0" indent="0">
              <a:buNone/>
            </a:pPr>
            <a:endParaRPr lang="en" sz="3000" b="1">
              <a:solidFill>
                <a:srgbClr val="19BBD5"/>
              </a:solidFill>
              <a:latin typeface="Trebuchet MS"/>
              <a:cs typeface="Calibri"/>
            </a:endParaRPr>
          </a:p>
          <a:p>
            <a:pPr marL="0" indent="0">
              <a:buNone/>
            </a:pPr>
            <a:r>
              <a:rPr lang="en" sz="3000" b="1">
                <a:solidFill>
                  <a:srgbClr val="19BBD5"/>
                </a:solidFill>
                <a:latin typeface="Trebuchet MS"/>
                <a:cs typeface="Calibri"/>
              </a:rPr>
              <a:t>            </a:t>
            </a:r>
            <a:r>
              <a:rPr lang="en" sz="4000" b="1">
                <a:solidFill>
                  <a:srgbClr val="19BBD5"/>
                </a:solidFill>
                <a:latin typeface="Trebuchet MS"/>
                <a:cs typeface="Calibri"/>
              </a:rPr>
              <a:t>          2.2. Create SOAP web service</a:t>
            </a:r>
            <a:endParaRPr lang="en" sz="4000">
              <a:solidFill>
                <a:srgbClr val="19BBD5"/>
              </a:solidFill>
              <a:latin typeface="Trebuchet MS"/>
              <a:cs typeface="Calibri"/>
            </a:endParaRPr>
          </a:p>
          <a:p>
            <a:pPr marL="0" indent="0">
              <a:buNone/>
            </a:pPr>
            <a:endParaRPr lang="en" sz="4000" b="1">
              <a:solidFill>
                <a:srgbClr val="19BBD5"/>
              </a:solidFill>
              <a:latin typeface="Trebuchet MS"/>
              <a:cs typeface="Calibri"/>
            </a:endParaRPr>
          </a:p>
        </p:txBody>
      </p:sp>
    </p:spTree>
    <p:extLst>
      <p:ext uri="{BB962C8B-B14F-4D97-AF65-F5344CB8AC3E}">
        <p14:creationId xmlns:p14="http://schemas.microsoft.com/office/powerpoint/2010/main" val="3284355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5781E9-12BA-6497-EE6B-6A7FF3A626C4}"/>
              </a:ext>
            </a:extLst>
          </p:cNvPr>
          <p:cNvSpPr>
            <a:spLocks noGrp="1"/>
          </p:cNvSpPr>
          <p:nvPr>
            <p:ph type="body" sz="quarter" idx="12"/>
          </p:nvPr>
        </p:nvSpPr>
        <p:spPr/>
        <p:txBody>
          <a:bodyPr/>
          <a:lstStyle/>
          <a:p>
            <a:r>
              <a:rPr lang="en-IN"/>
              <a:t>Apex SOAP Web services​</a:t>
            </a:r>
          </a:p>
        </p:txBody>
      </p:sp>
      <p:grpSp>
        <p:nvGrpSpPr>
          <p:cNvPr id="4" name="Google Shape;435;p29">
            <a:extLst>
              <a:ext uri="{FF2B5EF4-FFF2-40B4-BE49-F238E27FC236}">
                <a16:creationId xmlns:a16="http://schemas.microsoft.com/office/drawing/2014/main" id="{FA54FB34-3BBC-DAD5-7F6B-E9BBF008563A}"/>
              </a:ext>
            </a:extLst>
          </p:cNvPr>
          <p:cNvGrpSpPr/>
          <p:nvPr/>
        </p:nvGrpSpPr>
        <p:grpSpPr>
          <a:xfrm>
            <a:off x="2202869" y="1274359"/>
            <a:ext cx="7786262" cy="1892597"/>
            <a:chOff x="1099588" y="283725"/>
            <a:chExt cx="2109462" cy="4076400"/>
          </a:xfrm>
        </p:grpSpPr>
        <p:sp>
          <p:nvSpPr>
            <p:cNvPr id="9" name="Google Shape;436;p29">
              <a:extLst>
                <a:ext uri="{FF2B5EF4-FFF2-40B4-BE49-F238E27FC236}">
                  <a16:creationId xmlns:a16="http://schemas.microsoft.com/office/drawing/2014/main" id="{353D78B8-8D7F-81F8-66B3-4B6C0B713EC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437;p29">
              <a:extLst>
                <a:ext uri="{FF2B5EF4-FFF2-40B4-BE49-F238E27FC236}">
                  <a16:creationId xmlns:a16="http://schemas.microsoft.com/office/drawing/2014/main" id="{750989FD-D1E1-8313-A27C-176F0CD89663}"/>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 name="Google Shape;438;p29">
              <a:extLst>
                <a:ext uri="{FF2B5EF4-FFF2-40B4-BE49-F238E27FC236}">
                  <a16:creationId xmlns:a16="http://schemas.microsoft.com/office/drawing/2014/main" id="{8AF10341-C9FD-22B7-FFAD-0A0E55AECCAA}"/>
                </a:ext>
              </a:extLst>
            </p:cNvPr>
            <p:cNvSpPr/>
            <p:nvPr/>
          </p:nvSpPr>
          <p:spPr>
            <a:xfrm>
              <a:off x="1099588" y="341776"/>
              <a:ext cx="1983900" cy="3691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lvl="0" algn="ctr" rtl="0">
                <a:spcBef>
                  <a:spcPts val="0"/>
                </a:spcBef>
                <a:spcAft>
                  <a:spcPts val="600"/>
                </a:spcAft>
                <a:buClr>
                  <a:schemeClr val="accent4">
                    <a:lumMod val="75000"/>
                  </a:schemeClr>
                </a:buClr>
                <a:buSzPts val="1200"/>
              </a:pPr>
              <a:r>
                <a:rPr lang="en-IN" sz="2400">
                  <a:solidFill>
                    <a:schemeClr val="accent4">
                      <a:lumMod val="75000"/>
                    </a:schemeClr>
                  </a:solidFill>
                  <a:latin typeface="Trebuchet MS"/>
                </a:rPr>
                <a:t>Create SOAP web service</a:t>
              </a:r>
              <a:endParaRPr lang="en" sz="2400">
                <a:solidFill>
                  <a:schemeClr val="accent4">
                    <a:lumMod val="75000"/>
                  </a:schemeClr>
                </a:solidFill>
                <a:latin typeface="Trebuchet MS"/>
                <a:sym typeface="Trebuchet MS"/>
              </a:endParaRPr>
            </a:p>
            <a:p>
              <a:pPr marL="457200" lvl="0" indent="-304800" algn="l" rtl="0">
                <a:spcBef>
                  <a:spcPts val="0"/>
                </a:spcBef>
                <a:spcAft>
                  <a:spcPts val="0"/>
                </a:spcAft>
                <a:buClr>
                  <a:schemeClr val="accent4">
                    <a:lumMod val="75000"/>
                  </a:schemeClr>
                </a:buClr>
                <a:buSzPts val="1200"/>
                <a:buFont typeface="Trebuchet MS"/>
                <a:buChar char="❖"/>
              </a:pPr>
              <a:r>
                <a:rPr lang="en" sz="1600">
                  <a:solidFill>
                    <a:schemeClr val="accent4">
                      <a:lumMod val="75000"/>
                    </a:schemeClr>
                  </a:solidFill>
                  <a:latin typeface="Trebuchet MS"/>
                  <a:ea typeface="Trebuchet MS"/>
                  <a:cs typeface="Trebuchet MS"/>
                  <a:sym typeface="Trebuchet MS"/>
                </a:rPr>
                <a:t>Force.com allows you to expose your Apex methods as SOAP Web services. so that external applications can access your code and your application.</a:t>
              </a:r>
              <a:endParaRPr sz="1600">
                <a:solidFill>
                  <a:schemeClr val="accent4">
                    <a:lumMod val="75000"/>
                  </a:schemeClr>
                </a:solidFill>
                <a:latin typeface="Trebuchet MS"/>
                <a:ea typeface="Trebuchet MS"/>
                <a:cs typeface="Trebuchet MS"/>
                <a:sym typeface="Trebuchet MS"/>
              </a:endParaRPr>
            </a:p>
            <a:p>
              <a:pPr marL="457200" lvl="0" indent="-317500" algn="l" rtl="0">
                <a:spcBef>
                  <a:spcPts val="0"/>
                </a:spcBef>
                <a:spcAft>
                  <a:spcPts val="0"/>
                </a:spcAft>
                <a:buClr>
                  <a:schemeClr val="accent4">
                    <a:lumMod val="75000"/>
                  </a:schemeClr>
                </a:buClr>
                <a:buSzPts val="1400"/>
                <a:buFont typeface="Trebuchet MS"/>
                <a:buChar char="❖"/>
              </a:pPr>
              <a:r>
                <a:rPr lang="en" sz="1600">
                  <a:solidFill>
                    <a:schemeClr val="accent4">
                      <a:lumMod val="75000"/>
                    </a:schemeClr>
                  </a:solidFill>
                  <a:latin typeface="Trebuchet MS"/>
                  <a:ea typeface="Trebuchet MS"/>
                  <a:cs typeface="Trebuchet MS"/>
                  <a:sym typeface="Trebuchet MS"/>
                </a:rPr>
                <a:t>Use the WebService keyword to define these methods</a:t>
              </a:r>
              <a:endParaRPr>
                <a:solidFill>
                  <a:schemeClr val="accent4">
                    <a:lumMod val="75000"/>
                  </a:schemeClr>
                </a:solidFill>
                <a:highlight>
                  <a:srgbClr val="FFFFFF"/>
                </a:highlight>
                <a:latin typeface="Trebuchet MS"/>
                <a:ea typeface="Trebuchet MS"/>
                <a:cs typeface="Trebuchet MS"/>
                <a:sym typeface="Trebuchet MS"/>
              </a:endParaRPr>
            </a:p>
          </p:txBody>
        </p:sp>
      </p:grpSp>
      <p:grpSp>
        <p:nvGrpSpPr>
          <p:cNvPr id="5" name="Google Shape;439;p29">
            <a:extLst>
              <a:ext uri="{FF2B5EF4-FFF2-40B4-BE49-F238E27FC236}">
                <a16:creationId xmlns:a16="http://schemas.microsoft.com/office/drawing/2014/main" id="{DAA4383A-7BA5-D698-C6E8-779BAE35D4BE}"/>
              </a:ext>
            </a:extLst>
          </p:cNvPr>
          <p:cNvGrpSpPr/>
          <p:nvPr/>
        </p:nvGrpSpPr>
        <p:grpSpPr>
          <a:xfrm>
            <a:off x="2140689" y="3429000"/>
            <a:ext cx="7910623" cy="2866630"/>
            <a:chOff x="1099588" y="283725"/>
            <a:chExt cx="2109462" cy="4076400"/>
          </a:xfrm>
        </p:grpSpPr>
        <p:sp>
          <p:nvSpPr>
            <p:cNvPr id="6" name="Google Shape;440;p29">
              <a:extLst>
                <a:ext uri="{FF2B5EF4-FFF2-40B4-BE49-F238E27FC236}">
                  <a16:creationId xmlns:a16="http://schemas.microsoft.com/office/drawing/2014/main" id="{065528AC-3818-2CCE-60DB-DCD3CEFDA01F}"/>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441;p29">
              <a:extLst>
                <a:ext uri="{FF2B5EF4-FFF2-40B4-BE49-F238E27FC236}">
                  <a16:creationId xmlns:a16="http://schemas.microsoft.com/office/drawing/2014/main" id="{17A41406-13CC-A05B-17F2-F9DF6F5F8B72}"/>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 name="Google Shape;442;p29">
              <a:extLst>
                <a:ext uri="{FF2B5EF4-FFF2-40B4-BE49-F238E27FC236}">
                  <a16:creationId xmlns:a16="http://schemas.microsoft.com/office/drawing/2014/main" id="{F5BB659F-C0BE-094C-1707-638CC7ADD9B1}"/>
                </a:ext>
              </a:extLst>
            </p:cNvPr>
            <p:cNvSpPr/>
            <p:nvPr/>
          </p:nvSpPr>
          <p:spPr>
            <a:xfrm>
              <a:off x="1099588" y="613802"/>
              <a:ext cx="1983900" cy="3419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a:buClr>
                  <a:schemeClr val="dk1"/>
                </a:buClr>
                <a:buSzPts val="1100"/>
              </a:pPr>
              <a:r>
                <a:rPr lang="en" sz="1600">
                  <a:solidFill>
                    <a:schemeClr val="accent4">
                      <a:lumMod val="75000"/>
                    </a:schemeClr>
                  </a:solidFill>
                  <a:latin typeface="Trebuchet MS"/>
                  <a:ea typeface="Trebuchet MS"/>
                  <a:cs typeface="Trebuchet MS"/>
                  <a:sym typeface="Trebuchet MS"/>
                </a:rPr>
                <a:t>Global with sharing class MySOAPWebService {</a:t>
              </a:r>
              <a:endParaRPr lang="en-US" sz="1600">
                <a:solidFill>
                  <a:schemeClr val="accent4">
                    <a:lumMod val="75000"/>
                  </a:schemeClr>
                </a:solidFill>
                <a:latin typeface="Trebuchet MS"/>
                <a:ea typeface="Trebuchet MS"/>
                <a:cs typeface="Trebuchet MS"/>
              </a:endParaRPr>
            </a:p>
            <a:p>
              <a:pPr marL="457200" lvl="0" indent="0" algn="l" rtl="0">
                <a:spcBef>
                  <a:spcPts val="0"/>
                </a:spcBef>
                <a:spcAft>
                  <a:spcPts val="0"/>
                </a:spcAft>
                <a:buClr>
                  <a:schemeClr val="dk1"/>
                </a:buClr>
                <a:buSzPts val="1100"/>
                <a:buFont typeface="Arial"/>
                <a:buNone/>
              </a:pPr>
              <a:r>
                <a:rPr lang="en" sz="1600">
                  <a:solidFill>
                    <a:schemeClr val="accent4">
                      <a:lumMod val="75000"/>
                    </a:schemeClr>
                  </a:solidFill>
                  <a:latin typeface="Trebuchet MS"/>
                  <a:ea typeface="Trebuchet MS"/>
                  <a:cs typeface="Trebuchet MS"/>
                  <a:sym typeface="Trebuchet MS"/>
                </a:rPr>
                <a:t>    webservice static Id createAccount(String Name){</a:t>
              </a:r>
              <a:endParaRPr sz="1600">
                <a:solidFill>
                  <a:schemeClr val="accent4">
                    <a:lumMod val="75000"/>
                  </a:schemeClr>
                </a:solidFill>
                <a:latin typeface="Trebuchet MS"/>
                <a:ea typeface="Trebuchet MS"/>
                <a:cs typeface="Trebuchet MS"/>
                <a:sym typeface="Trebuchet MS"/>
              </a:endParaRPr>
            </a:p>
            <a:p>
              <a:pPr marL="457200" lvl="0" indent="0" algn="l" rtl="0">
                <a:spcBef>
                  <a:spcPts val="0"/>
                </a:spcBef>
                <a:spcAft>
                  <a:spcPts val="0"/>
                </a:spcAft>
                <a:buClr>
                  <a:schemeClr val="dk1"/>
                </a:buClr>
                <a:buSzPts val="1100"/>
                <a:buFont typeface="Arial"/>
                <a:buNone/>
              </a:pPr>
              <a:r>
                <a:rPr lang="en" sz="1600">
                  <a:solidFill>
                    <a:schemeClr val="accent4">
                      <a:lumMod val="75000"/>
                    </a:schemeClr>
                  </a:solidFill>
                  <a:latin typeface="Trebuchet MS"/>
                  <a:ea typeface="Trebuchet MS"/>
                  <a:cs typeface="Trebuchet MS"/>
                  <a:sym typeface="Trebuchet MS"/>
                </a:rPr>
                <a:t>        Account acc = new Account();</a:t>
              </a:r>
              <a:endParaRPr sz="1600">
                <a:solidFill>
                  <a:schemeClr val="accent4">
                    <a:lumMod val="75000"/>
                  </a:schemeClr>
                </a:solidFill>
                <a:latin typeface="Trebuchet MS"/>
                <a:ea typeface="Trebuchet MS"/>
                <a:cs typeface="Trebuchet MS"/>
                <a:sym typeface="Trebuchet MS"/>
              </a:endParaRPr>
            </a:p>
            <a:p>
              <a:pPr marL="457200" lvl="0" indent="0" algn="l" rtl="0">
                <a:spcBef>
                  <a:spcPts val="0"/>
                </a:spcBef>
                <a:spcAft>
                  <a:spcPts val="0"/>
                </a:spcAft>
                <a:buClr>
                  <a:schemeClr val="dk1"/>
                </a:buClr>
                <a:buSzPts val="1100"/>
                <a:buFont typeface="Arial"/>
                <a:buNone/>
              </a:pPr>
              <a:r>
                <a:rPr lang="en" sz="1600">
                  <a:solidFill>
                    <a:schemeClr val="accent4">
                      <a:lumMod val="75000"/>
                    </a:schemeClr>
                  </a:solidFill>
                  <a:latin typeface="Trebuchet MS"/>
                  <a:ea typeface="Trebuchet MS"/>
                  <a:cs typeface="Trebuchet MS"/>
                  <a:sym typeface="Trebuchet MS"/>
                </a:rPr>
                <a:t>        acc.Name = Name;</a:t>
              </a:r>
              <a:endParaRPr sz="1600">
                <a:solidFill>
                  <a:schemeClr val="accent4">
                    <a:lumMod val="75000"/>
                  </a:schemeClr>
                </a:solidFill>
                <a:latin typeface="Trebuchet MS"/>
                <a:ea typeface="Trebuchet MS"/>
                <a:cs typeface="Trebuchet MS"/>
                <a:sym typeface="Trebuchet MS"/>
              </a:endParaRPr>
            </a:p>
            <a:p>
              <a:pPr marL="457200" lvl="0" indent="0" algn="l" rtl="0">
                <a:spcBef>
                  <a:spcPts val="0"/>
                </a:spcBef>
                <a:spcAft>
                  <a:spcPts val="0"/>
                </a:spcAft>
                <a:buClr>
                  <a:schemeClr val="dk1"/>
                </a:buClr>
                <a:buSzPts val="1100"/>
                <a:buFont typeface="Arial"/>
                <a:buNone/>
              </a:pPr>
              <a:r>
                <a:rPr lang="en" sz="1600">
                  <a:solidFill>
                    <a:schemeClr val="accent4">
                      <a:lumMod val="75000"/>
                    </a:schemeClr>
                  </a:solidFill>
                  <a:latin typeface="Trebuchet MS"/>
                  <a:ea typeface="Trebuchet MS"/>
                  <a:cs typeface="Trebuchet MS"/>
                  <a:sym typeface="Trebuchet MS"/>
                </a:rPr>
                <a:t>        insert acc;</a:t>
              </a:r>
              <a:endParaRPr sz="1600">
                <a:solidFill>
                  <a:schemeClr val="accent4">
                    <a:lumMod val="75000"/>
                  </a:schemeClr>
                </a:solidFill>
                <a:latin typeface="Trebuchet MS"/>
                <a:ea typeface="Trebuchet MS"/>
                <a:cs typeface="Trebuchet MS"/>
                <a:sym typeface="Trebuchet MS"/>
              </a:endParaRPr>
            </a:p>
            <a:p>
              <a:pPr marL="457200" lvl="0" indent="0" algn="l" rtl="0">
                <a:spcBef>
                  <a:spcPts val="0"/>
                </a:spcBef>
                <a:spcAft>
                  <a:spcPts val="0"/>
                </a:spcAft>
                <a:buClr>
                  <a:schemeClr val="dk1"/>
                </a:buClr>
                <a:buSzPts val="1100"/>
                <a:buFont typeface="Arial"/>
                <a:buNone/>
              </a:pPr>
              <a:r>
                <a:rPr lang="en" sz="1600">
                  <a:solidFill>
                    <a:schemeClr val="accent4">
                      <a:lumMod val="75000"/>
                    </a:schemeClr>
                  </a:solidFill>
                  <a:latin typeface="Trebuchet MS"/>
                  <a:ea typeface="Trebuchet MS"/>
                  <a:cs typeface="Trebuchet MS"/>
                  <a:sym typeface="Trebuchet MS"/>
                </a:rPr>
                <a:t>        return acc.Id;</a:t>
              </a:r>
              <a:endParaRPr sz="1600">
                <a:solidFill>
                  <a:schemeClr val="accent4">
                    <a:lumMod val="75000"/>
                  </a:schemeClr>
                </a:solidFill>
                <a:latin typeface="Trebuchet MS"/>
                <a:ea typeface="Trebuchet MS"/>
                <a:cs typeface="Trebuchet MS"/>
                <a:sym typeface="Trebuchet MS"/>
              </a:endParaRPr>
            </a:p>
            <a:p>
              <a:pPr marL="457200" lvl="0" indent="0" algn="l" rtl="0">
                <a:spcBef>
                  <a:spcPts val="0"/>
                </a:spcBef>
                <a:spcAft>
                  <a:spcPts val="0"/>
                </a:spcAft>
                <a:buClr>
                  <a:schemeClr val="dk1"/>
                </a:buClr>
                <a:buSzPts val="1100"/>
                <a:buFont typeface="Arial"/>
                <a:buNone/>
              </a:pPr>
              <a:r>
                <a:rPr lang="en" sz="1600">
                  <a:solidFill>
                    <a:schemeClr val="accent4">
                      <a:lumMod val="75000"/>
                    </a:schemeClr>
                  </a:solidFill>
                  <a:latin typeface="Trebuchet MS"/>
                  <a:ea typeface="Trebuchet MS"/>
                  <a:cs typeface="Trebuchet MS"/>
                  <a:sym typeface="Trebuchet MS"/>
                </a:rPr>
                <a:t>    }</a:t>
              </a:r>
              <a:endParaRPr sz="1600">
                <a:solidFill>
                  <a:schemeClr val="accent4">
                    <a:lumMod val="75000"/>
                  </a:schemeClr>
                </a:solidFill>
                <a:latin typeface="Trebuchet MS"/>
                <a:ea typeface="Trebuchet MS"/>
                <a:cs typeface="Trebuchet MS"/>
                <a:sym typeface="Trebuchet MS"/>
              </a:endParaRPr>
            </a:p>
            <a:p>
              <a:pPr marL="457200" lvl="0" indent="0" algn="l" rtl="0">
                <a:spcBef>
                  <a:spcPts val="0"/>
                </a:spcBef>
                <a:spcAft>
                  <a:spcPts val="0"/>
                </a:spcAft>
                <a:buClr>
                  <a:schemeClr val="dk1"/>
                </a:buClr>
                <a:buSzPts val="1100"/>
                <a:buFont typeface="Arial"/>
                <a:buNone/>
              </a:pPr>
              <a:r>
                <a:rPr lang="en" sz="1600">
                  <a:solidFill>
                    <a:schemeClr val="accent4">
                      <a:lumMod val="75000"/>
                    </a:schemeClr>
                  </a:solidFill>
                  <a:latin typeface="Trebuchet MS"/>
                  <a:ea typeface="Trebuchet MS"/>
                  <a:cs typeface="Trebuchet MS"/>
                  <a:sym typeface="Trebuchet MS"/>
                </a:rPr>
                <a:t>}</a:t>
              </a:r>
              <a:endParaRPr sz="1100">
                <a:solidFill>
                  <a:schemeClr val="accent4">
                    <a:lumMod val="75000"/>
                  </a:schemeClr>
                </a:solidFill>
                <a:highlight>
                  <a:srgbClr val="FFFFFF"/>
                </a:highlight>
              </a:endParaRPr>
            </a:p>
          </p:txBody>
        </p:sp>
      </p:grpSp>
    </p:spTree>
    <p:extLst>
      <p:ext uri="{BB962C8B-B14F-4D97-AF65-F5344CB8AC3E}">
        <p14:creationId xmlns:p14="http://schemas.microsoft.com/office/powerpoint/2010/main" val="4048422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5781E9-12BA-6497-EE6B-6A7FF3A626C4}"/>
              </a:ext>
            </a:extLst>
          </p:cNvPr>
          <p:cNvSpPr>
            <a:spLocks noGrp="1"/>
          </p:cNvSpPr>
          <p:nvPr>
            <p:ph type="body" sz="quarter" idx="12"/>
          </p:nvPr>
        </p:nvSpPr>
        <p:spPr/>
        <p:txBody>
          <a:bodyPr/>
          <a:lstStyle/>
          <a:p>
            <a:r>
              <a:rPr lang="en-IN"/>
              <a:t>Apex SOAP Web services​</a:t>
            </a:r>
          </a:p>
        </p:txBody>
      </p:sp>
      <p:grpSp>
        <p:nvGrpSpPr>
          <p:cNvPr id="2" name="Google Shape;449;p30">
            <a:extLst>
              <a:ext uri="{FF2B5EF4-FFF2-40B4-BE49-F238E27FC236}">
                <a16:creationId xmlns:a16="http://schemas.microsoft.com/office/drawing/2014/main" id="{3DD1D69C-8A73-6519-595D-5CB20D9E6770}"/>
              </a:ext>
            </a:extLst>
          </p:cNvPr>
          <p:cNvGrpSpPr/>
          <p:nvPr/>
        </p:nvGrpSpPr>
        <p:grpSpPr>
          <a:xfrm>
            <a:off x="2304980" y="1276345"/>
            <a:ext cx="7582037" cy="4465224"/>
            <a:chOff x="1099588" y="283725"/>
            <a:chExt cx="2109462" cy="4076400"/>
          </a:xfrm>
        </p:grpSpPr>
        <p:sp>
          <p:nvSpPr>
            <p:cNvPr id="12" name="Google Shape;450;p30">
              <a:extLst>
                <a:ext uri="{FF2B5EF4-FFF2-40B4-BE49-F238E27FC236}">
                  <a16:creationId xmlns:a16="http://schemas.microsoft.com/office/drawing/2014/main" id="{BBD8FBA4-95CF-639C-E462-A70CD6C0C2BD}"/>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 name="Google Shape;451;p30">
              <a:extLst>
                <a:ext uri="{FF2B5EF4-FFF2-40B4-BE49-F238E27FC236}">
                  <a16:creationId xmlns:a16="http://schemas.microsoft.com/office/drawing/2014/main" id="{D3F1B2B3-FDC3-5C5F-BEC6-89C52F410C8A}"/>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 name="Google Shape;452;p30">
              <a:extLst>
                <a:ext uri="{FF2B5EF4-FFF2-40B4-BE49-F238E27FC236}">
                  <a16:creationId xmlns:a16="http://schemas.microsoft.com/office/drawing/2014/main" id="{931861CC-C72A-FBCC-5A15-80A9DE51D717}"/>
                </a:ext>
              </a:extLst>
            </p:cNvPr>
            <p:cNvSpPr/>
            <p:nvPr/>
          </p:nvSpPr>
          <p:spPr>
            <a:xfrm>
              <a:off x="1099588" y="613802"/>
              <a:ext cx="1983900" cy="3419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0" algn="l" rtl="0">
                <a:spcBef>
                  <a:spcPts val="0"/>
                </a:spcBef>
                <a:spcAft>
                  <a:spcPts val="0"/>
                </a:spcAft>
                <a:buNone/>
              </a:pPr>
              <a:r>
                <a:rPr lang="en" sz="2400">
                  <a:solidFill>
                    <a:schemeClr val="accent4">
                      <a:lumMod val="75000"/>
                    </a:schemeClr>
                  </a:solidFill>
                  <a:latin typeface="Trebuchet MS"/>
                  <a:sym typeface="Trebuchet MS"/>
                </a:rPr>
                <a:t>Generating a WSDL from an Apex Class</a:t>
              </a:r>
              <a:endParaRPr sz="2400">
                <a:solidFill>
                  <a:schemeClr val="accent4">
                    <a:lumMod val="75000"/>
                  </a:schemeClr>
                </a:solidFill>
                <a:latin typeface="Trebuchet MS"/>
                <a:sym typeface="Trebuchet MS"/>
              </a:endParaRPr>
            </a:p>
            <a:p>
              <a:pPr marL="457200" lvl="0" indent="0" algn="l" rtl="0">
                <a:spcBef>
                  <a:spcPts val="0"/>
                </a:spcBef>
                <a:spcAft>
                  <a:spcPts val="0"/>
                </a:spcAft>
                <a:buNone/>
              </a:pPr>
              <a:endParaRPr sz="1800" b="1">
                <a:solidFill>
                  <a:srgbClr val="19BBD5"/>
                </a:solidFill>
                <a:latin typeface="Trebuchet MS"/>
                <a:ea typeface="Trebuchet MS"/>
                <a:cs typeface="Trebuchet MS"/>
                <a:sym typeface="Trebuchet MS"/>
              </a:endParaRPr>
            </a:p>
            <a:p>
              <a:pPr marL="457200" lvl="0" indent="0" algn="l" rtl="0">
                <a:spcBef>
                  <a:spcPts val="0"/>
                </a:spcBef>
                <a:spcAft>
                  <a:spcPts val="0"/>
                </a:spcAft>
                <a:buNone/>
              </a:pPr>
              <a:r>
                <a:rPr lang="en" sz="1600">
                  <a:solidFill>
                    <a:schemeClr val="accent4">
                      <a:lumMod val="75000"/>
                    </a:schemeClr>
                  </a:solidFill>
                  <a:latin typeface="Trebuchet MS"/>
                  <a:sym typeface="Trebuchet MS"/>
                </a:rPr>
                <a:t>A</a:t>
              </a:r>
              <a:r>
                <a:rPr lang="en">
                  <a:solidFill>
                    <a:srgbClr val="19BBD5"/>
                  </a:solidFill>
                  <a:latin typeface="Trebuchet MS"/>
                  <a:ea typeface="Trebuchet MS"/>
                  <a:cs typeface="Trebuchet MS"/>
                  <a:sym typeface="Trebuchet MS"/>
                </a:rPr>
                <a:t> </a:t>
              </a:r>
              <a:r>
                <a:rPr lang="en" sz="1600">
                  <a:solidFill>
                    <a:schemeClr val="accent4">
                      <a:lumMod val="75000"/>
                    </a:schemeClr>
                  </a:solidFill>
                  <a:latin typeface="Trebuchet MS"/>
                  <a:sym typeface="Trebuchet MS"/>
                </a:rPr>
                <a:t>developer of an external application can integrate with an Apex class containing WebService methods by generating a WSDL for the class.</a:t>
              </a:r>
              <a:endParaRPr sz="1600">
                <a:solidFill>
                  <a:schemeClr val="accent4">
                    <a:lumMod val="75000"/>
                  </a:schemeClr>
                </a:solidFill>
                <a:latin typeface="Trebuchet MS"/>
                <a:sym typeface="Trebuchet MS"/>
              </a:endParaRPr>
            </a:p>
            <a:p>
              <a:pPr marL="457200" lvl="0" indent="0" algn="l" rtl="0">
                <a:spcBef>
                  <a:spcPts val="0"/>
                </a:spcBef>
                <a:spcAft>
                  <a:spcPts val="0"/>
                </a:spcAft>
                <a:buNone/>
              </a:pPr>
              <a:endParaRPr sz="1600">
                <a:solidFill>
                  <a:schemeClr val="accent4">
                    <a:lumMod val="75000"/>
                  </a:schemeClr>
                </a:solidFill>
                <a:latin typeface="Trebuchet MS"/>
                <a:sym typeface="Trebuchet MS"/>
              </a:endParaRPr>
            </a:p>
            <a:p>
              <a:pPr marL="457200" lvl="0" indent="0" algn="l" rtl="0">
                <a:spcBef>
                  <a:spcPts val="0"/>
                </a:spcBef>
                <a:spcAft>
                  <a:spcPts val="0"/>
                </a:spcAft>
                <a:buNone/>
              </a:pPr>
              <a:r>
                <a:rPr lang="en" sz="1600">
                  <a:solidFill>
                    <a:schemeClr val="accent4">
                      <a:lumMod val="75000"/>
                    </a:schemeClr>
                  </a:solidFill>
                  <a:latin typeface="Trebuchet MS"/>
                  <a:sym typeface="Trebuchet MS"/>
                </a:rPr>
                <a:t>→ Setup </a:t>
              </a:r>
              <a:endParaRPr sz="1600">
                <a:solidFill>
                  <a:schemeClr val="accent4">
                    <a:lumMod val="75000"/>
                  </a:schemeClr>
                </a:solidFill>
                <a:latin typeface="Trebuchet MS"/>
                <a:sym typeface="Trebuchet MS"/>
              </a:endParaRPr>
            </a:p>
            <a:p>
              <a:pPr marL="457200" lvl="0" indent="0" algn="l" rtl="0">
                <a:spcBef>
                  <a:spcPts val="0"/>
                </a:spcBef>
                <a:spcAft>
                  <a:spcPts val="0"/>
                </a:spcAft>
                <a:buNone/>
              </a:pPr>
              <a:r>
                <a:rPr lang="en" sz="1600">
                  <a:solidFill>
                    <a:schemeClr val="accent4">
                      <a:lumMod val="75000"/>
                    </a:schemeClr>
                  </a:solidFill>
                  <a:latin typeface="Trebuchet MS"/>
                  <a:sym typeface="Trebuchet MS"/>
                </a:rPr>
                <a:t>→ Develop</a:t>
              </a:r>
              <a:endParaRPr sz="1600">
                <a:solidFill>
                  <a:schemeClr val="accent4">
                    <a:lumMod val="75000"/>
                  </a:schemeClr>
                </a:solidFill>
                <a:latin typeface="Trebuchet MS"/>
                <a:sym typeface="Trebuchet MS"/>
              </a:endParaRPr>
            </a:p>
            <a:p>
              <a:pPr marL="457200" lvl="0" indent="0" algn="l" rtl="0">
                <a:spcBef>
                  <a:spcPts val="0"/>
                </a:spcBef>
                <a:spcAft>
                  <a:spcPts val="0"/>
                </a:spcAft>
                <a:buNone/>
              </a:pPr>
              <a:r>
                <a:rPr lang="en" sz="1600">
                  <a:solidFill>
                    <a:schemeClr val="accent4">
                      <a:lumMod val="75000"/>
                    </a:schemeClr>
                  </a:solidFill>
                  <a:latin typeface="Trebuchet MS"/>
                  <a:sym typeface="Trebuchet MS"/>
                </a:rPr>
                <a:t>→ Apex Classes </a:t>
              </a:r>
              <a:endParaRPr sz="1600">
                <a:solidFill>
                  <a:schemeClr val="accent4">
                    <a:lumMod val="75000"/>
                  </a:schemeClr>
                </a:solidFill>
                <a:latin typeface="Trebuchet MS"/>
                <a:sym typeface="Trebuchet MS"/>
              </a:endParaRPr>
            </a:p>
            <a:p>
              <a:pPr marL="457200" lvl="0" indent="0" algn="l" rtl="0">
                <a:spcBef>
                  <a:spcPts val="0"/>
                </a:spcBef>
                <a:spcAft>
                  <a:spcPts val="0"/>
                </a:spcAft>
                <a:buNone/>
              </a:pPr>
              <a:r>
                <a:rPr lang="en" sz="1600">
                  <a:solidFill>
                    <a:schemeClr val="accent4">
                      <a:lumMod val="75000"/>
                    </a:schemeClr>
                  </a:solidFill>
                  <a:latin typeface="Trebuchet MS"/>
                  <a:sym typeface="Trebuchet MS"/>
                </a:rPr>
                <a:t>→ Click Generate WSDL </a:t>
              </a:r>
              <a:endParaRPr sz="1600">
                <a:solidFill>
                  <a:schemeClr val="accent4">
                    <a:lumMod val="75000"/>
                  </a:schemeClr>
                </a:solidFill>
                <a:latin typeface="Trebuchet MS"/>
                <a:sym typeface="Trebuchet MS"/>
              </a:endParaRPr>
            </a:p>
            <a:p>
              <a:pPr marL="457200" lvl="0" indent="0" algn="l" rtl="0">
                <a:spcBef>
                  <a:spcPts val="0"/>
                </a:spcBef>
                <a:spcAft>
                  <a:spcPts val="0"/>
                </a:spcAft>
                <a:buNone/>
              </a:pPr>
              <a:r>
                <a:rPr lang="en" sz="1600">
                  <a:solidFill>
                    <a:schemeClr val="accent4">
                      <a:lumMod val="75000"/>
                    </a:schemeClr>
                  </a:solidFill>
                  <a:latin typeface="Trebuchet MS"/>
                  <a:sym typeface="Trebuchet MS"/>
                </a:rPr>
                <a:t>→ Click the name of a class that contains webService methods.</a:t>
              </a:r>
              <a:endParaRPr sz="1600">
                <a:solidFill>
                  <a:schemeClr val="accent4">
                    <a:lumMod val="75000"/>
                  </a:schemeClr>
                </a:solidFill>
                <a:latin typeface="Trebuchet MS"/>
                <a:sym typeface="Trebuchet MS"/>
              </a:endParaRPr>
            </a:p>
            <a:p>
              <a:pPr marL="457200" lvl="0" indent="0" algn="l" rtl="0">
                <a:spcBef>
                  <a:spcPts val="0"/>
                </a:spcBef>
                <a:spcAft>
                  <a:spcPts val="0"/>
                </a:spcAft>
                <a:buNone/>
              </a:pPr>
              <a:endParaRPr>
                <a:solidFill>
                  <a:srgbClr val="19BBD5"/>
                </a:solidFill>
                <a:latin typeface="Trebuchet MS"/>
                <a:ea typeface="Trebuchet MS"/>
                <a:cs typeface="Trebuchet MS"/>
                <a:sym typeface="Trebuchet MS"/>
              </a:endParaRPr>
            </a:p>
            <a:p>
              <a:pPr marL="457200" lvl="0" indent="0" algn="l" rtl="0">
                <a:spcBef>
                  <a:spcPts val="0"/>
                </a:spcBef>
                <a:spcAft>
                  <a:spcPts val="0"/>
                </a:spcAft>
                <a:buNone/>
              </a:pPr>
              <a:endParaRPr>
                <a:solidFill>
                  <a:srgbClr val="19BBD5"/>
                </a:solidFill>
                <a:latin typeface="Trebuchet MS"/>
                <a:ea typeface="Trebuchet MS"/>
                <a:cs typeface="Trebuchet MS"/>
                <a:sym typeface="Trebuchet MS"/>
              </a:endParaRPr>
            </a:p>
            <a:p>
              <a:pPr marL="0" lvl="0" indent="0" algn="l" rtl="0">
                <a:lnSpc>
                  <a:spcPct val="142857"/>
                </a:lnSpc>
                <a:spcBef>
                  <a:spcPts val="400"/>
                </a:spcBef>
                <a:spcAft>
                  <a:spcPts val="0"/>
                </a:spcAft>
                <a:buClr>
                  <a:schemeClr val="dk1"/>
                </a:buClr>
                <a:buSzPts val="1100"/>
                <a:buFont typeface="Arial"/>
                <a:buNone/>
              </a:pPr>
              <a:endParaRPr sz="1050">
                <a:solidFill>
                  <a:srgbClr val="333333"/>
                </a:solidFill>
                <a:highlight>
                  <a:srgbClr val="FFFFFF"/>
                </a:highlight>
              </a:endParaRPr>
            </a:p>
            <a:p>
              <a:pPr marL="0" lvl="0" indent="0" algn="l" rtl="0">
                <a:lnSpc>
                  <a:spcPct val="115000"/>
                </a:lnSpc>
                <a:spcBef>
                  <a:spcPts val="0"/>
                </a:spcBef>
                <a:spcAft>
                  <a:spcPts val="0"/>
                </a:spcAft>
                <a:buNone/>
              </a:pPr>
              <a:endParaRPr sz="800">
                <a:solidFill>
                  <a:srgbClr val="1D7E74"/>
                </a:solidFill>
                <a:latin typeface="Roboto"/>
                <a:ea typeface="Roboto"/>
                <a:cs typeface="Roboto"/>
                <a:sym typeface="Roboto"/>
              </a:endParaRPr>
            </a:p>
          </p:txBody>
        </p:sp>
      </p:grpSp>
    </p:spTree>
    <p:extLst>
      <p:ext uri="{BB962C8B-B14F-4D97-AF65-F5344CB8AC3E}">
        <p14:creationId xmlns:p14="http://schemas.microsoft.com/office/powerpoint/2010/main" val="2181144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5781E9-12BA-6497-EE6B-6A7FF3A626C4}"/>
              </a:ext>
            </a:extLst>
          </p:cNvPr>
          <p:cNvSpPr>
            <a:spLocks noGrp="1"/>
          </p:cNvSpPr>
          <p:nvPr>
            <p:ph type="body" sz="quarter" idx="12"/>
          </p:nvPr>
        </p:nvSpPr>
        <p:spPr/>
        <p:txBody>
          <a:bodyPr/>
          <a:lstStyle/>
          <a:p>
            <a:r>
              <a:rPr lang="en-IN"/>
              <a:t>Apex SOAP Web services​</a:t>
            </a:r>
          </a:p>
        </p:txBody>
      </p:sp>
      <p:grpSp>
        <p:nvGrpSpPr>
          <p:cNvPr id="4" name="Google Shape;459;p31">
            <a:extLst>
              <a:ext uri="{FF2B5EF4-FFF2-40B4-BE49-F238E27FC236}">
                <a16:creationId xmlns:a16="http://schemas.microsoft.com/office/drawing/2014/main" id="{8B26C48A-8670-D925-8A90-0C3A0AC58B0E}"/>
              </a:ext>
            </a:extLst>
          </p:cNvPr>
          <p:cNvGrpSpPr/>
          <p:nvPr/>
        </p:nvGrpSpPr>
        <p:grpSpPr>
          <a:xfrm>
            <a:off x="1353879" y="1224686"/>
            <a:ext cx="9484242" cy="4984728"/>
            <a:chOff x="1099588" y="283725"/>
            <a:chExt cx="2109462" cy="4076400"/>
          </a:xfrm>
        </p:grpSpPr>
        <p:sp>
          <p:nvSpPr>
            <p:cNvPr id="5" name="Google Shape;460;p31">
              <a:extLst>
                <a:ext uri="{FF2B5EF4-FFF2-40B4-BE49-F238E27FC236}">
                  <a16:creationId xmlns:a16="http://schemas.microsoft.com/office/drawing/2014/main" id="{BC2FC37B-00E8-55FB-6C78-EAE0C745CDCF}"/>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461;p31">
              <a:extLst>
                <a:ext uri="{FF2B5EF4-FFF2-40B4-BE49-F238E27FC236}">
                  <a16:creationId xmlns:a16="http://schemas.microsoft.com/office/drawing/2014/main" id="{7239C9DF-FDA7-D4E2-7475-773C9F88BAD4}"/>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462;p31">
              <a:extLst>
                <a:ext uri="{FF2B5EF4-FFF2-40B4-BE49-F238E27FC236}">
                  <a16:creationId xmlns:a16="http://schemas.microsoft.com/office/drawing/2014/main" id="{199E7D48-0EC8-F3D1-2C0D-B6E9F9DB8274}"/>
                </a:ext>
              </a:extLst>
            </p:cNvPr>
            <p:cNvSpPr/>
            <p:nvPr/>
          </p:nvSpPr>
          <p:spPr>
            <a:xfrm>
              <a:off x="1099588" y="408641"/>
              <a:ext cx="1983900"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0" algn="l" rtl="0">
                <a:spcBef>
                  <a:spcPts val="0"/>
                </a:spcBef>
                <a:spcAft>
                  <a:spcPts val="0"/>
                </a:spcAft>
                <a:buNone/>
              </a:pPr>
              <a:r>
                <a:rPr lang="en" sz="2400">
                  <a:solidFill>
                    <a:schemeClr val="accent4">
                      <a:lumMod val="75000"/>
                    </a:schemeClr>
                  </a:solidFill>
                  <a:latin typeface="Trebuchet MS"/>
                  <a:sym typeface="Trebuchet MS"/>
                </a:rPr>
                <a:t>Consideration While Exposing Data using WebService Methods</a:t>
              </a:r>
              <a:endParaRPr sz="2400">
                <a:solidFill>
                  <a:schemeClr val="accent4">
                    <a:lumMod val="75000"/>
                  </a:schemeClr>
                </a:solidFill>
                <a:latin typeface="Trebuchet MS"/>
                <a:sym typeface="Trebuchet MS"/>
              </a:endParaRPr>
            </a:p>
            <a:p>
              <a:pPr marL="457200" lvl="0" indent="0" algn="l" rtl="0">
                <a:spcBef>
                  <a:spcPts val="0"/>
                </a:spcBef>
                <a:spcAft>
                  <a:spcPts val="0"/>
                </a:spcAft>
                <a:buNone/>
              </a:pPr>
              <a:endParaRPr sz="1800" b="1">
                <a:solidFill>
                  <a:srgbClr val="19BBD5"/>
                </a:solidFill>
                <a:latin typeface="Trebuchet MS"/>
                <a:ea typeface="Trebuchet MS"/>
                <a:cs typeface="Trebuchet MS"/>
                <a:sym typeface="Trebuchet MS"/>
              </a:endParaRPr>
            </a:p>
            <a:p>
              <a:pPr marL="457200" lvl="0" indent="-317500" algn="l" rtl="0">
                <a:spcBef>
                  <a:spcPts val="0"/>
                </a:spcBef>
                <a:spcAft>
                  <a:spcPts val="0"/>
                </a:spcAft>
                <a:buClr>
                  <a:schemeClr val="accent4">
                    <a:lumMod val="75000"/>
                  </a:schemeClr>
                </a:buClr>
                <a:buSzPts val="1400"/>
                <a:buFont typeface="Trebuchet MS"/>
                <a:buChar char="❖"/>
              </a:pPr>
              <a:r>
                <a:rPr lang="en" sz="1600">
                  <a:solidFill>
                    <a:schemeClr val="accent4">
                      <a:lumMod val="75000"/>
                    </a:schemeClr>
                  </a:solidFill>
                  <a:latin typeface="Trebuchet MS"/>
                  <a:sym typeface="Trebuchet MS"/>
                </a:rPr>
                <a:t>Invoking a custom WebService method always uses </a:t>
              </a:r>
              <a:r>
                <a:rPr lang="en" sz="1600" b="1">
                  <a:solidFill>
                    <a:schemeClr val="accent4">
                      <a:lumMod val="75000"/>
                    </a:schemeClr>
                  </a:solidFill>
                  <a:latin typeface="Trebuchet MS"/>
                  <a:sym typeface="Trebuchet MS"/>
                </a:rPr>
                <a:t>System context.</a:t>
              </a:r>
              <a:endParaRPr sz="1600" b="1">
                <a:solidFill>
                  <a:schemeClr val="accent4">
                    <a:lumMod val="75000"/>
                  </a:schemeClr>
                </a:solidFill>
                <a:latin typeface="Trebuchet MS"/>
              </a:endParaRPr>
            </a:p>
            <a:p>
              <a:pPr marL="457200" lvl="0" indent="-317500" algn="l" rtl="0">
                <a:spcBef>
                  <a:spcPts val="0"/>
                </a:spcBef>
                <a:spcAft>
                  <a:spcPts val="0"/>
                </a:spcAft>
                <a:buClr>
                  <a:schemeClr val="accent4">
                    <a:lumMod val="75000"/>
                  </a:schemeClr>
                </a:buClr>
                <a:buSzPts val="1400"/>
                <a:buFont typeface="Trebuchet MS"/>
                <a:buChar char="❖"/>
              </a:pPr>
              <a:r>
                <a:rPr lang="en" sz="1600">
                  <a:solidFill>
                    <a:schemeClr val="accent4">
                      <a:lumMod val="75000"/>
                    </a:schemeClr>
                  </a:solidFill>
                  <a:latin typeface="Trebuchet MS"/>
                  <a:sym typeface="Trebuchet MS"/>
                </a:rPr>
                <a:t>Consequently, the current user's credentials are not used, and any user who has access to these methods can use their full power, regardless of permissions, field-level security, or sharing rules.</a:t>
              </a:r>
              <a:endParaRPr sz="1600">
                <a:solidFill>
                  <a:schemeClr val="accent4">
                    <a:lumMod val="75000"/>
                  </a:schemeClr>
                </a:solidFill>
                <a:latin typeface="Trebuchet MS"/>
                <a:sym typeface="Trebuchet MS"/>
              </a:endParaRPr>
            </a:p>
            <a:p>
              <a:pPr marL="457200" lvl="0" indent="-317500" algn="l" rtl="0">
                <a:spcBef>
                  <a:spcPts val="0"/>
                </a:spcBef>
                <a:spcAft>
                  <a:spcPts val="0"/>
                </a:spcAft>
                <a:buClr>
                  <a:schemeClr val="accent4">
                    <a:lumMod val="75000"/>
                  </a:schemeClr>
                </a:buClr>
                <a:buSzPts val="1400"/>
                <a:buFont typeface="Trebuchet MS"/>
                <a:buChar char="❖"/>
              </a:pPr>
              <a:r>
                <a:rPr lang="en" sz="1600">
                  <a:solidFill>
                    <a:schemeClr val="accent4">
                      <a:lumMod val="75000"/>
                    </a:schemeClr>
                  </a:solidFill>
                  <a:latin typeface="Trebuchet MS"/>
                  <a:sym typeface="Trebuchet MS"/>
                </a:rPr>
                <a:t>Developers who expose methods with the WebService keyword should therefore take care that they are not inadvertently exposing any sensitive data.</a:t>
              </a:r>
              <a:endParaRPr sz="1600">
                <a:solidFill>
                  <a:schemeClr val="accent4">
                    <a:lumMod val="75000"/>
                  </a:schemeClr>
                </a:solidFill>
                <a:latin typeface="Trebuchet MS"/>
                <a:sym typeface="Trebuchet MS"/>
              </a:endParaRPr>
            </a:p>
            <a:p>
              <a:pPr marL="457200" lvl="0" indent="-317500" algn="l" rtl="0">
                <a:spcBef>
                  <a:spcPts val="0"/>
                </a:spcBef>
                <a:spcAft>
                  <a:spcPts val="0"/>
                </a:spcAft>
                <a:buClr>
                  <a:schemeClr val="accent4">
                    <a:lumMod val="75000"/>
                  </a:schemeClr>
                </a:buClr>
                <a:buSzPts val="1400"/>
                <a:buFont typeface="Trebuchet MS"/>
                <a:buChar char="❖"/>
              </a:pPr>
              <a:r>
                <a:rPr lang="en" sz="1600">
                  <a:solidFill>
                    <a:schemeClr val="accent4">
                      <a:lumMod val="75000"/>
                    </a:schemeClr>
                  </a:solidFill>
                  <a:latin typeface="Trebuchet MS"/>
                  <a:sym typeface="Trebuchet MS"/>
                </a:rPr>
                <a:t>Make use of the appropriate object or field describe result methods to check the current user’s access level on the objects and fields that the WebService method is accessing using the Dynamic Apex access.</a:t>
              </a:r>
              <a:endParaRPr sz="1600">
                <a:solidFill>
                  <a:schemeClr val="accent4">
                    <a:lumMod val="75000"/>
                  </a:schemeClr>
                </a:solidFill>
                <a:latin typeface="Trebuchet MS"/>
                <a:sym typeface="Trebuchet MS"/>
              </a:endParaRPr>
            </a:p>
            <a:p>
              <a:pPr marL="457200" lvl="0" indent="-317500" algn="l" rtl="0">
                <a:spcBef>
                  <a:spcPts val="0"/>
                </a:spcBef>
                <a:spcAft>
                  <a:spcPts val="0"/>
                </a:spcAft>
                <a:buClr>
                  <a:schemeClr val="accent4">
                    <a:lumMod val="75000"/>
                  </a:schemeClr>
                </a:buClr>
                <a:buSzPts val="1400"/>
                <a:buFont typeface="Trebuchet MS"/>
                <a:buChar char="❖"/>
              </a:pPr>
              <a:r>
                <a:rPr lang="en" sz="1600">
                  <a:solidFill>
                    <a:schemeClr val="accent4">
                      <a:lumMod val="75000"/>
                    </a:schemeClr>
                  </a:solidFill>
                  <a:latin typeface="Trebuchet MS"/>
                  <a:sym typeface="Trebuchet MS"/>
                </a:rPr>
                <a:t>Apex class methods that are exposed through the API with the WebService keyword don't enforce object permissions and field-level security by default.</a:t>
              </a:r>
              <a:endParaRPr sz="1600">
                <a:solidFill>
                  <a:schemeClr val="accent4">
                    <a:lumMod val="75000"/>
                  </a:schemeClr>
                </a:solidFill>
                <a:latin typeface="Trebuchet MS"/>
                <a:sym typeface="Trebuchet MS"/>
              </a:endParaRPr>
            </a:p>
            <a:p>
              <a:pPr marL="457200" lvl="0" indent="-317500" algn="l" rtl="0">
                <a:spcBef>
                  <a:spcPts val="0"/>
                </a:spcBef>
                <a:spcAft>
                  <a:spcPts val="0"/>
                </a:spcAft>
                <a:buClr>
                  <a:schemeClr val="accent4">
                    <a:lumMod val="75000"/>
                  </a:schemeClr>
                </a:buClr>
                <a:buSzPts val="1400"/>
                <a:buFont typeface="Trebuchet MS"/>
                <a:buChar char="❖"/>
              </a:pPr>
              <a:r>
                <a:rPr lang="en" sz="1600">
                  <a:solidFill>
                    <a:schemeClr val="accent4">
                      <a:lumMod val="75000"/>
                    </a:schemeClr>
                  </a:solidFill>
                  <a:latin typeface="Trebuchet MS"/>
                  <a:sym typeface="Trebuchet MS"/>
                </a:rPr>
                <a:t>To enforce sharing rules for WebService methods, declare the class that contains these methods with the sharing keyword.</a:t>
              </a:r>
              <a:endParaRPr sz="1600">
                <a:solidFill>
                  <a:schemeClr val="accent4">
                    <a:lumMod val="75000"/>
                  </a:schemeClr>
                </a:solidFill>
                <a:latin typeface="Trebuchet MS"/>
                <a:sym typeface="Trebuchet MS"/>
              </a:endParaRPr>
            </a:p>
            <a:p>
              <a:pPr marL="457200" lvl="0" indent="0" algn="l" rtl="0">
                <a:spcBef>
                  <a:spcPts val="0"/>
                </a:spcBef>
                <a:spcAft>
                  <a:spcPts val="0"/>
                </a:spcAft>
                <a:buNone/>
              </a:pPr>
              <a:endParaRPr>
                <a:solidFill>
                  <a:srgbClr val="19BBD5"/>
                </a:solidFill>
                <a:latin typeface="Trebuchet MS"/>
                <a:ea typeface="Trebuchet MS"/>
                <a:cs typeface="Trebuchet MS"/>
                <a:sym typeface="Trebuchet MS"/>
              </a:endParaRPr>
            </a:p>
            <a:p>
              <a:pPr marL="457200" lvl="0" indent="0" algn="l" rtl="0">
                <a:spcBef>
                  <a:spcPts val="0"/>
                </a:spcBef>
                <a:spcAft>
                  <a:spcPts val="0"/>
                </a:spcAft>
                <a:buNone/>
              </a:pPr>
              <a:endParaRPr>
                <a:solidFill>
                  <a:srgbClr val="19BBD5"/>
                </a:solidFill>
                <a:latin typeface="Trebuchet MS"/>
                <a:ea typeface="Trebuchet MS"/>
                <a:cs typeface="Trebuchet MS"/>
                <a:sym typeface="Trebuchet MS"/>
              </a:endParaRPr>
            </a:p>
            <a:p>
              <a:pPr marL="0" lvl="0" indent="0" algn="l" rtl="0">
                <a:lnSpc>
                  <a:spcPct val="142857"/>
                </a:lnSpc>
                <a:spcBef>
                  <a:spcPts val="400"/>
                </a:spcBef>
                <a:spcAft>
                  <a:spcPts val="0"/>
                </a:spcAft>
                <a:buClr>
                  <a:schemeClr val="dk1"/>
                </a:buClr>
                <a:buSzPts val="1100"/>
                <a:buFont typeface="Arial"/>
                <a:buNone/>
              </a:pPr>
              <a:endParaRPr sz="1050">
                <a:solidFill>
                  <a:srgbClr val="333333"/>
                </a:solidFill>
                <a:highlight>
                  <a:srgbClr val="FFFFFF"/>
                </a:highlight>
              </a:endParaRPr>
            </a:p>
            <a:p>
              <a:pPr marL="0" lvl="0" indent="0" algn="l" rtl="0">
                <a:lnSpc>
                  <a:spcPct val="115000"/>
                </a:lnSpc>
                <a:spcBef>
                  <a:spcPts val="0"/>
                </a:spcBef>
                <a:spcAft>
                  <a:spcPts val="0"/>
                </a:spcAft>
                <a:buNone/>
              </a:pPr>
              <a:endParaRPr sz="800">
                <a:solidFill>
                  <a:srgbClr val="1D7E74"/>
                </a:solidFill>
                <a:latin typeface="Roboto"/>
                <a:ea typeface="Roboto"/>
                <a:cs typeface="Roboto"/>
                <a:sym typeface="Roboto"/>
              </a:endParaRPr>
            </a:p>
          </p:txBody>
        </p:sp>
      </p:grpSp>
    </p:spTree>
    <p:extLst>
      <p:ext uri="{BB962C8B-B14F-4D97-AF65-F5344CB8AC3E}">
        <p14:creationId xmlns:p14="http://schemas.microsoft.com/office/powerpoint/2010/main" val="1469158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1FCAE-B9A7-69A1-59DC-6DB38BF3C1C0}"/>
              </a:ext>
            </a:extLst>
          </p:cNvPr>
          <p:cNvSpPr>
            <a:spLocks noGrp="1"/>
          </p:cNvSpPr>
          <p:nvPr>
            <p:ph sz="quarter" idx="11"/>
          </p:nvPr>
        </p:nvSpPr>
        <p:spPr>
          <a:xfrm>
            <a:off x="333864" y="514990"/>
            <a:ext cx="11522754" cy="4835525"/>
          </a:xfrm>
        </p:spPr>
        <p:txBody>
          <a:bodyPr lIns="91440" tIns="45720" rIns="91440" bIns="45720" anchor="t"/>
          <a:lstStyle/>
          <a:p>
            <a:pPr marL="0" indent="0">
              <a:buNone/>
            </a:pPr>
            <a:endParaRPr lang="en" sz="4000" b="1">
              <a:solidFill>
                <a:srgbClr val="19BBD5"/>
              </a:solidFill>
              <a:latin typeface="Trebuchet MS"/>
              <a:cs typeface="Calibri"/>
            </a:endParaRPr>
          </a:p>
          <a:p>
            <a:pPr marL="0" indent="0">
              <a:buNone/>
            </a:pPr>
            <a:endParaRPr lang="en" sz="4000" b="1">
              <a:solidFill>
                <a:srgbClr val="19BBD5"/>
              </a:solidFill>
              <a:latin typeface="Trebuchet MS"/>
              <a:cs typeface="Calibri"/>
            </a:endParaRPr>
          </a:p>
          <a:p>
            <a:pPr marL="0" indent="0">
              <a:buNone/>
            </a:pPr>
            <a:r>
              <a:rPr lang="en" sz="4000" b="1">
                <a:solidFill>
                  <a:srgbClr val="19BBD5"/>
                </a:solidFill>
                <a:latin typeface="Trebuchet MS"/>
                <a:cs typeface="Calibri"/>
              </a:rPr>
              <a:t>           2.2 Callouts using Apex: SOAP</a:t>
            </a:r>
            <a:endParaRPr lang="en-US" sz="4000">
              <a:cs typeface="Calibri"/>
            </a:endParaRPr>
          </a:p>
        </p:txBody>
      </p:sp>
    </p:spTree>
    <p:extLst>
      <p:ext uri="{BB962C8B-B14F-4D97-AF65-F5344CB8AC3E}">
        <p14:creationId xmlns:p14="http://schemas.microsoft.com/office/powerpoint/2010/main" val="1843232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p:txBody>
          <a:bodyPr lIns="91440" tIns="45720" rIns="91440" bIns="45720" anchor="t"/>
          <a:lstStyle/>
          <a:p>
            <a:r>
              <a:rPr lang="en-IN">
                <a:latin typeface="Calibri"/>
                <a:cs typeface="Calibri"/>
              </a:rPr>
              <a:t> Callouts using Apex: SOAP​</a:t>
            </a:r>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281223"/>
            <a:ext cx="10249786" cy="4295554"/>
            <a:chOff x="1099586" y="283725"/>
            <a:chExt cx="2109464"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090832"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600"/>
                </a:spcAft>
                <a:buNone/>
              </a:pPr>
              <a:r>
                <a:rPr lang="en-IN" sz="2400" b="1">
                  <a:solidFill>
                    <a:schemeClr val="accent4">
                      <a:lumMod val="75000"/>
                    </a:schemeClr>
                  </a:solidFill>
                  <a:latin typeface="Trebuchet MS"/>
                  <a:sym typeface="Trebuchet MS"/>
                </a:rPr>
                <a:t>Invoking External SOAP Services​</a:t>
              </a:r>
              <a:endParaRPr lang="en" sz="1800" b="1">
                <a:solidFill>
                  <a:schemeClr val="accent4">
                    <a:lumMod val="75000"/>
                  </a:schemeClr>
                </a:solidFill>
                <a:latin typeface="Trebuchet MS"/>
                <a:sym typeface="Trebuchet MS"/>
              </a:endParaRPr>
            </a:p>
            <a:p>
              <a:pPr marL="0" lvl="0" indent="0" algn="l" rtl="0">
                <a:spcBef>
                  <a:spcPts val="0"/>
                </a:spcBef>
                <a:spcAft>
                  <a:spcPts val="0"/>
                </a:spcAft>
                <a:buNone/>
              </a:pPr>
              <a:r>
                <a:rPr lang="en" sz="1800">
                  <a:solidFill>
                    <a:schemeClr val="accent4">
                      <a:lumMod val="75000"/>
                    </a:schemeClr>
                  </a:solidFill>
                  <a:latin typeface="Trebuchet MS"/>
                  <a:sym typeface="Trebuchet MS"/>
                </a:rPr>
                <a:t> Steps to consume a WSDL generated by an External Web Service and then make callouts : -</a:t>
              </a:r>
              <a:endParaRPr sz="1600">
                <a:solidFill>
                  <a:schemeClr val="accent4">
                    <a:lumMod val="75000"/>
                  </a:schemeClr>
                </a:solidFill>
                <a:latin typeface="Trebuchet MS"/>
                <a:sym typeface="Trebuchet MS"/>
              </a:endParaRPr>
            </a:p>
            <a:p>
              <a:pPr marL="0" lvl="0" indent="0" algn="l" rtl="0">
                <a:lnSpc>
                  <a:spcPct val="115000"/>
                </a:lnSpc>
                <a:spcBef>
                  <a:spcPts val="0"/>
                </a:spcBef>
                <a:spcAft>
                  <a:spcPts val="0"/>
                </a:spcAft>
                <a:buNone/>
              </a:pPr>
              <a:endParaRPr sz="1800">
                <a:solidFill>
                  <a:srgbClr val="19BBD5"/>
                </a:solidFill>
                <a:latin typeface="Trebuchet MS"/>
                <a:ea typeface="Trebuchet MS"/>
                <a:cs typeface="Trebuchet MS"/>
                <a:sym typeface="Trebuchet MS"/>
              </a:endParaRPr>
            </a:p>
            <a:p>
              <a:pPr marL="457200" lvl="0" indent="-330200" algn="l" rtl="0">
                <a:spcBef>
                  <a:spcPts val="0"/>
                </a:spcBef>
                <a:spcAft>
                  <a:spcPts val="0"/>
                </a:spcAft>
                <a:buClr>
                  <a:schemeClr val="accent4">
                    <a:lumMod val="75000"/>
                  </a:schemeClr>
                </a:buClr>
                <a:buSzPts val="1600"/>
                <a:buFont typeface="Trebuchet MS"/>
                <a:buAutoNum type="arabicPeriod"/>
              </a:pPr>
              <a:r>
                <a:rPr lang="en" sz="1600">
                  <a:solidFill>
                    <a:schemeClr val="accent4">
                      <a:lumMod val="75000"/>
                    </a:schemeClr>
                  </a:solidFill>
                  <a:latin typeface="Trebuchet MS"/>
                  <a:sym typeface="Trebuchet MS"/>
                </a:rPr>
                <a:t>Add Remote Site Settings</a:t>
              </a:r>
              <a:endParaRPr sz="1600">
                <a:solidFill>
                  <a:schemeClr val="accent4">
                    <a:lumMod val="75000"/>
                  </a:schemeClr>
                </a:solidFill>
                <a:latin typeface="Trebuchet MS"/>
                <a:sym typeface="Trebuchet MS"/>
              </a:endParaRPr>
            </a:p>
            <a:p>
              <a:pPr marL="914400" lvl="1" indent="-330200" algn="l" rtl="0">
                <a:spcBef>
                  <a:spcPts val="0"/>
                </a:spcBef>
                <a:spcAft>
                  <a:spcPts val="0"/>
                </a:spcAft>
                <a:buClr>
                  <a:schemeClr val="accent4">
                    <a:lumMod val="75000"/>
                  </a:schemeClr>
                </a:buClr>
                <a:buSzPts val="1600"/>
                <a:buFont typeface="Trebuchet MS"/>
                <a:buChar char="○"/>
              </a:pPr>
              <a:r>
                <a:rPr lang="en" sz="1600">
                  <a:solidFill>
                    <a:schemeClr val="accent4">
                      <a:lumMod val="75000"/>
                    </a:schemeClr>
                  </a:solidFill>
                  <a:latin typeface="Trebuchet MS"/>
                  <a:sym typeface="Trebuchet MS"/>
                </a:rPr>
                <a:t>Before any Apex callout can call an external site, that site must be registered in the Remote Site Settings page, or the callout fails.</a:t>
              </a:r>
              <a:endParaRPr sz="1600">
                <a:solidFill>
                  <a:schemeClr val="accent4">
                    <a:lumMod val="75000"/>
                  </a:schemeClr>
                </a:solidFill>
                <a:latin typeface="Trebuchet MS"/>
                <a:sym typeface="Trebuchet MS"/>
              </a:endParaRPr>
            </a:p>
            <a:p>
              <a:pPr marL="914400" lvl="1" indent="-330200" algn="l" rtl="0">
                <a:spcBef>
                  <a:spcPts val="0"/>
                </a:spcBef>
                <a:spcAft>
                  <a:spcPts val="0"/>
                </a:spcAft>
                <a:buClr>
                  <a:schemeClr val="accent4">
                    <a:lumMod val="75000"/>
                  </a:schemeClr>
                </a:buClr>
                <a:buSzPts val="1600"/>
                <a:buFont typeface="Trebuchet MS"/>
                <a:buChar char="○"/>
              </a:pPr>
              <a:r>
                <a:rPr lang="en" sz="1600">
                  <a:solidFill>
                    <a:schemeClr val="accent4">
                      <a:lumMod val="75000"/>
                    </a:schemeClr>
                  </a:solidFill>
                  <a:latin typeface="Trebuchet MS"/>
                  <a:sym typeface="Trebuchet MS"/>
                </a:rPr>
                <a:t>Salesforce prevents calls to unauthorized network addresses.</a:t>
              </a:r>
              <a:endParaRPr sz="1600">
                <a:solidFill>
                  <a:schemeClr val="accent4">
                    <a:lumMod val="75000"/>
                  </a:schemeClr>
                </a:solidFill>
                <a:latin typeface="Trebuchet MS"/>
                <a:sym typeface="Trebuchet MS"/>
              </a:endParaRPr>
            </a:p>
            <a:p>
              <a:pPr marL="457200" lvl="0" indent="-330200" algn="l" rtl="0">
                <a:spcBef>
                  <a:spcPts val="0"/>
                </a:spcBef>
                <a:spcAft>
                  <a:spcPts val="0"/>
                </a:spcAft>
                <a:buClr>
                  <a:schemeClr val="accent4">
                    <a:lumMod val="75000"/>
                  </a:schemeClr>
                </a:buClr>
                <a:buSzPts val="1600"/>
                <a:buFont typeface="Trebuchet MS"/>
                <a:buAutoNum type="arabicPeriod"/>
              </a:pPr>
              <a:r>
                <a:rPr lang="en" sz="1600">
                  <a:solidFill>
                    <a:schemeClr val="accent4">
                      <a:lumMod val="75000"/>
                    </a:schemeClr>
                  </a:solidFill>
                  <a:latin typeface="Trebuchet MS"/>
                  <a:sym typeface="Trebuchet MS"/>
                </a:rPr>
                <a:t>Defining a class from a WSDL Document.</a:t>
              </a:r>
              <a:br>
                <a:rPr lang="en" sz="1600">
                  <a:solidFill>
                    <a:schemeClr val="accent4">
                      <a:lumMod val="75000"/>
                    </a:schemeClr>
                  </a:solidFill>
                  <a:latin typeface="Trebuchet MS"/>
                  <a:sym typeface="Trebuchet MS"/>
                </a:rPr>
              </a:br>
              <a:r>
                <a:rPr lang="en-US" sz="1600">
                  <a:solidFill>
                    <a:schemeClr val="accent4">
                      <a:lumMod val="75000"/>
                    </a:schemeClr>
                  </a:solidFill>
                  <a:latin typeface="Trebuchet MS"/>
                  <a:sym typeface="Trebuchet MS"/>
                </a:rPr>
                <a:t>In the application, click Your Name</a:t>
              </a:r>
              <a:br>
                <a:rPr lang="en-US" sz="1600">
                  <a:solidFill>
                    <a:schemeClr val="accent4">
                      <a:lumMod val="75000"/>
                    </a:schemeClr>
                  </a:solidFill>
                  <a:latin typeface="Trebuchet MS"/>
                  <a:sym typeface="Trebuchet MS"/>
                </a:rPr>
              </a:br>
              <a:r>
                <a:rPr lang="en-US" sz="1600">
                  <a:solidFill>
                    <a:schemeClr val="accent4">
                      <a:lumMod val="75000"/>
                    </a:schemeClr>
                  </a:solidFill>
                  <a:latin typeface="Trebuchet MS"/>
                  <a:sym typeface="Trebuchet MS"/>
                </a:rPr>
                <a:t>Setup→ Develop → Apex Classes → Click Generate from WSDL. Click Browse to navigate to – A WSDL document on your local hard drive or network, or type in the full path.</a:t>
              </a:r>
              <a:endParaRPr lang="en" sz="1600">
                <a:solidFill>
                  <a:schemeClr val="accent4">
                    <a:lumMod val="75000"/>
                  </a:schemeClr>
                </a:solidFill>
                <a:latin typeface="Trebuchet MS"/>
                <a:sym typeface="Trebuchet MS"/>
              </a:endParaRPr>
            </a:p>
            <a:p>
              <a:pPr marL="457200" lvl="0" indent="-330200" algn="l" rtl="0">
                <a:spcBef>
                  <a:spcPts val="0"/>
                </a:spcBef>
                <a:spcAft>
                  <a:spcPts val="0"/>
                </a:spcAft>
                <a:buClr>
                  <a:schemeClr val="accent4">
                    <a:lumMod val="75000"/>
                  </a:schemeClr>
                </a:buClr>
                <a:buSzPts val="1600"/>
                <a:buFont typeface="Trebuchet MS"/>
                <a:buAutoNum type="arabicPeriod"/>
              </a:pPr>
              <a:r>
                <a:rPr lang="en-US" sz="1600">
                  <a:solidFill>
                    <a:schemeClr val="accent4">
                      <a:lumMod val="75000"/>
                    </a:schemeClr>
                  </a:solidFill>
                  <a:latin typeface="Trebuchet MS"/>
                  <a:sym typeface="Trebuchet MS"/>
                </a:rPr>
                <a:t>Click Parse WSDL to verify the WSDL document contents. The application generates a default class name for each namespace in the WSDL document and reports any errors.</a:t>
              </a:r>
            </a:p>
          </p:txBody>
        </p:sp>
      </p:grpSp>
    </p:spTree>
    <p:extLst>
      <p:ext uri="{BB962C8B-B14F-4D97-AF65-F5344CB8AC3E}">
        <p14:creationId xmlns:p14="http://schemas.microsoft.com/office/powerpoint/2010/main" val="1959994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a:xfrm>
            <a:off x="373969" y="523185"/>
            <a:ext cx="11444061" cy="627198"/>
          </a:xfrm>
        </p:spPr>
        <p:txBody>
          <a:bodyPr/>
          <a:lstStyle/>
          <a:p>
            <a:r>
              <a:rPr lang="en-IN"/>
              <a:t> Callouts using Apex : SOAP​</a:t>
            </a:r>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717158"/>
            <a:ext cx="10249786" cy="2620926"/>
            <a:chOff x="1099586" y="283725"/>
            <a:chExt cx="2109464"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090832"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600"/>
                </a:spcAft>
                <a:buNone/>
              </a:pPr>
              <a:r>
                <a:rPr lang="en-IN" sz="2400" b="1">
                  <a:solidFill>
                    <a:schemeClr val="accent4">
                      <a:lumMod val="75000"/>
                    </a:schemeClr>
                  </a:solidFill>
                  <a:latin typeface="Trebuchet MS"/>
                  <a:sym typeface="Trebuchet MS"/>
                </a:rPr>
                <a:t>Invoking External SOAP Services​</a:t>
              </a:r>
              <a:endParaRPr lang="en" sz="1800" b="1">
                <a:solidFill>
                  <a:schemeClr val="accent4">
                    <a:lumMod val="75000"/>
                  </a:schemeClr>
                </a:solidFill>
                <a:latin typeface="Trebuchet MS"/>
                <a:sym typeface="Trebuchet MS"/>
              </a:endParaRPr>
            </a:p>
            <a:p>
              <a:pPr marL="469900" lvl="0" indent="-342900" algn="l" rtl="0">
                <a:spcBef>
                  <a:spcPts val="0"/>
                </a:spcBef>
                <a:spcAft>
                  <a:spcPts val="0"/>
                </a:spcAft>
                <a:buClr>
                  <a:schemeClr val="accent4">
                    <a:lumMod val="75000"/>
                  </a:schemeClr>
                </a:buClr>
                <a:buSzPts val="1600"/>
                <a:buFont typeface="+mj-lt"/>
                <a:buAutoNum type="arabicPeriod" startAt="4"/>
              </a:pPr>
              <a:r>
                <a:rPr lang="en-US" sz="1600">
                  <a:solidFill>
                    <a:schemeClr val="accent4">
                      <a:lumMod val="75000"/>
                    </a:schemeClr>
                  </a:solidFill>
                  <a:latin typeface="Trebuchet MS"/>
                  <a:sym typeface="Trebuchet MS"/>
                </a:rPr>
                <a:t>Parsing will fail if the WSDL contains schema types or schema constructs that are not supported by Apex classes, or if the resulting classes exceed 1 million.​</a:t>
              </a:r>
            </a:p>
            <a:p>
              <a:pPr marL="457200" lvl="0" indent="-330200" algn="l" rtl="0">
                <a:spcBef>
                  <a:spcPts val="0"/>
                </a:spcBef>
                <a:spcAft>
                  <a:spcPts val="0"/>
                </a:spcAft>
                <a:buClr>
                  <a:schemeClr val="accent4">
                    <a:lumMod val="75000"/>
                  </a:schemeClr>
                </a:buClr>
                <a:buSzPts val="1600"/>
                <a:buFont typeface="Trebuchet MS"/>
                <a:buAutoNum type="arabicPeriod" startAt="4"/>
              </a:pPr>
              <a:r>
                <a:rPr lang="en-US" sz="1600">
                  <a:solidFill>
                    <a:schemeClr val="accent4">
                      <a:lumMod val="75000"/>
                    </a:schemeClr>
                  </a:solidFill>
                  <a:latin typeface="Trebuchet MS"/>
                  <a:sym typeface="Trebuchet MS"/>
                </a:rPr>
                <a:t>Click Generate Apex.​</a:t>
              </a:r>
            </a:p>
            <a:p>
              <a:pPr marL="914400" lvl="1" indent="-330200">
                <a:buClr>
                  <a:schemeClr val="accent4">
                    <a:lumMod val="75000"/>
                  </a:schemeClr>
                </a:buClr>
                <a:buSzPts val="1600"/>
                <a:buFont typeface="Arial" panose="020B0604020202020204" pitchFamily="34" charset="0"/>
                <a:buChar char="•"/>
              </a:pPr>
              <a:r>
                <a:rPr lang="en-US" sz="1600">
                  <a:solidFill>
                    <a:schemeClr val="accent4">
                      <a:lumMod val="75000"/>
                    </a:schemeClr>
                  </a:solidFill>
                  <a:latin typeface="Trebuchet MS"/>
                  <a:sym typeface="Trebuchet MS"/>
                </a:rPr>
                <a:t>The final page of the wizard shows which classes were successfully generated, along with any errors from other classes.​</a:t>
              </a:r>
            </a:p>
            <a:p>
              <a:pPr marL="914400" lvl="1" indent="-330200">
                <a:buClr>
                  <a:schemeClr val="accent4">
                    <a:lumMod val="75000"/>
                  </a:schemeClr>
                </a:buClr>
                <a:buSzPts val="1600"/>
                <a:buFont typeface="Arial" panose="020B0604020202020204" pitchFamily="34" charset="0"/>
                <a:buChar char="•"/>
              </a:pPr>
              <a:r>
                <a:rPr lang="en-US" sz="1600">
                  <a:solidFill>
                    <a:schemeClr val="accent4">
                      <a:lumMod val="75000"/>
                    </a:schemeClr>
                  </a:solidFill>
                  <a:latin typeface="Trebuchet MS"/>
                  <a:sym typeface="Trebuchet MS"/>
                </a:rPr>
                <a:t>The page also provides a link to view successfully generated code.</a:t>
              </a:r>
              <a:endParaRPr lang="en-IN" sz="1600">
                <a:solidFill>
                  <a:schemeClr val="accent4">
                    <a:lumMod val="75000"/>
                  </a:schemeClr>
                </a:solidFill>
                <a:latin typeface="Trebuchet MS"/>
                <a:sym typeface="Trebuchet MS"/>
              </a:endParaRPr>
            </a:p>
            <a:p>
              <a:pPr marL="457200" lvl="0" indent="0" algn="l" rtl="0">
                <a:spcBef>
                  <a:spcPts val="0"/>
                </a:spcBef>
                <a:spcAft>
                  <a:spcPts val="0"/>
                </a:spcAft>
                <a:buNone/>
              </a:pPr>
              <a:endParaRPr lang="en" sz="1600">
                <a:solidFill>
                  <a:schemeClr val="accent4">
                    <a:lumMod val="75000"/>
                  </a:schemeClr>
                </a:solidFill>
                <a:latin typeface="Trebuchet MS"/>
                <a:sym typeface="Trebuchet MS"/>
              </a:endParaRPr>
            </a:p>
          </p:txBody>
        </p:sp>
      </p:grpSp>
    </p:spTree>
    <p:extLst>
      <p:ext uri="{BB962C8B-B14F-4D97-AF65-F5344CB8AC3E}">
        <p14:creationId xmlns:p14="http://schemas.microsoft.com/office/powerpoint/2010/main" val="2930642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a:xfrm>
            <a:off x="373969" y="523185"/>
            <a:ext cx="11444061" cy="627198"/>
          </a:xfrm>
        </p:spPr>
        <p:txBody>
          <a:bodyPr lIns="91440" tIns="45720" rIns="91440" bIns="45720" anchor="t"/>
          <a:lstStyle/>
          <a:p>
            <a:r>
              <a:rPr lang="en-IN">
                <a:latin typeface="Calibri"/>
                <a:cs typeface="Calibri"/>
              </a:rPr>
              <a:t> Callouts using Apex : SOAP​ Callout</a:t>
            </a:r>
            <a:endParaRPr lang="en-IN"/>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869507" y="1412358"/>
            <a:ext cx="10239626" cy="5116339"/>
            <a:chOff x="1099586" y="283725"/>
            <a:chExt cx="2107373" cy="4009609"/>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28309" cy="375791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090832"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0" rtl="0">
                <a:spcBef>
                  <a:spcPts val="0"/>
                </a:spcBef>
                <a:buNone/>
              </a:pPr>
              <a:endParaRPr lang="en" sz="1600">
                <a:solidFill>
                  <a:schemeClr val="accent4">
                    <a:lumMod val="75000"/>
                  </a:schemeClr>
                </a:solidFill>
                <a:latin typeface="Trebuchet MS"/>
                <a:sym typeface="Trebuchet MS"/>
              </a:endParaRPr>
            </a:p>
          </p:txBody>
        </p:sp>
      </p:grpSp>
      <p:sp>
        <p:nvSpPr>
          <p:cNvPr id="10" name="Google Shape;442;p29">
            <a:extLst>
              <a:ext uri="{FF2B5EF4-FFF2-40B4-BE49-F238E27FC236}">
                <a16:creationId xmlns:a16="http://schemas.microsoft.com/office/drawing/2014/main" id="{454EA9F0-4053-AAFA-8F4A-0B0B59FF192D}"/>
              </a:ext>
            </a:extLst>
          </p:cNvPr>
          <p:cNvSpPr/>
          <p:nvPr/>
        </p:nvSpPr>
        <p:spPr>
          <a:xfrm>
            <a:off x="1480289" y="1944079"/>
            <a:ext cx="8719917" cy="24048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1600">
                <a:solidFill>
                  <a:schemeClr val="accent4">
                    <a:lumMod val="75000"/>
                  </a:schemeClr>
                </a:solidFill>
                <a:ea typeface="Trebuchet MS"/>
                <a:sym typeface="Trebuchet MS"/>
              </a:rPr>
              <a:t>public static String callCreateAccount(String accountName){</a:t>
            </a:r>
            <a:endParaRPr lang="en-US">
              <a:solidFill>
                <a:schemeClr val="accent4">
                  <a:lumMod val="75000"/>
                </a:schemeClr>
              </a:solidFill>
            </a:endParaRPr>
          </a:p>
          <a:p>
            <a:endParaRPr lang="en">
              <a:sym typeface="Trebuchet MS"/>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partnerSoapSforceCom.Soap</a:t>
            </a:r>
            <a:r>
              <a:rPr lang="en" sz="1600">
                <a:solidFill>
                  <a:schemeClr val="accent4">
                    <a:lumMod val="75000"/>
                  </a:schemeClr>
                </a:solidFill>
                <a:sym typeface="Trebuchet MS"/>
              </a:rPr>
              <a:t> </a:t>
            </a:r>
            <a:r>
              <a:rPr lang="en" sz="1600" err="1">
                <a:solidFill>
                  <a:schemeClr val="accent4">
                    <a:lumMod val="75000"/>
                  </a:schemeClr>
                </a:solidFill>
                <a:sym typeface="Trebuchet MS"/>
              </a:rPr>
              <a:t>soapObj</a:t>
            </a:r>
            <a:r>
              <a:rPr lang="en" sz="1600">
                <a:solidFill>
                  <a:schemeClr val="accent4">
                    <a:lumMod val="75000"/>
                  </a:schemeClr>
                </a:solidFill>
                <a:sym typeface="Trebuchet MS"/>
              </a:rPr>
              <a:t> = new </a:t>
            </a:r>
            <a:r>
              <a:rPr lang="en" sz="1600" err="1">
                <a:solidFill>
                  <a:schemeClr val="accent4">
                    <a:lumMod val="75000"/>
                  </a:schemeClr>
                </a:solidFill>
                <a:sym typeface="Trebuchet MS"/>
              </a:rPr>
              <a:t>partnerSoapSforceCom.Soap</a:t>
            </a:r>
            <a:r>
              <a:rPr lang="en" sz="1600">
                <a:solidFill>
                  <a:schemeClr val="accent4">
                    <a:lumMod val="75000"/>
                  </a:schemeClr>
                </a:solidFill>
                <a:sym typeface="Trebuchet MS"/>
              </a:rPr>
              <a:t>();</a:t>
            </a:r>
            <a:endParaRPr lang="en">
              <a:solidFill>
                <a:schemeClr val="accent4">
                  <a:lumMod val="75000"/>
                </a:schemeClr>
              </a:solidFill>
              <a:sym typeface="Trebuchet MS"/>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partnerSoapSforceCom.LoginResult</a:t>
            </a:r>
            <a:r>
              <a:rPr lang="en" sz="1600">
                <a:solidFill>
                  <a:schemeClr val="accent4">
                    <a:lumMod val="75000"/>
                  </a:schemeClr>
                </a:solidFill>
                <a:sym typeface="Trebuchet MS"/>
              </a:rPr>
              <a:t> </a:t>
            </a:r>
            <a:r>
              <a:rPr lang="en" sz="1600" err="1">
                <a:solidFill>
                  <a:schemeClr val="accent4">
                    <a:lumMod val="75000"/>
                  </a:schemeClr>
                </a:solidFill>
                <a:sym typeface="Trebuchet MS"/>
              </a:rPr>
              <a:t>loginResultObj</a:t>
            </a:r>
            <a:r>
              <a:rPr lang="en" sz="1600">
                <a:solidFill>
                  <a:schemeClr val="accent4">
                    <a:lumMod val="75000"/>
                  </a:schemeClr>
                </a:solidFill>
                <a:sym typeface="Trebuchet MS"/>
              </a:rPr>
              <a:t> = </a:t>
            </a:r>
            <a:r>
              <a:rPr lang="en" sz="1600" err="1">
                <a:solidFill>
                  <a:schemeClr val="accent4">
                    <a:lumMod val="75000"/>
                  </a:schemeClr>
                </a:solidFill>
                <a:sym typeface="Trebuchet MS"/>
              </a:rPr>
              <a:t>soapObj.login</a:t>
            </a:r>
            <a:r>
              <a:rPr lang="en" sz="1600">
                <a:solidFill>
                  <a:schemeClr val="accent4">
                    <a:lumMod val="75000"/>
                  </a:schemeClr>
                </a:solidFill>
                <a:sym typeface="Trebuchet MS"/>
              </a:rPr>
              <a:t>(username, </a:t>
            </a:r>
            <a:r>
              <a:rPr lang="en" sz="1600" err="1">
                <a:solidFill>
                  <a:schemeClr val="accent4">
                    <a:lumMod val="75000"/>
                  </a:schemeClr>
                </a:solidFill>
                <a:sym typeface="Trebuchet MS"/>
              </a:rPr>
              <a:t>passToken</a:t>
            </a:r>
            <a:r>
              <a:rPr lang="en" sz="1600">
                <a:solidFill>
                  <a:schemeClr val="accent4">
                    <a:lumMod val="75000"/>
                  </a:schemeClr>
                </a:solidFill>
                <a:sym typeface="Trebuchet MS"/>
              </a:rPr>
              <a:t>);</a:t>
            </a:r>
            <a:endParaRPr lang="en">
              <a:solidFill>
                <a:schemeClr val="accent4">
                  <a:lumMod val="75000"/>
                </a:schemeClr>
              </a:solidFill>
              <a:sym typeface="Trebuchet MS"/>
            </a:endParaRPr>
          </a:p>
          <a:p>
            <a:r>
              <a:rPr lang="en" sz="1600">
                <a:solidFill>
                  <a:schemeClr val="accent4">
                    <a:lumMod val="75000"/>
                  </a:schemeClr>
                </a:solidFill>
                <a:sym typeface="Trebuchet MS"/>
              </a:rPr>
              <a:t>    </a:t>
            </a:r>
            <a:endParaRPr lang="en">
              <a:solidFill>
                <a:schemeClr val="accent4">
                  <a:lumMod val="75000"/>
                </a:schemeClr>
              </a:solidFill>
              <a:sym typeface="Trebuchet MS"/>
            </a:endParaRPr>
          </a:p>
          <a:p>
            <a:r>
              <a:rPr lang="en" sz="1600">
                <a:solidFill>
                  <a:schemeClr val="accent4">
                    <a:lumMod val="75000"/>
                  </a:schemeClr>
                </a:solidFill>
                <a:ea typeface="Trebuchet MS"/>
                <a:sym typeface="Trebuchet MS"/>
              </a:rPr>
              <a:t>    </a:t>
            </a:r>
            <a:r>
              <a:rPr lang="en" sz="1600" err="1">
                <a:solidFill>
                  <a:schemeClr val="accent4">
                    <a:lumMod val="75000"/>
                  </a:schemeClr>
                </a:solidFill>
                <a:ea typeface="Trebuchet MS"/>
                <a:sym typeface="Trebuchet MS"/>
              </a:rPr>
              <a:t>soapSforceComSchemasClassAccountweb.SessionHeader_element</a:t>
            </a:r>
            <a:r>
              <a:rPr lang="en" sz="1600">
                <a:solidFill>
                  <a:schemeClr val="accent4">
                    <a:lumMod val="75000"/>
                  </a:schemeClr>
                </a:solidFill>
                <a:ea typeface="Trebuchet MS"/>
                <a:sym typeface="Trebuchet MS"/>
              </a:rPr>
              <a:t> </a:t>
            </a:r>
            <a:r>
              <a:rPr lang="en" sz="1600" err="1">
                <a:solidFill>
                  <a:schemeClr val="accent4">
                    <a:lumMod val="75000"/>
                  </a:schemeClr>
                </a:solidFill>
                <a:ea typeface="Trebuchet MS"/>
                <a:sym typeface="Trebuchet MS"/>
              </a:rPr>
              <a:t>sessionObj</a:t>
            </a:r>
            <a:r>
              <a:rPr lang="en" sz="1600">
                <a:solidFill>
                  <a:schemeClr val="accent4">
                    <a:lumMod val="75000"/>
                  </a:schemeClr>
                </a:solidFill>
                <a:ea typeface="Trebuchet MS"/>
                <a:sym typeface="Trebuchet MS"/>
              </a:rPr>
              <a:t> = new </a:t>
            </a:r>
            <a:r>
              <a:rPr lang="en" sz="1600" err="1">
                <a:solidFill>
                  <a:schemeClr val="accent4">
                    <a:lumMod val="75000"/>
                  </a:schemeClr>
                </a:solidFill>
                <a:ea typeface="Trebuchet MS"/>
                <a:sym typeface="Trebuchet MS"/>
              </a:rPr>
              <a:t>soapSforceComSchemasClassAccountweb.SessionHeader_element</a:t>
            </a:r>
            <a:r>
              <a:rPr lang="en" sz="1600">
                <a:solidFill>
                  <a:schemeClr val="accent4">
                    <a:lumMod val="75000"/>
                  </a:schemeClr>
                </a:solidFill>
                <a:ea typeface="Trebuchet MS"/>
                <a:sym typeface="Trebuchet MS"/>
              </a:rPr>
              <a:t>();</a:t>
            </a:r>
            <a:endParaRPr>
              <a:solidFill>
                <a:schemeClr val="accent4">
                  <a:lumMod val="75000"/>
                </a:schemeClr>
              </a:solidFill>
            </a:endParaRPr>
          </a:p>
          <a:p>
            <a:r>
              <a:rPr lang="en" sz="1600">
                <a:solidFill>
                  <a:schemeClr val="accent4">
                    <a:lumMod val="75000"/>
                  </a:schemeClr>
                </a:solidFill>
                <a:ea typeface="Trebuchet MS"/>
                <a:sym typeface="Trebuchet MS"/>
              </a:rPr>
              <a:t>    </a:t>
            </a:r>
            <a:r>
              <a:rPr lang="en" sz="1600" err="1">
                <a:solidFill>
                  <a:schemeClr val="accent4">
                    <a:lumMod val="75000"/>
                  </a:schemeClr>
                </a:solidFill>
                <a:ea typeface="Trebuchet MS"/>
                <a:sym typeface="Trebuchet MS"/>
              </a:rPr>
              <a:t>sessionObj.sessionId</a:t>
            </a:r>
            <a:r>
              <a:rPr lang="en" sz="1600">
                <a:solidFill>
                  <a:schemeClr val="accent4">
                    <a:lumMod val="75000"/>
                  </a:schemeClr>
                </a:solidFill>
                <a:ea typeface="Trebuchet MS"/>
                <a:sym typeface="Trebuchet MS"/>
              </a:rPr>
              <a:t> = </a:t>
            </a:r>
            <a:r>
              <a:rPr lang="en" sz="1600" err="1">
                <a:solidFill>
                  <a:schemeClr val="accent4">
                    <a:lumMod val="75000"/>
                  </a:schemeClr>
                </a:solidFill>
                <a:ea typeface="Trebuchet MS"/>
                <a:sym typeface="Trebuchet MS"/>
              </a:rPr>
              <a:t>loginResultObj.sessionId</a:t>
            </a:r>
            <a:r>
              <a:rPr lang="en" sz="1600">
                <a:solidFill>
                  <a:schemeClr val="accent4">
                    <a:lumMod val="75000"/>
                  </a:schemeClr>
                </a:solidFill>
                <a:ea typeface="Trebuchet MS"/>
                <a:sym typeface="Trebuchet MS"/>
              </a:rPr>
              <a:t>;</a:t>
            </a:r>
            <a:endParaRPr>
              <a:solidFill>
                <a:schemeClr val="accent4">
                  <a:lumMod val="75000"/>
                </a:schemeClr>
              </a:solidFill>
            </a:endParaRPr>
          </a:p>
          <a:p>
            <a:r>
              <a:rPr lang="en" sz="1600">
                <a:solidFill>
                  <a:schemeClr val="accent4">
                    <a:lumMod val="75000"/>
                  </a:schemeClr>
                </a:solidFill>
                <a:sym typeface="Trebuchet MS"/>
              </a:rPr>
              <a:t>    </a:t>
            </a:r>
            <a:endParaRPr lang="en">
              <a:solidFill>
                <a:schemeClr val="accent4">
                  <a:lumMod val="75000"/>
                </a:schemeClr>
              </a:solidFill>
              <a:sym typeface="Trebuchet MS"/>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soapSforceComSchemasClassAccountweb.AccountWebService</a:t>
            </a:r>
            <a:r>
              <a:rPr lang="en" sz="1600">
                <a:solidFill>
                  <a:schemeClr val="accent4">
                    <a:lumMod val="75000"/>
                  </a:schemeClr>
                </a:solidFill>
                <a:sym typeface="Trebuchet MS"/>
              </a:rPr>
              <a:t> </a:t>
            </a:r>
            <a:r>
              <a:rPr lang="en" sz="1600" err="1">
                <a:solidFill>
                  <a:schemeClr val="accent4">
                    <a:lumMod val="75000"/>
                  </a:schemeClr>
                </a:solidFill>
                <a:sym typeface="Trebuchet MS"/>
              </a:rPr>
              <a:t>accountWebServiceObj</a:t>
            </a:r>
            <a:r>
              <a:rPr lang="en" sz="1600">
                <a:solidFill>
                  <a:schemeClr val="accent4">
                    <a:lumMod val="75000"/>
                  </a:schemeClr>
                </a:solidFill>
                <a:sym typeface="Trebuchet MS"/>
              </a:rPr>
              <a:t> = new </a:t>
            </a:r>
            <a:r>
              <a:rPr lang="en" sz="1600" err="1">
                <a:solidFill>
                  <a:schemeClr val="accent4">
                    <a:lumMod val="75000"/>
                  </a:schemeClr>
                </a:solidFill>
                <a:sym typeface="Trebuchet MS"/>
              </a:rPr>
              <a:t>soapSforceComSchemasClassAccountweb.AccountWebService</a:t>
            </a:r>
            <a:r>
              <a:rPr lang="en" sz="1600">
                <a:solidFill>
                  <a:schemeClr val="accent4">
                    <a:lumMod val="75000"/>
                  </a:schemeClr>
                </a:solidFill>
                <a:sym typeface="Trebuchet MS"/>
              </a:rPr>
              <a:t>();</a:t>
            </a:r>
            <a:endParaRPr lang="en">
              <a:solidFill>
                <a:schemeClr val="accent4">
                  <a:lumMod val="75000"/>
                </a:schemeClr>
              </a:solidFill>
              <a:sym typeface="Trebuchet MS"/>
            </a:endParaRPr>
          </a:p>
          <a:p>
            <a:r>
              <a:rPr lang="en" sz="1600">
                <a:solidFill>
                  <a:schemeClr val="accent4">
                    <a:lumMod val="75000"/>
                  </a:schemeClr>
                </a:solidFill>
                <a:ea typeface="Trebuchet MS"/>
                <a:sym typeface="Trebuchet MS"/>
              </a:rPr>
              <a:t>    </a:t>
            </a:r>
            <a:r>
              <a:rPr lang="en" sz="1600" err="1">
                <a:solidFill>
                  <a:schemeClr val="accent4">
                    <a:lumMod val="75000"/>
                  </a:schemeClr>
                </a:solidFill>
                <a:ea typeface="Trebuchet MS"/>
                <a:sym typeface="Trebuchet MS"/>
              </a:rPr>
              <a:t>accountWebServiceObj.SessionHeader</a:t>
            </a:r>
            <a:r>
              <a:rPr lang="en" sz="1600">
                <a:solidFill>
                  <a:schemeClr val="accent4">
                    <a:lumMod val="75000"/>
                  </a:schemeClr>
                </a:solidFill>
                <a:ea typeface="Trebuchet MS"/>
                <a:sym typeface="Trebuchet MS"/>
              </a:rPr>
              <a:t> = </a:t>
            </a:r>
            <a:r>
              <a:rPr lang="en" sz="1600" err="1">
                <a:solidFill>
                  <a:schemeClr val="accent4">
                    <a:lumMod val="75000"/>
                  </a:schemeClr>
                </a:solidFill>
                <a:ea typeface="Trebuchet MS"/>
                <a:sym typeface="Trebuchet MS"/>
              </a:rPr>
              <a:t>sessionObj</a:t>
            </a:r>
            <a:r>
              <a:rPr lang="en" sz="1600">
                <a:solidFill>
                  <a:schemeClr val="accent4">
                    <a:lumMod val="75000"/>
                  </a:schemeClr>
                </a:solidFill>
                <a:ea typeface="Trebuchet MS"/>
                <a:sym typeface="Trebuchet MS"/>
              </a:rPr>
              <a:t>;</a:t>
            </a:r>
            <a:endParaRPr>
              <a:solidFill>
                <a:schemeClr val="accent4">
                  <a:lumMod val="75000"/>
                </a:schemeClr>
              </a:solidFill>
            </a:endParaRPr>
          </a:p>
          <a:p>
            <a:r>
              <a:rPr lang="en" sz="1600">
                <a:solidFill>
                  <a:schemeClr val="accent4">
                    <a:lumMod val="75000"/>
                  </a:schemeClr>
                </a:solidFill>
                <a:sym typeface="Trebuchet MS"/>
              </a:rPr>
              <a:t>    </a:t>
            </a:r>
            <a:endParaRPr lang="en">
              <a:solidFill>
                <a:schemeClr val="accent4">
                  <a:lumMod val="75000"/>
                </a:schemeClr>
              </a:solidFill>
              <a:sym typeface="Trebuchet MS"/>
            </a:endParaRPr>
          </a:p>
          <a:p>
            <a:r>
              <a:rPr lang="en" sz="1600">
                <a:solidFill>
                  <a:schemeClr val="accent4">
                    <a:lumMod val="75000"/>
                  </a:schemeClr>
                </a:solidFill>
                <a:sym typeface="Trebuchet MS"/>
              </a:rPr>
              <a:t>    String response = </a:t>
            </a:r>
            <a:r>
              <a:rPr lang="en" sz="1600" err="1">
                <a:solidFill>
                  <a:schemeClr val="accent4">
                    <a:lumMod val="75000"/>
                  </a:schemeClr>
                </a:solidFill>
                <a:sym typeface="Trebuchet MS"/>
              </a:rPr>
              <a:t>accountWebServiceObj.createAccount</a:t>
            </a:r>
            <a:r>
              <a:rPr lang="en" sz="1600">
                <a:solidFill>
                  <a:schemeClr val="accent4">
                    <a:lumMod val="75000"/>
                  </a:schemeClr>
                </a:solidFill>
                <a:sym typeface="Trebuchet MS"/>
              </a:rPr>
              <a:t>(</a:t>
            </a:r>
            <a:r>
              <a:rPr lang="en" sz="1600" err="1">
                <a:solidFill>
                  <a:schemeClr val="accent4">
                    <a:lumMod val="75000"/>
                  </a:schemeClr>
                </a:solidFill>
                <a:sym typeface="Trebuchet MS"/>
              </a:rPr>
              <a:t>accountName</a:t>
            </a:r>
            <a:r>
              <a:rPr lang="en" sz="1600">
                <a:solidFill>
                  <a:schemeClr val="accent4">
                    <a:lumMod val="75000"/>
                  </a:schemeClr>
                </a:solidFill>
                <a:sym typeface="Trebuchet MS"/>
              </a:rPr>
              <a:t>);</a:t>
            </a:r>
            <a:endParaRPr lang="en">
              <a:sym typeface="Trebuchet MS"/>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System.debug</a:t>
            </a:r>
            <a:r>
              <a:rPr lang="en" sz="1600">
                <a:solidFill>
                  <a:schemeClr val="accent4">
                    <a:lumMod val="75000"/>
                  </a:schemeClr>
                </a:solidFill>
                <a:sym typeface="Trebuchet MS"/>
              </a:rPr>
              <a:t>('Response (Account ID):'+response);</a:t>
            </a:r>
            <a:endParaRPr lang="en">
              <a:sym typeface="Trebuchet MS"/>
            </a:endParaRPr>
          </a:p>
          <a:p>
            <a:r>
              <a:rPr lang="en" sz="1600">
                <a:solidFill>
                  <a:schemeClr val="accent4">
                    <a:lumMod val="75000"/>
                  </a:schemeClr>
                </a:solidFill>
                <a:ea typeface="Trebuchet MS"/>
                <a:sym typeface="Trebuchet MS"/>
              </a:rPr>
              <a:t>    return response;</a:t>
            </a:r>
            <a:endParaRPr>
              <a:solidFill>
                <a:schemeClr val="accent4">
                  <a:lumMod val="75000"/>
                </a:schemeClr>
              </a:solidFill>
            </a:endParaRPr>
          </a:p>
          <a:p>
            <a:pPr marL="457200" lvl="0" indent="0" algn="l">
              <a:spcBef>
                <a:spcPts val="0"/>
              </a:spcBef>
              <a:spcAft>
                <a:spcPts val="0"/>
              </a:spcAft>
              <a:buNone/>
            </a:pPr>
            <a:r>
              <a:rPr lang="en" sz="1600">
                <a:solidFill>
                  <a:schemeClr val="accent4">
                    <a:lumMod val="75000"/>
                  </a:schemeClr>
                </a:solidFill>
                <a:ea typeface="Trebuchet MS"/>
                <a:sym typeface="Trebuchet MS"/>
              </a:rPr>
              <a:t>}</a:t>
            </a:r>
            <a:endParaRPr>
              <a:solidFill>
                <a:schemeClr val="accent4">
                  <a:lumMod val="75000"/>
                </a:schemeClr>
              </a:solidFill>
            </a:endParaRPr>
          </a:p>
        </p:txBody>
      </p:sp>
    </p:spTree>
    <p:extLst>
      <p:ext uri="{BB962C8B-B14F-4D97-AF65-F5344CB8AC3E}">
        <p14:creationId xmlns:p14="http://schemas.microsoft.com/office/powerpoint/2010/main" val="4253059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a:xfrm>
            <a:off x="373969" y="523185"/>
            <a:ext cx="11444061" cy="627198"/>
          </a:xfrm>
        </p:spPr>
        <p:txBody>
          <a:bodyPr lIns="91440" tIns="45720" rIns="91440" bIns="45720" anchor="t"/>
          <a:lstStyle/>
          <a:p>
            <a:r>
              <a:rPr lang="en-IN">
                <a:latin typeface="Calibri"/>
                <a:cs typeface="Calibri"/>
              </a:rPr>
              <a:t> Callouts using Apex : SOAP Mock Class</a:t>
            </a:r>
            <a:endParaRPr lang="en-IN"/>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331078"/>
            <a:ext cx="10249786" cy="4998366"/>
            <a:chOff x="1099586" y="283725"/>
            <a:chExt cx="2109464"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090832"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0" rtl="0">
                <a:spcBef>
                  <a:spcPts val="0"/>
                </a:spcBef>
                <a:buNone/>
              </a:pPr>
              <a:endParaRPr lang="en" sz="1600">
                <a:solidFill>
                  <a:schemeClr val="accent4">
                    <a:lumMod val="75000"/>
                  </a:schemeClr>
                </a:solidFill>
                <a:latin typeface="Trebuchet MS"/>
                <a:sym typeface="Trebuchet MS"/>
              </a:endParaRPr>
            </a:p>
          </p:txBody>
        </p:sp>
      </p:grpSp>
      <p:sp>
        <p:nvSpPr>
          <p:cNvPr id="8" name="Google Shape;442;p29">
            <a:extLst>
              <a:ext uri="{FF2B5EF4-FFF2-40B4-BE49-F238E27FC236}">
                <a16:creationId xmlns:a16="http://schemas.microsoft.com/office/drawing/2014/main" id="{81D3F852-CEFD-9435-2CF7-F4A6C029CC04}"/>
              </a:ext>
            </a:extLst>
          </p:cNvPr>
          <p:cNvSpPr/>
          <p:nvPr/>
        </p:nvSpPr>
        <p:spPr>
          <a:xfrm>
            <a:off x="1195809" y="1425919"/>
            <a:ext cx="10243917" cy="24048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1600">
                <a:solidFill>
                  <a:schemeClr val="accent4">
                    <a:lumMod val="75000"/>
                  </a:schemeClr>
                </a:solidFill>
                <a:sym typeface="Trebuchet MS"/>
              </a:rPr>
              <a:t>@isTest</a:t>
            </a:r>
            <a:endParaRPr lang="en-US">
              <a:solidFill>
                <a:schemeClr val="accent4">
                  <a:lumMod val="75000"/>
                </a:schemeClr>
              </a:solidFill>
            </a:endParaRPr>
          </a:p>
          <a:p>
            <a:r>
              <a:rPr lang="en" sz="1600">
                <a:solidFill>
                  <a:schemeClr val="accent4">
                    <a:lumMod val="75000"/>
                  </a:schemeClr>
                </a:solidFill>
                <a:sym typeface="Trebuchet MS"/>
              </a:rPr>
              <a:t>global class </a:t>
            </a:r>
            <a:r>
              <a:rPr lang="en" sz="1600" err="1">
                <a:solidFill>
                  <a:schemeClr val="accent4">
                    <a:lumMod val="75000"/>
                  </a:schemeClr>
                </a:solidFill>
                <a:sym typeface="Trebuchet MS"/>
              </a:rPr>
              <a:t>AccountServiceClientMock</a:t>
            </a:r>
            <a:r>
              <a:rPr lang="en" sz="1600">
                <a:solidFill>
                  <a:schemeClr val="accent4">
                    <a:lumMod val="75000"/>
                  </a:schemeClr>
                </a:solidFill>
                <a:sym typeface="Trebuchet MS"/>
              </a:rPr>
              <a:t> implements </a:t>
            </a:r>
            <a:r>
              <a:rPr lang="en" sz="1600" err="1">
                <a:solidFill>
                  <a:schemeClr val="accent4">
                    <a:lumMod val="75000"/>
                  </a:schemeClr>
                </a:solidFill>
                <a:sym typeface="Trebuchet MS"/>
              </a:rPr>
              <a:t>WebServiceMock</a:t>
            </a:r>
            <a:r>
              <a:rPr lang="en" sz="1600">
                <a:solidFill>
                  <a:schemeClr val="accent4">
                    <a:lumMod val="75000"/>
                  </a:schemeClr>
                </a:solidFill>
                <a:sym typeface="Trebuchet MS"/>
              </a:rPr>
              <a:t> {</a:t>
            </a:r>
            <a:endParaRPr lang="en">
              <a:solidFill>
                <a:schemeClr val="accent4">
                  <a:lumMod val="75000"/>
                </a:schemeClr>
              </a:solidFill>
            </a:endParaRPr>
          </a:p>
          <a:p>
            <a:r>
              <a:rPr lang="en" sz="1600">
                <a:solidFill>
                  <a:schemeClr val="accent4">
                    <a:lumMod val="75000"/>
                  </a:schemeClr>
                </a:solidFill>
                <a:sym typeface="Trebuchet MS"/>
              </a:rPr>
              <a:t>    global void </a:t>
            </a:r>
            <a:r>
              <a:rPr lang="en" sz="1600" err="1">
                <a:solidFill>
                  <a:schemeClr val="accent4">
                    <a:lumMod val="75000"/>
                  </a:schemeClr>
                </a:solidFill>
                <a:sym typeface="Trebuchet MS"/>
              </a:rPr>
              <a:t>doInvoke</a:t>
            </a:r>
            <a:r>
              <a:rPr lang="en" sz="1600">
                <a:solidFill>
                  <a:schemeClr val="accent4">
                    <a:lumMod val="75000"/>
                  </a:schemeClr>
                </a:solidFill>
                <a:sym typeface="Trebuchet MS"/>
              </a:rPr>
              <a:t>(</a:t>
            </a:r>
            <a:endParaRPr lang="en">
              <a:solidFill>
                <a:schemeClr val="accent4">
                  <a:lumMod val="75000"/>
                </a:schemeClr>
              </a:solidFill>
            </a:endParaRPr>
          </a:p>
          <a:p>
            <a:r>
              <a:rPr lang="en" sz="1600">
                <a:solidFill>
                  <a:schemeClr val="accent4">
                    <a:lumMod val="75000"/>
                  </a:schemeClr>
                </a:solidFill>
                <a:sym typeface="Trebuchet MS"/>
              </a:rPr>
              <a:t>        Object stub,</a:t>
            </a:r>
            <a:endParaRPr lang="en">
              <a:solidFill>
                <a:schemeClr val="accent4">
                  <a:lumMod val="75000"/>
                </a:schemeClr>
              </a:solidFill>
            </a:endParaRPr>
          </a:p>
          <a:p>
            <a:r>
              <a:rPr lang="en" sz="1600">
                <a:solidFill>
                  <a:schemeClr val="accent4">
                    <a:lumMod val="75000"/>
                  </a:schemeClr>
                </a:solidFill>
                <a:sym typeface="Trebuchet MS"/>
              </a:rPr>
              <a:t>        Object request,</a:t>
            </a:r>
            <a:endParaRPr lang="en">
              <a:solidFill>
                <a:schemeClr val="accent4">
                  <a:lumMod val="75000"/>
                </a:schemeClr>
              </a:solidFill>
            </a:endParaRPr>
          </a:p>
          <a:p>
            <a:r>
              <a:rPr lang="en" sz="1600">
                <a:solidFill>
                  <a:schemeClr val="accent4">
                    <a:lumMod val="75000"/>
                  </a:schemeClr>
                </a:solidFill>
                <a:sym typeface="Trebuchet MS"/>
              </a:rPr>
              <a:t>        Map&lt;String, Object&gt; response,</a:t>
            </a:r>
            <a:endParaRPr lang="en">
              <a:solidFill>
                <a:schemeClr val="accent4">
                  <a:lumMod val="75000"/>
                </a:schemeClr>
              </a:solidFill>
            </a:endParaRPr>
          </a:p>
          <a:p>
            <a:r>
              <a:rPr lang="en" sz="1600">
                <a:solidFill>
                  <a:schemeClr val="accent4">
                    <a:lumMod val="75000"/>
                  </a:schemeClr>
                </a:solidFill>
                <a:sym typeface="Trebuchet MS"/>
              </a:rPr>
              <a:t>        String endpoint,</a:t>
            </a:r>
            <a:endParaRPr lang="en">
              <a:solidFill>
                <a:schemeClr val="accent4">
                  <a:lumMod val="75000"/>
                </a:schemeClr>
              </a:solidFill>
            </a:endParaRPr>
          </a:p>
          <a:p>
            <a:r>
              <a:rPr lang="en" sz="1600">
                <a:solidFill>
                  <a:schemeClr val="accent4">
                    <a:lumMod val="75000"/>
                  </a:schemeClr>
                </a:solidFill>
                <a:sym typeface="Trebuchet MS"/>
              </a:rPr>
              <a:t>        String </a:t>
            </a:r>
            <a:r>
              <a:rPr lang="en" sz="1600" err="1">
                <a:solidFill>
                  <a:schemeClr val="accent4">
                    <a:lumMod val="75000"/>
                  </a:schemeClr>
                </a:solidFill>
                <a:sym typeface="Trebuchet MS"/>
              </a:rPr>
              <a:t>soapAction</a:t>
            </a:r>
            <a:r>
              <a:rPr lang="en" sz="1600">
                <a:solidFill>
                  <a:schemeClr val="accent4">
                    <a:lumMod val="75000"/>
                  </a:schemeClr>
                </a:solidFill>
                <a:sym typeface="Trebuchet MS"/>
              </a:rPr>
              <a:t>,</a:t>
            </a:r>
            <a:endParaRPr lang="en">
              <a:solidFill>
                <a:schemeClr val="accent4">
                  <a:lumMod val="75000"/>
                </a:schemeClr>
              </a:solidFill>
            </a:endParaRPr>
          </a:p>
          <a:p>
            <a:r>
              <a:rPr lang="en" sz="1600">
                <a:solidFill>
                  <a:schemeClr val="accent4">
                    <a:lumMod val="75000"/>
                  </a:schemeClr>
                </a:solidFill>
                <a:sym typeface="Trebuchet MS"/>
              </a:rPr>
              <a:t>        String </a:t>
            </a:r>
            <a:r>
              <a:rPr lang="en" sz="1600" err="1">
                <a:solidFill>
                  <a:schemeClr val="accent4">
                    <a:lumMod val="75000"/>
                  </a:schemeClr>
                </a:solidFill>
                <a:sym typeface="Trebuchet MS"/>
              </a:rPr>
              <a:t>requestName</a:t>
            </a:r>
            <a:r>
              <a:rPr lang="en" sz="1600">
                <a:solidFill>
                  <a:schemeClr val="accent4">
                    <a:lumMod val="75000"/>
                  </a:schemeClr>
                </a:solidFill>
                <a:sym typeface="Trebuchet MS"/>
              </a:rPr>
              <a:t>,</a:t>
            </a:r>
            <a:endParaRPr lang="en">
              <a:solidFill>
                <a:schemeClr val="accent4">
                  <a:lumMod val="75000"/>
                </a:schemeClr>
              </a:solidFill>
            </a:endParaRPr>
          </a:p>
          <a:p>
            <a:r>
              <a:rPr lang="en" sz="1600">
                <a:solidFill>
                  <a:schemeClr val="accent4">
                    <a:lumMod val="75000"/>
                  </a:schemeClr>
                </a:solidFill>
                <a:sym typeface="Trebuchet MS"/>
              </a:rPr>
              <a:t>        String </a:t>
            </a:r>
            <a:r>
              <a:rPr lang="en" sz="1600" err="1">
                <a:solidFill>
                  <a:schemeClr val="accent4">
                    <a:lumMod val="75000"/>
                  </a:schemeClr>
                </a:solidFill>
                <a:sym typeface="Trebuchet MS"/>
              </a:rPr>
              <a:t>responseNS</a:t>
            </a:r>
            <a:r>
              <a:rPr lang="en" sz="1600">
                <a:solidFill>
                  <a:schemeClr val="accent4">
                    <a:lumMod val="75000"/>
                  </a:schemeClr>
                </a:solidFill>
                <a:sym typeface="Trebuchet MS"/>
              </a:rPr>
              <a:t>,</a:t>
            </a:r>
            <a:endParaRPr lang="en">
              <a:solidFill>
                <a:schemeClr val="accent4">
                  <a:lumMod val="75000"/>
                </a:schemeClr>
              </a:solidFill>
            </a:endParaRPr>
          </a:p>
          <a:p>
            <a:r>
              <a:rPr lang="en" sz="1600">
                <a:solidFill>
                  <a:schemeClr val="accent4">
                    <a:lumMod val="75000"/>
                  </a:schemeClr>
                </a:solidFill>
                <a:sym typeface="Trebuchet MS"/>
              </a:rPr>
              <a:t>        String </a:t>
            </a:r>
            <a:r>
              <a:rPr lang="en" sz="1600" err="1">
                <a:solidFill>
                  <a:schemeClr val="accent4">
                    <a:lumMod val="75000"/>
                  </a:schemeClr>
                </a:solidFill>
                <a:sym typeface="Trebuchet MS"/>
              </a:rPr>
              <a:t>responseName</a:t>
            </a:r>
            <a:r>
              <a:rPr lang="en" sz="1600">
                <a:solidFill>
                  <a:schemeClr val="accent4">
                    <a:lumMod val="75000"/>
                  </a:schemeClr>
                </a:solidFill>
                <a:sym typeface="Trebuchet MS"/>
              </a:rPr>
              <a:t>,</a:t>
            </a:r>
            <a:endParaRPr lang="en">
              <a:solidFill>
                <a:schemeClr val="accent4">
                  <a:lumMod val="75000"/>
                </a:schemeClr>
              </a:solidFill>
            </a:endParaRPr>
          </a:p>
          <a:p>
            <a:r>
              <a:rPr lang="en" sz="1600">
                <a:solidFill>
                  <a:schemeClr val="accent4">
                    <a:lumMod val="75000"/>
                  </a:schemeClr>
                </a:solidFill>
                <a:sym typeface="Trebuchet MS"/>
              </a:rPr>
              <a:t>        String </a:t>
            </a:r>
            <a:r>
              <a:rPr lang="en" sz="1600" err="1">
                <a:solidFill>
                  <a:schemeClr val="accent4">
                    <a:lumMod val="75000"/>
                  </a:schemeClr>
                </a:solidFill>
                <a:sym typeface="Trebuchet MS"/>
              </a:rPr>
              <a:t>responseType</a:t>
            </a:r>
            <a:endParaRPr lang="en" err="1">
              <a:solidFill>
                <a:schemeClr val="accent4">
                  <a:lumMod val="75000"/>
                </a:schemeClr>
              </a:solidFill>
            </a:endParaRPr>
          </a:p>
          <a:p>
            <a:r>
              <a:rPr lang="en" sz="1600">
                <a:solidFill>
                  <a:schemeClr val="accent4">
                    <a:lumMod val="75000"/>
                  </a:schemeClr>
                </a:solidFill>
                <a:sym typeface="Trebuchet MS"/>
              </a:rPr>
              <a:t>    ) {</a:t>
            </a:r>
            <a:endParaRPr lang="en">
              <a:solidFill>
                <a:schemeClr val="accent4">
                  <a:lumMod val="75000"/>
                </a:schemeClr>
              </a:solidFill>
            </a:endParaRPr>
          </a:p>
          <a:p>
            <a:r>
              <a:rPr lang="en" sz="1600">
                <a:solidFill>
                  <a:schemeClr val="accent4">
                    <a:lumMod val="75000"/>
                  </a:schemeClr>
                </a:solidFill>
                <a:sym typeface="Trebuchet MS"/>
              </a:rPr>
              <a:t>    </a:t>
            </a:r>
            <a:endParaRPr lang="en">
              <a:solidFill>
                <a:schemeClr val="accent4">
                  <a:lumMod val="75000"/>
                </a:schemeClr>
              </a:solidFill>
            </a:endParaRPr>
          </a:p>
          <a:p>
            <a:r>
              <a:rPr lang="en" sz="1600">
                <a:solidFill>
                  <a:schemeClr val="accent4">
                    <a:lumMod val="75000"/>
                  </a:schemeClr>
                </a:solidFill>
                <a:sym typeface="Trebuchet MS"/>
              </a:rPr>
              <a:t>     soapSforceComSchemasClassAccountweb.getAccountIdResponse_element </a:t>
            </a:r>
            <a:r>
              <a:rPr lang="en" sz="1600" err="1">
                <a:solidFill>
                  <a:schemeClr val="accent4">
                    <a:lumMod val="75000"/>
                  </a:schemeClr>
                </a:solidFill>
                <a:sym typeface="Trebuchet MS"/>
              </a:rPr>
              <a:t>responseElement</a:t>
            </a:r>
            <a:r>
              <a:rPr lang="en" sz="1600">
                <a:solidFill>
                  <a:schemeClr val="accent4">
                    <a:lumMod val="75000"/>
                  </a:schemeClr>
                </a:solidFill>
                <a:sym typeface="Trebuchet MS"/>
              </a:rPr>
              <a:t> =</a:t>
            </a:r>
            <a:endParaRPr lang="en">
              <a:solidFill>
                <a:schemeClr val="accent4">
                  <a:lumMod val="75000"/>
                </a:schemeClr>
              </a:solidFill>
            </a:endParaRPr>
          </a:p>
          <a:p>
            <a:r>
              <a:rPr lang="en" sz="1600">
                <a:solidFill>
                  <a:schemeClr val="accent4">
                    <a:lumMod val="75000"/>
                  </a:schemeClr>
                </a:solidFill>
                <a:sym typeface="Trebuchet MS"/>
              </a:rPr>
              <a:t>     new soapSforceComSchemasClassAccountweb.getAccountIdResponse_element();</a:t>
            </a:r>
            <a:endParaRPr lang="en">
              <a:solidFill>
                <a:schemeClr val="accent4">
                  <a:lumMod val="75000"/>
                </a:schemeClr>
              </a:solidFill>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responseElement.result</a:t>
            </a:r>
            <a:r>
              <a:rPr lang="en" sz="1600">
                <a:solidFill>
                  <a:schemeClr val="accent4">
                    <a:lumMod val="75000"/>
                  </a:schemeClr>
                </a:solidFill>
                <a:sym typeface="Trebuchet MS"/>
              </a:rPr>
              <a:t> = '001000000000000000'; // Mock ID. ALWAYS AVOID ID HARD-CODING.</a:t>
            </a:r>
            <a:endParaRPr lang="en">
              <a:solidFill>
                <a:schemeClr val="accent4">
                  <a:lumMod val="75000"/>
                </a:schemeClr>
              </a:solidFill>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response.put</a:t>
            </a:r>
            <a:r>
              <a:rPr lang="en" sz="1600">
                <a:solidFill>
                  <a:schemeClr val="accent4">
                    <a:lumMod val="75000"/>
                  </a:schemeClr>
                </a:solidFill>
                <a:sym typeface="Trebuchet MS"/>
              </a:rPr>
              <a:t>('</a:t>
            </a:r>
            <a:r>
              <a:rPr lang="en" sz="1600" err="1">
                <a:solidFill>
                  <a:schemeClr val="accent4">
                    <a:lumMod val="75000"/>
                  </a:schemeClr>
                </a:solidFill>
                <a:sym typeface="Trebuchet MS"/>
              </a:rPr>
              <a:t>response_x</a:t>
            </a:r>
            <a:r>
              <a:rPr lang="en" sz="1600">
                <a:solidFill>
                  <a:schemeClr val="accent4">
                    <a:lumMod val="75000"/>
                  </a:schemeClr>
                </a:solidFill>
                <a:sym typeface="Trebuchet MS"/>
              </a:rPr>
              <a:t>', </a:t>
            </a:r>
            <a:r>
              <a:rPr lang="en" sz="1600" err="1">
                <a:solidFill>
                  <a:schemeClr val="accent4">
                    <a:lumMod val="75000"/>
                  </a:schemeClr>
                </a:solidFill>
                <a:sym typeface="Trebuchet MS"/>
              </a:rPr>
              <a:t>responseElement</a:t>
            </a:r>
            <a:r>
              <a:rPr lang="en" sz="1600">
                <a:solidFill>
                  <a:schemeClr val="accent4">
                    <a:lumMod val="75000"/>
                  </a:schemeClr>
                </a:solidFill>
                <a:sym typeface="Trebuchet MS"/>
              </a:rPr>
              <a:t>);</a:t>
            </a:r>
            <a:endParaRPr lang="en">
              <a:solidFill>
                <a:schemeClr val="accent4">
                  <a:lumMod val="75000"/>
                </a:schemeClr>
              </a:solidFill>
            </a:endParaRPr>
          </a:p>
          <a:p>
            <a:r>
              <a:rPr lang="en" sz="1600">
                <a:solidFill>
                  <a:schemeClr val="accent4">
                    <a:lumMod val="75000"/>
                  </a:schemeClr>
                </a:solidFill>
                <a:sym typeface="Trebuchet MS"/>
              </a:rPr>
              <a:t>}</a:t>
            </a:r>
            <a:endParaRPr lang="en-US"/>
          </a:p>
        </p:txBody>
      </p:sp>
    </p:spTree>
    <p:extLst>
      <p:ext uri="{BB962C8B-B14F-4D97-AF65-F5344CB8AC3E}">
        <p14:creationId xmlns:p14="http://schemas.microsoft.com/office/powerpoint/2010/main" val="2300480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a:xfrm>
            <a:off x="373969" y="523185"/>
            <a:ext cx="11444061" cy="627198"/>
          </a:xfrm>
        </p:spPr>
        <p:txBody>
          <a:bodyPr lIns="91440" tIns="45720" rIns="91440" bIns="45720" anchor="t"/>
          <a:lstStyle/>
          <a:p>
            <a:r>
              <a:rPr lang="en-IN">
                <a:latin typeface="Calibri"/>
                <a:cs typeface="Calibri"/>
              </a:rPr>
              <a:t> Callouts using Apex : SOAP Test Class</a:t>
            </a:r>
            <a:endParaRPr lang="en-IN"/>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331078"/>
            <a:ext cx="10249786" cy="3108606"/>
            <a:chOff x="1099586" y="283725"/>
            <a:chExt cx="2109464"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090832"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0" rtl="0">
                <a:spcBef>
                  <a:spcPts val="0"/>
                </a:spcBef>
                <a:buNone/>
              </a:pPr>
              <a:endParaRPr lang="en" sz="1600">
                <a:solidFill>
                  <a:schemeClr val="accent4">
                    <a:lumMod val="75000"/>
                  </a:schemeClr>
                </a:solidFill>
                <a:latin typeface="Trebuchet MS"/>
                <a:sym typeface="Trebuchet MS"/>
              </a:endParaRPr>
            </a:p>
          </p:txBody>
        </p:sp>
      </p:grpSp>
      <p:sp>
        <p:nvSpPr>
          <p:cNvPr id="8" name="Google Shape;442;p29">
            <a:extLst>
              <a:ext uri="{FF2B5EF4-FFF2-40B4-BE49-F238E27FC236}">
                <a16:creationId xmlns:a16="http://schemas.microsoft.com/office/drawing/2014/main" id="{81D3F852-CEFD-9435-2CF7-F4A6C029CC04}"/>
              </a:ext>
            </a:extLst>
          </p:cNvPr>
          <p:cNvSpPr/>
          <p:nvPr/>
        </p:nvSpPr>
        <p:spPr>
          <a:xfrm>
            <a:off x="1195809" y="1425919"/>
            <a:ext cx="10243917" cy="24048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1600">
                <a:solidFill>
                  <a:schemeClr val="accent4">
                    <a:lumMod val="75000"/>
                  </a:schemeClr>
                </a:solidFill>
                <a:sym typeface="Trebuchet MS"/>
              </a:rPr>
              <a:t>@isTest</a:t>
            </a:r>
            <a:endParaRPr lang="en-US">
              <a:solidFill>
                <a:schemeClr val="accent4">
                  <a:lumMod val="75000"/>
                </a:schemeClr>
              </a:solidFill>
            </a:endParaRPr>
          </a:p>
          <a:p>
            <a:r>
              <a:rPr lang="en" sz="1600">
                <a:solidFill>
                  <a:schemeClr val="accent4">
                    <a:lumMod val="75000"/>
                  </a:schemeClr>
                </a:solidFill>
                <a:sym typeface="Trebuchet MS"/>
              </a:rPr>
              <a:t>static void </a:t>
            </a:r>
            <a:r>
              <a:rPr lang="en" sz="1600" err="1">
                <a:solidFill>
                  <a:schemeClr val="accent4">
                    <a:lumMod val="75000"/>
                  </a:schemeClr>
                </a:solidFill>
                <a:sym typeface="Trebuchet MS"/>
              </a:rPr>
              <a:t>testGetAccountId</a:t>
            </a:r>
            <a:r>
              <a:rPr lang="en" sz="1600">
                <a:solidFill>
                  <a:schemeClr val="accent4">
                    <a:lumMod val="75000"/>
                  </a:schemeClr>
                </a:solidFill>
                <a:sym typeface="Trebuchet MS"/>
              </a:rPr>
              <a:t>() {</a:t>
            </a:r>
            <a:endParaRPr lang="en">
              <a:solidFill>
                <a:schemeClr val="accent4">
                  <a:lumMod val="75000"/>
                </a:schemeClr>
              </a:solidFill>
            </a:endParaRPr>
          </a:p>
          <a:p>
            <a:r>
              <a:rPr lang="en" sz="1600">
                <a:solidFill>
                  <a:schemeClr val="accent4">
                    <a:lumMod val="75000"/>
                  </a:schemeClr>
                </a:solidFill>
                <a:sym typeface="Trebuchet MS"/>
              </a:rPr>
              <a:t>    // Setup Mock</a:t>
            </a:r>
            <a:endParaRPr lang="en"/>
          </a:p>
          <a:p>
            <a:r>
              <a:rPr lang="en" sz="1600">
                <a:solidFill>
                  <a:schemeClr val="accent4">
                    <a:lumMod val="75000"/>
                  </a:schemeClr>
                </a:solidFill>
                <a:sym typeface="Trebuchet MS"/>
              </a:rPr>
              <a:t>    </a:t>
            </a:r>
            <a:r>
              <a:rPr lang="en" sz="1600" err="1">
                <a:solidFill>
                  <a:schemeClr val="accent4">
                    <a:lumMod val="75000"/>
                  </a:schemeClr>
                </a:solidFill>
                <a:sym typeface="Trebuchet MS"/>
              </a:rPr>
              <a:t>Test.setMock</a:t>
            </a:r>
            <a:r>
              <a:rPr lang="en" sz="1600">
                <a:solidFill>
                  <a:schemeClr val="accent4">
                    <a:lumMod val="75000"/>
                  </a:schemeClr>
                </a:solidFill>
                <a:sym typeface="Trebuchet MS"/>
              </a:rPr>
              <a:t>(</a:t>
            </a:r>
            <a:r>
              <a:rPr lang="en" sz="1600" err="1">
                <a:solidFill>
                  <a:schemeClr val="accent4">
                    <a:lumMod val="75000"/>
                  </a:schemeClr>
                </a:solidFill>
                <a:sym typeface="Trebuchet MS"/>
              </a:rPr>
              <a:t>WebServiceMock.class</a:t>
            </a:r>
            <a:r>
              <a:rPr lang="en" sz="1600">
                <a:solidFill>
                  <a:schemeClr val="accent4">
                    <a:lumMod val="75000"/>
                  </a:schemeClr>
                </a:solidFill>
                <a:sym typeface="Trebuchet MS"/>
              </a:rPr>
              <a:t>, new </a:t>
            </a:r>
            <a:r>
              <a:rPr lang="en" sz="1600" err="1">
                <a:solidFill>
                  <a:schemeClr val="accent4">
                    <a:lumMod val="75000"/>
                  </a:schemeClr>
                </a:solidFill>
                <a:sym typeface="Trebuchet MS"/>
              </a:rPr>
              <a:t>AccountServiceClientMock</a:t>
            </a:r>
            <a:r>
              <a:rPr lang="en" sz="1600">
                <a:solidFill>
                  <a:schemeClr val="accent4">
                    <a:lumMod val="75000"/>
                  </a:schemeClr>
                </a:solidFill>
                <a:sym typeface="Trebuchet MS"/>
              </a:rPr>
              <a:t>());</a:t>
            </a:r>
            <a:endParaRPr lang="en">
              <a:solidFill>
                <a:schemeClr val="accent4">
                  <a:lumMod val="75000"/>
                </a:schemeClr>
              </a:solidFill>
            </a:endParaRPr>
          </a:p>
          <a:p>
            <a:endParaRPr lang="en">
              <a:solidFill>
                <a:schemeClr val="accent4">
                  <a:lumMod val="75000"/>
                </a:schemeClr>
              </a:solidFill>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Test.startTest</a:t>
            </a:r>
            <a:r>
              <a:rPr lang="en" sz="1600">
                <a:solidFill>
                  <a:schemeClr val="accent4">
                    <a:lumMod val="75000"/>
                  </a:schemeClr>
                </a:solidFill>
                <a:sym typeface="Trebuchet MS"/>
              </a:rPr>
              <a:t>();</a:t>
            </a:r>
            <a:endParaRPr lang="en">
              <a:solidFill>
                <a:schemeClr val="accent4">
                  <a:lumMod val="75000"/>
                </a:schemeClr>
              </a:solidFill>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AccountServiceClient.createAccount</a:t>
            </a:r>
            <a:r>
              <a:rPr lang="en" sz="1600">
                <a:solidFill>
                  <a:schemeClr val="accent4">
                    <a:lumMod val="75000"/>
                  </a:schemeClr>
                </a:solidFill>
                <a:sym typeface="Trebuchet MS"/>
              </a:rPr>
              <a:t>('LLM Corp.');</a:t>
            </a:r>
            <a:endParaRPr lang="en"/>
          </a:p>
          <a:p>
            <a:r>
              <a:rPr lang="en" sz="1600">
                <a:solidFill>
                  <a:schemeClr val="accent4">
                    <a:lumMod val="75000"/>
                  </a:schemeClr>
                </a:solidFill>
                <a:sym typeface="Trebuchet MS"/>
              </a:rPr>
              <a:t>    </a:t>
            </a:r>
            <a:r>
              <a:rPr lang="en" sz="1600" err="1">
                <a:solidFill>
                  <a:schemeClr val="accent4">
                    <a:lumMod val="75000"/>
                  </a:schemeClr>
                </a:solidFill>
                <a:sym typeface="Trebuchet MS"/>
              </a:rPr>
              <a:t>Test.stopTest</a:t>
            </a:r>
            <a:r>
              <a:rPr lang="en" sz="1600">
                <a:solidFill>
                  <a:schemeClr val="accent4">
                    <a:lumMod val="75000"/>
                  </a:schemeClr>
                </a:solidFill>
                <a:sym typeface="Trebuchet MS"/>
              </a:rPr>
              <a:t>();</a:t>
            </a:r>
            <a:endParaRPr lang="en">
              <a:solidFill>
                <a:schemeClr val="accent4">
                  <a:lumMod val="75000"/>
                </a:schemeClr>
              </a:solidFill>
            </a:endParaRPr>
          </a:p>
          <a:p>
            <a:endParaRPr lang="en">
              <a:solidFill>
                <a:schemeClr val="accent4">
                  <a:lumMod val="75000"/>
                </a:schemeClr>
              </a:solidFill>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System.assertEquals</a:t>
            </a:r>
            <a:r>
              <a:rPr lang="en" sz="1600">
                <a:solidFill>
                  <a:schemeClr val="accent4">
                    <a:lumMod val="75000"/>
                  </a:schemeClr>
                </a:solidFill>
                <a:sym typeface="Trebuchet MS"/>
              </a:rPr>
              <a:t>('001000000000000000', </a:t>
            </a:r>
            <a:r>
              <a:rPr lang="en" sz="1600" err="1">
                <a:solidFill>
                  <a:schemeClr val="accent4">
                    <a:lumMod val="75000"/>
                  </a:schemeClr>
                </a:solidFill>
                <a:sym typeface="Trebuchet MS"/>
              </a:rPr>
              <a:t>AccountServiceClient.callCreateAccount</a:t>
            </a:r>
            <a:r>
              <a:rPr lang="en" sz="1600">
                <a:solidFill>
                  <a:schemeClr val="accent4">
                    <a:lumMod val="75000"/>
                  </a:schemeClr>
                </a:solidFill>
                <a:sym typeface="Trebuchet MS"/>
              </a:rPr>
              <a:t>('LLM Corp.'));</a:t>
            </a:r>
            <a:endParaRPr lang="en"/>
          </a:p>
          <a:p>
            <a:r>
              <a:rPr lang="en" sz="1600">
                <a:solidFill>
                  <a:schemeClr val="accent4">
                    <a:lumMod val="75000"/>
                  </a:schemeClr>
                </a:solidFill>
                <a:sym typeface="Trebuchet MS"/>
              </a:rPr>
              <a:t>}</a:t>
            </a:r>
            <a:endParaRPr lang="en-US">
              <a:solidFill>
                <a:schemeClr val="accent4">
                  <a:lumMod val="75000"/>
                </a:schemeClr>
              </a:solidFill>
            </a:endParaRPr>
          </a:p>
        </p:txBody>
      </p:sp>
    </p:spTree>
    <p:extLst>
      <p:ext uri="{BB962C8B-B14F-4D97-AF65-F5344CB8AC3E}">
        <p14:creationId xmlns:p14="http://schemas.microsoft.com/office/powerpoint/2010/main" val="121698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55F470-5353-C51A-264C-B4615573181A}"/>
              </a:ext>
            </a:extLst>
          </p:cNvPr>
          <p:cNvSpPr>
            <a:spLocks noGrp="1"/>
          </p:cNvSpPr>
          <p:nvPr>
            <p:ph sz="quarter" idx="11"/>
          </p:nvPr>
        </p:nvSpPr>
        <p:spPr>
          <a:xfrm>
            <a:off x="387337" y="421411"/>
            <a:ext cx="11522754" cy="4835525"/>
          </a:xfrm>
        </p:spPr>
        <p:txBody>
          <a:bodyPr lIns="91440" tIns="45720" rIns="91440" bIns="45720" anchor="t"/>
          <a:lstStyle/>
          <a:p>
            <a:pPr marL="0" indent="0">
              <a:buNone/>
            </a:pPr>
            <a:r>
              <a:rPr lang="en" sz="4000" b="1">
                <a:solidFill>
                  <a:srgbClr val="19BBD5"/>
                </a:solidFill>
                <a:latin typeface="Trebuchet MS"/>
                <a:cs typeface="Calibri"/>
              </a:rPr>
              <a:t>                 </a:t>
            </a:r>
            <a:endParaRPr lang="en-US" sz="4000">
              <a:solidFill>
                <a:srgbClr val="404040"/>
              </a:solidFill>
            </a:endParaRPr>
          </a:p>
          <a:p>
            <a:pPr marL="0" indent="0">
              <a:buNone/>
            </a:pPr>
            <a:endParaRPr lang="en" sz="4000" b="1">
              <a:solidFill>
                <a:srgbClr val="19BBD5"/>
              </a:solidFill>
              <a:latin typeface="Trebuchet MS"/>
              <a:cs typeface="Calibri"/>
            </a:endParaRPr>
          </a:p>
          <a:p>
            <a:pPr marL="0" indent="0">
              <a:buNone/>
            </a:pPr>
            <a:r>
              <a:rPr lang="en" sz="4000" b="1">
                <a:solidFill>
                  <a:srgbClr val="19BBD5"/>
                </a:solidFill>
                <a:latin typeface="Trebuchet MS"/>
                <a:cs typeface="Calibri"/>
              </a:rPr>
              <a:t>              3. Apex REST Web services</a:t>
            </a:r>
            <a:endParaRPr lang="en-US" sz="4000"/>
          </a:p>
        </p:txBody>
      </p:sp>
    </p:spTree>
    <p:extLst>
      <p:ext uri="{BB962C8B-B14F-4D97-AF65-F5344CB8AC3E}">
        <p14:creationId xmlns:p14="http://schemas.microsoft.com/office/powerpoint/2010/main" val="4005263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55F470-5353-C51A-264C-B4615573181A}"/>
              </a:ext>
            </a:extLst>
          </p:cNvPr>
          <p:cNvSpPr>
            <a:spLocks noGrp="1"/>
          </p:cNvSpPr>
          <p:nvPr>
            <p:ph sz="quarter" idx="11"/>
          </p:nvPr>
        </p:nvSpPr>
        <p:spPr>
          <a:xfrm>
            <a:off x="387337" y="421411"/>
            <a:ext cx="11522754" cy="4835525"/>
          </a:xfrm>
        </p:spPr>
        <p:txBody>
          <a:bodyPr lIns="91440" tIns="45720" rIns="91440" bIns="45720" anchor="t"/>
          <a:lstStyle/>
          <a:p>
            <a:pPr marL="0" indent="0">
              <a:buNone/>
            </a:pPr>
            <a:r>
              <a:rPr lang="en" sz="4000" b="1">
                <a:solidFill>
                  <a:srgbClr val="19BBD5"/>
                </a:solidFill>
                <a:latin typeface="Trebuchet MS"/>
                <a:cs typeface="Calibri"/>
              </a:rPr>
              <a:t>                 </a:t>
            </a:r>
            <a:endParaRPr lang="en-US" sz="4000">
              <a:solidFill>
                <a:srgbClr val="404040"/>
              </a:solidFill>
            </a:endParaRPr>
          </a:p>
          <a:p>
            <a:pPr marL="0" indent="0">
              <a:buNone/>
            </a:pPr>
            <a:endParaRPr lang="en" sz="4000" b="1">
              <a:solidFill>
                <a:srgbClr val="19BBD5"/>
              </a:solidFill>
              <a:latin typeface="Trebuchet MS"/>
              <a:cs typeface="Calibri"/>
            </a:endParaRPr>
          </a:p>
          <a:p>
            <a:pPr marL="0" indent="0">
              <a:buNone/>
            </a:pPr>
            <a:r>
              <a:rPr lang="en" sz="4000" b="1">
                <a:solidFill>
                  <a:srgbClr val="19BBD5"/>
                </a:solidFill>
                <a:latin typeface="Trebuchet MS"/>
                <a:cs typeface="Calibri"/>
              </a:rPr>
              <a:t>            3.1. </a:t>
            </a:r>
            <a:r>
              <a:rPr lang="en" sz="4000" b="1">
                <a:solidFill>
                  <a:srgbClr val="19BBD5"/>
                </a:solidFill>
                <a:latin typeface="Calibri"/>
                <a:ea typeface="Calibri"/>
                <a:cs typeface="Calibri"/>
              </a:rPr>
              <a:t>Essential Configuration Elements</a:t>
            </a:r>
            <a:endParaRPr lang="en-US" sz="4000"/>
          </a:p>
        </p:txBody>
      </p:sp>
    </p:spTree>
    <p:extLst>
      <p:ext uri="{BB962C8B-B14F-4D97-AF65-F5344CB8AC3E}">
        <p14:creationId xmlns:p14="http://schemas.microsoft.com/office/powerpoint/2010/main" val="3358493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5781E9-12BA-6497-EE6B-6A7FF3A626C4}"/>
              </a:ext>
            </a:extLst>
          </p:cNvPr>
          <p:cNvSpPr>
            <a:spLocks noGrp="1"/>
          </p:cNvSpPr>
          <p:nvPr>
            <p:ph type="body" sz="quarter" idx="12"/>
          </p:nvPr>
        </p:nvSpPr>
        <p:spPr/>
        <p:txBody>
          <a:bodyPr lIns="91440" tIns="45720" rIns="91440" bIns="45720" anchor="t"/>
          <a:lstStyle/>
          <a:p>
            <a:r>
              <a:rPr lang="en-IN">
                <a:latin typeface="Calibri"/>
                <a:ea typeface="Calibri"/>
                <a:cs typeface="Calibri"/>
              </a:rPr>
              <a:t>Connected App</a:t>
            </a:r>
            <a:endParaRPr lang="en-IN">
              <a:ea typeface="Calibri"/>
            </a:endParaRPr>
          </a:p>
        </p:txBody>
      </p:sp>
      <p:grpSp>
        <p:nvGrpSpPr>
          <p:cNvPr id="4" name="Google Shape;435;p29">
            <a:extLst>
              <a:ext uri="{FF2B5EF4-FFF2-40B4-BE49-F238E27FC236}">
                <a16:creationId xmlns:a16="http://schemas.microsoft.com/office/drawing/2014/main" id="{FA54FB34-3BBC-DAD5-7F6B-E9BBF008563A}"/>
              </a:ext>
            </a:extLst>
          </p:cNvPr>
          <p:cNvGrpSpPr/>
          <p:nvPr/>
        </p:nvGrpSpPr>
        <p:grpSpPr>
          <a:xfrm>
            <a:off x="2202869" y="1274359"/>
            <a:ext cx="7786262" cy="4260975"/>
            <a:chOff x="1099588" y="283725"/>
            <a:chExt cx="2109462" cy="4076400"/>
          </a:xfrm>
        </p:grpSpPr>
        <p:sp>
          <p:nvSpPr>
            <p:cNvPr id="9" name="Google Shape;436;p29">
              <a:extLst>
                <a:ext uri="{FF2B5EF4-FFF2-40B4-BE49-F238E27FC236}">
                  <a16:creationId xmlns:a16="http://schemas.microsoft.com/office/drawing/2014/main" id="{353D78B8-8D7F-81F8-66B3-4B6C0B713EC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437;p29">
              <a:extLst>
                <a:ext uri="{FF2B5EF4-FFF2-40B4-BE49-F238E27FC236}">
                  <a16:creationId xmlns:a16="http://schemas.microsoft.com/office/drawing/2014/main" id="{750989FD-D1E1-8313-A27C-176F0CD89663}"/>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 name="Google Shape;438;p29">
              <a:extLst>
                <a:ext uri="{FF2B5EF4-FFF2-40B4-BE49-F238E27FC236}">
                  <a16:creationId xmlns:a16="http://schemas.microsoft.com/office/drawing/2014/main" id="{8AF10341-C9FD-22B7-FFAD-0A0E55AECCAA}"/>
                </a:ext>
              </a:extLst>
            </p:cNvPr>
            <p:cNvSpPr/>
            <p:nvPr/>
          </p:nvSpPr>
          <p:spPr>
            <a:xfrm>
              <a:off x="1099588" y="341776"/>
              <a:ext cx="1983900" cy="3691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lvl="0" algn="ctr" rtl="0">
                <a:spcBef>
                  <a:spcPts val="0"/>
                </a:spcBef>
                <a:spcAft>
                  <a:spcPts val="600"/>
                </a:spcAft>
                <a:buClr>
                  <a:schemeClr val="accent4">
                    <a:lumMod val="75000"/>
                  </a:schemeClr>
                </a:buClr>
                <a:buSzPts val="1200"/>
              </a:pPr>
              <a:endParaRPr lang="en-IN" sz="2400">
                <a:solidFill>
                  <a:schemeClr val="accent4">
                    <a:lumMod val="75000"/>
                  </a:schemeClr>
                </a:solidFill>
                <a:latin typeface="Trebuchet MS"/>
              </a:endParaRPr>
            </a:p>
            <a:p>
              <a:pPr marL="457200" indent="-304800">
                <a:buClr>
                  <a:srgbClr val="25628E"/>
                </a:buClr>
                <a:buSzPts val="1200"/>
                <a:buFont typeface="Wingdings"/>
                <a:buChar char="v"/>
              </a:pPr>
              <a:r>
                <a:rPr lang="en" sz="1600">
                  <a:solidFill>
                    <a:schemeClr val="accent4">
                      <a:lumMod val="75000"/>
                    </a:schemeClr>
                  </a:solidFill>
                </a:rPr>
                <a:t>Defines</a:t>
              </a:r>
              <a:r>
                <a:rPr lang="en" sz="1600">
                  <a:solidFill>
                    <a:schemeClr val="accent4">
                      <a:lumMod val="75000"/>
                    </a:schemeClr>
                  </a:solidFill>
                  <a:ea typeface="Trebuchet MS"/>
                </a:rPr>
                <a:t> the settings for </a:t>
              </a:r>
              <a:r>
                <a:rPr lang="en" sz="1600">
                  <a:solidFill>
                    <a:schemeClr val="accent4">
                      <a:lumMod val="75000"/>
                    </a:schemeClr>
                  </a:solidFill>
                  <a:ea typeface="Trebuchet MS"/>
                  <a:sym typeface="Trebuchet MS"/>
                </a:rPr>
                <a:t>integrating </a:t>
              </a:r>
              <a:r>
                <a:rPr lang="en" sz="1600">
                  <a:solidFill>
                    <a:schemeClr val="accent4">
                      <a:lumMod val="75000"/>
                    </a:schemeClr>
                  </a:solidFill>
                  <a:ea typeface="Trebuchet MS"/>
                </a:rPr>
                <a:t>Salesforce </a:t>
              </a:r>
              <a:r>
                <a:rPr lang="en" sz="1600">
                  <a:solidFill>
                    <a:schemeClr val="accent4">
                      <a:lumMod val="75000"/>
                    </a:schemeClr>
                  </a:solidFill>
                  <a:ea typeface="Trebuchet MS"/>
                  <a:sym typeface="Trebuchet MS"/>
                </a:rPr>
                <a:t>with </a:t>
              </a:r>
              <a:r>
                <a:rPr lang="en" sz="1600">
                  <a:solidFill>
                    <a:schemeClr val="accent4">
                      <a:lumMod val="75000"/>
                    </a:schemeClr>
                  </a:solidFill>
                  <a:ea typeface="Trebuchet MS"/>
                </a:rPr>
                <a:t>external </a:t>
              </a:r>
              <a:r>
                <a:rPr lang="en" sz="1600">
                  <a:solidFill>
                    <a:schemeClr val="accent4">
                      <a:lumMod val="75000"/>
                    </a:schemeClr>
                  </a:solidFill>
                  <a:sym typeface="Trebuchet MS"/>
                </a:rPr>
                <a:t>applications</a:t>
              </a:r>
              <a:r>
                <a:rPr lang="en" sz="1600">
                  <a:solidFill>
                    <a:schemeClr val="accent4">
                      <a:lumMod val="75000"/>
                    </a:schemeClr>
                  </a:solidFill>
                  <a:ea typeface="Trebuchet MS"/>
                  <a:sym typeface="Trebuchet MS"/>
                </a:rPr>
                <a:t>.</a:t>
              </a:r>
              <a:endParaRPr lang="en">
                <a:solidFill>
                  <a:schemeClr val="accent4">
                    <a:lumMod val="75000"/>
                  </a:schemeClr>
                </a:solidFill>
                <a:sym typeface="Trebuchet MS"/>
              </a:endParaRPr>
            </a:p>
            <a:p>
              <a:pPr marL="457200" indent="-304800">
                <a:buClr>
                  <a:srgbClr val="25628E"/>
                </a:buClr>
                <a:buSzPts val="1200"/>
                <a:buFont typeface="Wingdings"/>
                <a:buChar char="v"/>
              </a:pPr>
              <a:r>
                <a:rPr lang="en" sz="1600">
                  <a:solidFill>
                    <a:schemeClr val="accent4">
                      <a:lumMod val="75000"/>
                    </a:schemeClr>
                  </a:solidFill>
                  <a:sym typeface="Trebuchet MS"/>
                </a:rPr>
                <a:t>Provides a way to secure API access via consumer keys and secret.</a:t>
              </a:r>
              <a:endParaRPr lang="en">
                <a:solidFill>
                  <a:schemeClr val="accent4">
                    <a:lumMod val="75000"/>
                  </a:schemeClr>
                </a:solidFill>
                <a:sym typeface="Trebuchet MS"/>
              </a:endParaRPr>
            </a:p>
            <a:p>
              <a:pPr marL="457200" indent="-304800">
                <a:buClr>
                  <a:srgbClr val="25628E"/>
                </a:buClr>
                <a:buSzPts val="1200"/>
                <a:buFont typeface="Wingdings"/>
                <a:buChar char="v"/>
              </a:pPr>
              <a:r>
                <a:rPr lang="en" sz="1600">
                  <a:solidFill>
                    <a:schemeClr val="accent4">
                      <a:lumMod val="75000"/>
                    </a:schemeClr>
                  </a:solidFill>
                  <a:sym typeface="Trebuchet MS"/>
                </a:rPr>
                <a:t>Allows configuration of API access, permissions, and OAuth scopes.</a:t>
              </a:r>
              <a:endParaRPr lang="en">
                <a:solidFill>
                  <a:schemeClr val="accent4">
                    <a:lumMod val="75000"/>
                  </a:schemeClr>
                </a:solidFill>
                <a:sym typeface="Trebuchet MS"/>
              </a:endParaRPr>
            </a:p>
            <a:p>
              <a:pPr marL="457200" indent="-304800">
                <a:buClr>
                  <a:srgbClr val="25628E"/>
                </a:buClr>
                <a:buSzPts val="1200"/>
                <a:buFont typeface="Wingdings"/>
                <a:buChar char="v"/>
              </a:pPr>
              <a:r>
                <a:rPr lang="en" sz="1600">
                  <a:solidFill>
                    <a:schemeClr val="accent4">
                      <a:lumMod val="75000"/>
                    </a:schemeClr>
                  </a:solidFill>
                  <a:ea typeface="Trebuchet MS"/>
                  <a:sym typeface="Trebuchet MS"/>
                </a:rPr>
                <a:t>Can be used to manage multiple client applications with different settings.</a:t>
              </a:r>
              <a:endParaRPr lang="en">
                <a:solidFill>
                  <a:schemeClr val="accent4">
                    <a:lumMod val="75000"/>
                  </a:schemeClr>
                </a:solidFill>
                <a:ea typeface="Trebuchet MS"/>
                <a:sym typeface="Trebuchet MS"/>
              </a:endParaRPr>
            </a:p>
            <a:p>
              <a:pPr marL="457200" indent="-304800">
                <a:buClr>
                  <a:srgbClr val="25628E"/>
                </a:buClr>
                <a:buSzPts val="1200"/>
                <a:buFont typeface="Wingdings"/>
                <a:buChar char="v"/>
              </a:pPr>
              <a:endParaRPr lang="en" sz="1600">
                <a:solidFill>
                  <a:schemeClr val="accent4">
                    <a:lumMod val="75000"/>
                  </a:schemeClr>
                </a:solidFill>
              </a:endParaRPr>
            </a:p>
            <a:p>
              <a:pPr marL="152400">
                <a:buClr>
                  <a:srgbClr val="25628E"/>
                </a:buClr>
                <a:buSzPts val="1200"/>
              </a:pPr>
              <a:r>
                <a:rPr lang="en" sz="1800" b="1">
                  <a:solidFill>
                    <a:schemeClr val="accent4">
                      <a:lumMod val="75000"/>
                    </a:schemeClr>
                  </a:solidFill>
                  <a:ea typeface="Trebuchet MS"/>
                </a:rPr>
                <a:t>Points to Consider</a:t>
              </a:r>
            </a:p>
            <a:p>
              <a:pPr marL="457200" indent="-304800">
                <a:buClr>
                  <a:srgbClr val="25628E"/>
                </a:buClr>
                <a:buSzPts val="1200"/>
                <a:buFont typeface="Wingdings"/>
                <a:buChar char="v"/>
              </a:pPr>
              <a:r>
                <a:rPr lang="en" sz="1600">
                  <a:solidFill>
                    <a:schemeClr val="accent4">
                      <a:lumMod val="75000"/>
                    </a:schemeClr>
                  </a:solidFill>
                  <a:ea typeface="Trebuchet MS"/>
                </a:rPr>
                <a:t>Accurately define scopes to ensure robust security and effectively minimize risk.</a:t>
              </a:r>
            </a:p>
            <a:p>
              <a:pPr marL="457200" indent="-304800">
                <a:buClr>
                  <a:srgbClr val="25628E"/>
                </a:buClr>
                <a:buSzPts val="1200"/>
                <a:buFont typeface="Wingdings"/>
                <a:buChar char="v"/>
              </a:pPr>
              <a:r>
                <a:rPr lang="en" sz="1600">
                  <a:solidFill>
                    <a:schemeClr val="accent4">
                      <a:lumMod val="75000"/>
                    </a:schemeClr>
                  </a:solidFill>
                  <a:ea typeface="Trebuchet MS"/>
                </a:rPr>
                <a:t>Set the "Run As" option to the Integration User in the connected app, allowing the client to authenticate and obtain tokens.</a:t>
              </a:r>
            </a:p>
            <a:p>
              <a:pPr marL="914400" lvl="1" indent="-304800">
                <a:buClr>
                  <a:srgbClr val="25628E"/>
                </a:buClr>
                <a:buSzPts val="1200"/>
                <a:buFont typeface="Courier New"/>
                <a:buChar char="o"/>
              </a:pPr>
              <a:r>
                <a:rPr lang="en" sz="1600">
                  <a:solidFill>
                    <a:schemeClr val="accent4">
                      <a:lumMod val="75000"/>
                    </a:schemeClr>
                  </a:solidFill>
                  <a:ea typeface="Trebuchet MS"/>
                </a:rPr>
                <a:t>Connected App -&gt; Manage -&gt; Client Credentials Flow -&gt; Run As</a:t>
              </a:r>
            </a:p>
          </p:txBody>
        </p:sp>
      </p:grpSp>
    </p:spTree>
    <p:extLst>
      <p:ext uri="{BB962C8B-B14F-4D97-AF65-F5344CB8AC3E}">
        <p14:creationId xmlns:p14="http://schemas.microsoft.com/office/powerpoint/2010/main" val="3426389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5781E9-12BA-6497-EE6B-6A7FF3A626C4}"/>
              </a:ext>
            </a:extLst>
          </p:cNvPr>
          <p:cNvSpPr>
            <a:spLocks noGrp="1"/>
          </p:cNvSpPr>
          <p:nvPr>
            <p:ph type="body" sz="quarter" idx="12"/>
          </p:nvPr>
        </p:nvSpPr>
        <p:spPr/>
        <p:txBody>
          <a:bodyPr lIns="91440" tIns="45720" rIns="91440" bIns="45720" anchor="t"/>
          <a:lstStyle/>
          <a:p>
            <a:r>
              <a:rPr lang="en-IN">
                <a:latin typeface="Calibri"/>
                <a:ea typeface="Calibri"/>
                <a:cs typeface="Calibri"/>
              </a:rPr>
              <a:t>Auth Providers</a:t>
            </a:r>
            <a:endParaRPr lang="en-US"/>
          </a:p>
        </p:txBody>
      </p:sp>
      <p:grpSp>
        <p:nvGrpSpPr>
          <p:cNvPr id="4" name="Google Shape;435;p29">
            <a:extLst>
              <a:ext uri="{FF2B5EF4-FFF2-40B4-BE49-F238E27FC236}">
                <a16:creationId xmlns:a16="http://schemas.microsoft.com/office/drawing/2014/main" id="{FA54FB34-3BBC-DAD5-7F6B-E9BBF008563A}"/>
              </a:ext>
            </a:extLst>
          </p:cNvPr>
          <p:cNvGrpSpPr/>
          <p:nvPr/>
        </p:nvGrpSpPr>
        <p:grpSpPr>
          <a:xfrm>
            <a:off x="2202869" y="1274359"/>
            <a:ext cx="7786262" cy="4260975"/>
            <a:chOff x="1099588" y="283725"/>
            <a:chExt cx="2109462" cy="4076400"/>
          </a:xfrm>
        </p:grpSpPr>
        <p:sp>
          <p:nvSpPr>
            <p:cNvPr id="9" name="Google Shape;436;p29">
              <a:extLst>
                <a:ext uri="{FF2B5EF4-FFF2-40B4-BE49-F238E27FC236}">
                  <a16:creationId xmlns:a16="http://schemas.microsoft.com/office/drawing/2014/main" id="{353D78B8-8D7F-81F8-66B3-4B6C0B713EC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437;p29">
              <a:extLst>
                <a:ext uri="{FF2B5EF4-FFF2-40B4-BE49-F238E27FC236}">
                  <a16:creationId xmlns:a16="http://schemas.microsoft.com/office/drawing/2014/main" id="{750989FD-D1E1-8313-A27C-176F0CD89663}"/>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 name="Google Shape;438;p29">
              <a:extLst>
                <a:ext uri="{FF2B5EF4-FFF2-40B4-BE49-F238E27FC236}">
                  <a16:creationId xmlns:a16="http://schemas.microsoft.com/office/drawing/2014/main" id="{8AF10341-C9FD-22B7-FFAD-0A0E55AECCAA}"/>
                </a:ext>
              </a:extLst>
            </p:cNvPr>
            <p:cNvSpPr/>
            <p:nvPr/>
          </p:nvSpPr>
          <p:spPr>
            <a:xfrm>
              <a:off x="1099588" y="341776"/>
              <a:ext cx="1983900" cy="3691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lvl="0" algn="ctr" rtl="0">
                <a:spcBef>
                  <a:spcPts val="0"/>
                </a:spcBef>
                <a:spcAft>
                  <a:spcPts val="600"/>
                </a:spcAft>
                <a:buClr>
                  <a:schemeClr val="accent4">
                    <a:lumMod val="75000"/>
                  </a:schemeClr>
                </a:buClr>
                <a:buSzPts val="1200"/>
              </a:pPr>
              <a:endParaRPr lang="en-IN" sz="2400">
                <a:solidFill>
                  <a:schemeClr val="accent4">
                    <a:lumMod val="75000"/>
                  </a:schemeClr>
                </a:solidFill>
                <a:latin typeface="Trebuchet MS"/>
              </a:endParaRPr>
            </a:p>
            <a:p>
              <a:pPr marL="457200" indent="-304800">
                <a:buClr>
                  <a:srgbClr val="25628E"/>
                </a:buClr>
                <a:buSzPts val="1200"/>
                <a:buFont typeface="Wingdings"/>
                <a:buChar char="v"/>
              </a:pPr>
              <a:r>
                <a:rPr lang="en" sz="1600">
                  <a:solidFill>
                    <a:schemeClr val="accent4">
                      <a:lumMod val="75000"/>
                    </a:schemeClr>
                  </a:solidFill>
                  <a:sym typeface="Trebuchet MS"/>
                </a:rPr>
                <a:t>Manages authentication</a:t>
              </a:r>
              <a:r>
                <a:rPr lang="en" sz="1600">
                  <a:solidFill>
                    <a:schemeClr val="accent4">
                      <a:lumMod val="75000"/>
                    </a:schemeClr>
                  </a:solidFill>
                </a:rPr>
                <a:t> </a:t>
              </a:r>
              <a:r>
                <a:rPr lang="en" sz="1600">
                  <a:solidFill>
                    <a:schemeClr val="accent4">
                      <a:lumMod val="75000"/>
                    </a:schemeClr>
                  </a:solidFill>
                  <a:ea typeface="Trebuchet MS"/>
                </a:rPr>
                <a:t>for external </a:t>
              </a:r>
              <a:r>
                <a:rPr lang="en" sz="1600">
                  <a:solidFill>
                    <a:schemeClr val="accent4">
                      <a:lumMod val="75000"/>
                    </a:schemeClr>
                  </a:solidFill>
                  <a:sym typeface="Trebuchet MS"/>
                </a:rPr>
                <a:t>services &amp; simplifies the OAuth process.</a:t>
              </a:r>
              <a:endParaRPr lang="en">
                <a:solidFill>
                  <a:schemeClr val="accent4">
                    <a:lumMod val="75000"/>
                  </a:schemeClr>
                </a:solidFill>
              </a:endParaRPr>
            </a:p>
            <a:p>
              <a:pPr marL="457200" indent="-304800">
                <a:buClr>
                  <a:srgbClr val="25628E"/>
                </a:buClr>
                <a:buSzPts val="1200"/>
                <a:buFont typeface="Wingdings"/>
                <a:buChar char="v"/>
              </a:pPr>
              <a:r>
                <a:rPr lang="en" sz="1600">
                  <a:solidFill>
                    <a:schemeClr val="accent4">
                      <a:lumMod val="75000"/>
                    </a:schemeClr>
                  </a:solidFill>
                  <a:sym typeface="Trebuchet MS"/>
                </a:rPr>
                <a:t>Supports OAuth 2.0, OpenID Connect, </a:t>
              </a:r>
              <a:r>
                <a:rPr lang="en" sz="1600">
                  <a:solidFill>
                    <a:schemeClr val="accent4">
                      <a:lumMod val="75000"/>
                    </a:schemeClr>
                  </a:solidFill>
                  <a:ea typeface="Trebuchet MS"/>
                  <a:sym typeface="Trebuchet MS"/>
                </a:rPr>
                <a:t>and other authentication protocols</a:t>
              </a:r>
              <a:r>
                <a:rPr lang="en" sz="1600">
                  <a:solidFill>
                    <a:schemeClr val="accent4">
                      <a:lumMod val="75000"/>
                    </a:schemeClr>
                  </a:solidFill>
                  <a:sym typeface="Trebuchet MS"/>
                </a:rPr>
                <a:t>.</a:t>
              </a:r>
              <a:endParaRPr lang="en" sz="1600">
                <a:solidFill>
                  <a:schemeClr val="accent4">
                    <a:lumMod val="75000"/>
                  </a:schemeClr>
                </a:solidFill>
              </a:endParaRPr>
            </a:p>
            <a:p>
              <a:pPr marL="457200" indent="-304800">
                <a:buClr>
                  <a:srgbClr val="25628E"/>
                </a:buClr>
                <a:buSzPts val="1200"/>
                <a:buFont typeface="Wingdings"/>
                <a:buChar char="v"/>
              </a:pPr>
              <a:r>
                <a:rPr lang="en" sz="1600">
                  <a:solidFill>
                    <a:schemeClr val="accent4">
                      <a:lumMod val="75000"/>
                    </a:schemeClr>
                  </a:solidFill>
                </a:rPr>
                <a:t>Can be used for single sign-on (SSO) configurations.</a:t>
              </a:r>
              <a:endParaRPr lang="en">
                <a:solidFill>
                  <a:schemeClr val="accent4">
                    <a:lumMod val="75000"/>
                  </a:schemeClr>
                </a:solidFill>
              </a:endParaRPr>
            </a:p>
            <a:p>
              <a:pPr marL="457200" indent="-304800">
                <a:buClr>
                  <a:srgbClr val="25628E"/>
                </a:buClr>
                <a:buSzPts val="1200"/>
                <a:buFont typeface="Wingdings"/>
                <a:buChar char="v"/>
              </a:pPr>
              <a:r>
                <a:rPr lang="en" sz="1600">
                  <a:solidFill>
                    <a:schemeClr val="accent4">
                      <a:lumMod val="75000"/>
                    </a:schemeClr>
                  </a:solidFill>
                </a:rPr>
                <a:t>Facilitates token management for API callouts.</a:t>
              </a:r>
              <a:endParaRPr lang="en">
                <a:solidFill>
                  <a:schemeClr val="accent4">
                    <a:lumMod val="75000"/>
                  </a:schemeClr>
                </a:solidFill>
              </a:endParaRPr>
            </a:p>
            <a:p>
              <a:pPr marL="457200" indent="-304800">
                <a:buClr>
                  <a:srgbClr val="25628E"/>
                </a:buClr>
                <a:buSzPts val="1200"/>
                <a:buFont typeface="Wingdings"/>
                <a:buChar char="v"/>
              </a:pPr>
              <a:r>
                <a:rPr lang="en" sz="1600">
                  <a:solidFill>
                    <a:schemeClr val="accent4">
                      <a:lumMod val="75000"/>
                    </a:schemeClr>
                  </a:solidFill>
                </a:rPr>
                <a:t>Requires proper configuration of redirect URIs and scopes.</a:t>
              </a:r>
              <a:endParaRPr lang="en">
                <a:solidFill>
                  <a:schemeClr val="accent4">
                    <a:lumMod val="75000"/>
                  </a:schemeClr>
                </a:solidFill>
              </a:endParaRPr>
            </a:p>
            <a:p>
              <a:pPr marL="457200" indent="-304800">
                <a:buClr>
                  <a:srgbClr val="25628E"/>
                </a:buClr>
                <a:buSzPts val="1200"/>
                <a:buFont typeface="Wingdings"/>
                <a:buChar char="v"/>
              </a:pPr>
              <a:endParaRPr lang="en" sz="1600">
                <a:solidFill>
                  <a:schemeClr val="accent4">
                    <a:lumMod val="75000"/>
                  </a:schemeClr>
                </a:solidFill>
              </a:endParaRPr>
            </a:p>
            <a:p>
              <a:pPr marL="457200" indent="-304800">
                <a:buClr>
                  <a:srgbClr val="25628E"/>
                </a:buClr>
                <a:buSzPts val="1200"/>
                <a:buFont typeface="Wingdings"/>
                <a:buChar char="v"/>
              </a:pPr>
              <a:endParaRPr lang="en" sz="1600">
                <a:solidFill>
                  <a:schemeClr val="accent4">
                    <a:lumMod val="75000"/>
                  </a:schemeClr>
                </a:solidFill>
                <a:ea typeface="Trebuchet MS"/>
              </a:endParaRPr>
            </a:p>
            <a:p>
              <a:pPr marL="152400">
                <a:buClr>
                  <a:srgbClr val="25628E"/>
                </a:buClr>
                <a:buSzPts val="1200"/>
              </a:pPr>
              <a:r>
                <a:rPr lang="en" sz="1800" b="1">
                  <a:solidFill>
                    <a:schemeClr val="accent4">
                      <a:lumMod val="75000"/>
                    </a:schemeClr>
                  </a:solidFill>
                  <a:ea typeface="Trebuchet MS"/>
                </a:rPr>
                <a:t>Points to Consider</a:t>
              </a:r>
            </a:p>
            <a:p>
              <a:pPr marL="457200" indent="-304800">
                <a:buClr>
                  <a:srgbClr val="25628E"/>
                </a:buClr>
                <a:buSzPts val="1200"/>
                <a:buFont typeface="Wingdings"/>
                <a:buChar char="v"/>
              </a:pPr>
              <a:r>
                <a:rPr lang="en" sz="1600">
                  <a:solidFill>
                    <a:schemeClr val="accent4">
                      <a:lumMod val="75000"/>
                    </a:schemeClr>
                  </a:solidFill>
                  <a:ea typeface="Trebuchet MS"/>
                </a:rPr>
                <a:t>Ensure the Auth Provider is properly set up to avoid authentication errors during API calls.</a:t>
              </a:r>
              <a:endParaRPr lang="en" sz="1800" b="1">
                <a:solidFill>
                  <a:schemeClr val="accent4">
                    <a:lumMod val="75000"/>
                  </a:schemeClr>
                </a:solidFill>
                <a:ea typeface="Trebuchet MS"/>
              </a:endParaRPr>
            </a:p>
          </p:txBody>
        </p:sp>
      </p:grpSp>
    </p:spTree>
    <p:extLst>
      <p:ext uri="{BB962C8B-B14F-4D97-AF65-F5344CB8AC3E}">
        <p14:creationId xmlns:p14="http://schemas.microsoft.com/office/powerpoint/2010/main" val="4276443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5781E9-12BA-6497-EE6B-6A7FF3A626C4}"/>
              </a:ext>
            </a:extLst>
          </p:cNvPr>
          <p:cNvSpPr>
            <a:spLocks noGrp="1"/>
          </p:cNvSpPr>
          <p:nvPr>
            <p:ph type="body" sz="quarter" idx="12"/>
          </p:nvPr>
        </p:nvSpPr>
        <p:spPr/>
        <p:txBody>
          <a:bodyPr lIns="91440" tIns="45720" rIns="91440" bIns="45720" anchor="t"/>
          <a:lstStyle/>
          <a:p>
            <a:r>
              <a:rPr lang="en-IN">
                <a:latin typeface="Calibri"/>
                <a:ea typeface="Calibri"/>
                <a:cs typeface="Calibri"/>
              </a:rPr>
              <a:t>Named &amp; External Credentials</a:t>
            </a:r>
            <a:endParaRPr lang="en-IN">
              <a:ea typeface="Calibri"/>
            </a:endParaRPr>
          </a:p>
        </p:txBody>
      </p:sp>
      <p:grpSp>
        <p:nvGrpSpPr>
          <p:cNvPr id="4" name="Google Shape;435;p29">
            <a:extLst>
              <a:ext uri="{FF2B5EF4-FFF2-40B4-BE49-F238E27FC236}">
                <a16:creationId xmlns:a16="http://schemas.microsoft.com/office/drawing/2014/main" id="{FA54FB34-3BBC-DAD5-7F6B-E9BBF008563A}"/>
              </a:ext>
            </a:extLst>
          </p:cNvPr>
          <p:cNvGrpSpPr/>
          <p:nvPr/>
        </p:nvGrpSpPr>
        <p:grpSpPr>
          <a:xfrm>
            <a:off x="1368788" y="1377333"/>
            <a:ext cx="4171910" cy="4744947"/>
            <a:chOff x="1099588" y="283725"/>
            <a:chExt cx="2109462" cy="4076400"/>
          </a:xfrm>
        </p:grpSpPr>
        <p:sp>
          <p:nvSpPr>
            <p:cNvPr id="9" name="Google Shape;436;p29">
              <a:extLst>
                <a:ext uri="{FF2B5EF4-FFF2-40B4-BE49-F238E27FC236}">
                  <a16:creationId xmlns:a16="http://schemas.microsoft.com/office/drawing/2014/main" id="{353D78B8-8D7F-81F8-66B3-4B6C0B713EC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437;p29">
              <a:extLst>
                <a:ext uri="{FF2B5EF4-FFF2-40B4-BE49-F238E27FC236}">
                  <a16:creationId xmlns:a16="http://schemas.microsoft.com/office/drawing/2014/main" id="{750989FD-D1E1-8313-A27C-176F0CD89663}"/>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 name="Google Shape;438;p29">
              <a:extLst>
                <a:ext uri="{FF2B5EF4-FFF2-40B4-BE49-F238E27FC236}">
                  <a16:creationId xmlns:a16="http://schemas.microsoft.com/office/drawing/2014/main" id="{8AF10341-C9FD-22B7-FFAD-0A0E55AECCAA}"/>
                </a:ext>
              </a:extLst>
            </p:cNvPr>
            <p:cNvSpPr/>
            <p:nvPr/>
          </p:nvSpPr>
          <p:spPr>
            <a:xfrm>
              <a:off x="1099588" y="359469"/>
              <a:ext cx="1983900" cy="37448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ctr">
                <a:spcAft>
                  <a:spcPts val="600"/>
                </a:spcAft>
                <a:buSzPts val="1200"/>
              </a:pPr>
              <a:r>
                <a:rPr lang="en-IN" sz="2400">
                  <a:solidFill>
                    <a:schemeClr val="accent4">
                      <a:lumMod val="75000"/>
                    </a:schemeClr>
                  </a:solidFill>
                  <a:latin typeface="Trebuchet MS"/>
                </a:rPr>
                <a:t>Named Credentials</a:t>
              </a:r>
            </a:p>
            <a:p>
              <a:pPr marL="457200" indent="-304800">
                <a:buClr>
                  <a:srgbClr val="25628E"/>
                </a:buClr>
                <a:buSzPts val="1200"/>
                <a:buFont typeface="Wingdings"/>
                <a:buChar char="v"/>
              </a:pPr>
              <a:r>
                <a:rPr lang="en" sz="1600">
                  <a:solidFill>
                    <a:schemeClr val="accent4">
                      <a:lumMod val="75000"/>
                    </a:schemeClr>
                  </a:solidFill>
                </a:rPr>
                <a:t>Simplifies the process of managing authentication details for external services.</a:t>
              </a:r>
            </a:p>
            <a:p>
              <a:pPr marL="457200" indent="-304800">
                <a:buClr>
                  <a:srgbClr val="25628E"/>
                </a:buClr>
                <a:buSzPts val="1200"/>
                <a:buFont typeface="Wingdings"/>
                <a:buChar char="v"/>
              </a:pPr>
              <a:r>
                <a:rPr lang="en" sz="1600">
                  <a:solidFill>
                    <a:schemeClr val="accent4">
                      <a:lumMod val="75000"/>
                    </a:schemeClr>
                  </a:solidFill>
                </a:rPr>
                <a:t>There are 2 types:</a:t>
              </a:r>
            </a:p>
            <a:p>
              <a:pPr marL="914400" lvl="1" indent="-304800">
                <a:buClr>
                  <a:srgbClr val="25628E"/>
                </a:buClr>
                <a:buSzPts val="1200"/>
                <a:buFont typeface="Courier New"/>
                <a:buChar char="o"/>
              </a:pPr>
              <a:r>
                <a:rPr lang="en" sz="1600">
                  <a:solidFill>
                    <a:schemeClr val="accent4">
                      <a:lumMod val="75000"/>
                    </a:schemeClr>
                  </a:solidFill>
                </a:rPr>
                <a:t>Legacy</a:t>
              </a:r>
            </a:p>
            <a:p>
              <a:pPr marL="914400" lvl="1" indent="-304800">
                <a:buClr>
                  <a:srgbClr val="25628E"/>
                </a:buClr>
                <a:buSzPts val="1200"/>
                <a:buFont typeface="Courier New"/>
                <a:buChar char="o"/>
              </a:pPr>
              <a:r>
                <a:rPr lang="en" sz="1600">
                  <a:solidFill>
                    <a:schemeClr val="accent4">
                      <a:lumMod val="75000"/>
                    </a:schemeClr>
                  </a:solidFill>
                </a:rPr>
                <a:t>Secured Endpoint (Latest)</a:t>
              </a:r>
            </a:p>
            <a:p>
              <a:pPr marL="457200" indent="-304800">
                <a:buClr>
                  <a:srgbClr val="25628E"/>
                </a:buClr>
                <a:buSzPts val="1200"/>
                <a:buFont typeface="Wingdings"/>
                <a:buChar char="v"/>
              </a:pPr>
              <a:r>
                <a:rPr lang="en" sz="1600">
                  <a:solidFill>
                    <a:schemeClr val="accent4">
                      <a:lumMod val="75000"/>
                    </a:schemeClr>
                  </a:solidFill>
                </a:rPr>
                <a:t>Legacy Named Credentials requires the configuration of Remote Site Settings and Authentication Providers.</a:t>
              </a:r>
              <a:endParaRPr lang="en">
                <a:solidFill>
                  <a:schemeClr val="accent4">
                    <a:lumMod val="75000"/>
                  </a:schemeClr>
                </a:solidFill>
              </a:endParaRPr>
            </a:p>
            <a:p>
              <a:pPr marL="457200" indent="-304800">
                <a:buClr>
                  <a:srgbClr val="25628E"/>
                </a:buClr>
                <a:buSzPts val="1200"/>
                <a:buFont typeface="Wingdings"/>
                <a:buChar char="v"/>
              </a:pPr>
              <a:r>
                <a:rPr lang="en" sz="1600">
                  <a:solidFill>
                    <a:schemeClr val="accent4">
                      <a:lumMod val="75000"/>
                    </a:schemeClr>
                  </a:solidFill>
                </a:rPr>
                <a:t>Secured Endpoint operates with External Credentials, managing only the endpoint callout while all other processes are handled by the External Credentials themselves.</a:t>
              </a:r>
              <a:endParaRPr lang="en">
                <a:solidFill>
                  <a:schemeClr val="accent4">
                    <a:lumMod val="75000"/>
                  </a:schemeClr>
                </a:solidFill>
              </a:endParaRPr>
            </a:p>
          </p:txBody>
        </p:sp>
      </p:grpSp>
      <p:grpSp>
        <p:nvGrpSpPr>
          <p:cNvPr id="2" name="Google Shape;435;p29">
            <a:extLst>
              <a:ext uri="{FF2B5EF4-FFF2-40B4-BE49-F238E27FC236}">
                <a16:creationId xmlns:a16="http://schemas.microsoft.com/office/drawing/2014/main" id="{51B384B3-0A72-C13E-4CAB-C4FF462500D1}"/>
              </a:ext>
            </a:extLst>
          </p:cNvPr>
          <p:cNvGrpSpPr/>
          <p:nvPr/>
        </p:nvGrpSpPr>
        <p:grpSpPr>
          <a:xfrm>
            <a:off x="6342383" y="1377333"/>
            <a:ext cx="4171910" cy="4744947"/>
            <a:chOff x="1099588" y="283725"/>
            <a:chExt cx="2109462" cy="4076400"/>
          </a:xfrm>
        </p:grpSpPr>
        <p:sp>
          <p:nvSpPr>
            <p:cNvPr id="5" name="Google Shape;436;p29">
              <a:extLst>
                <a:ext uri="{FF2B5EF4-FFF2-40B4-BE49-F238E27FC236}">
                  <a16:creationId xmlns:a16="http://schemas.microsoft.com/office/drawing/2014/main" id="{B2921AF4-75B2-5D10-DDB8-F1A8965D35C6}"/>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437;p29">
              <a:extLst>
                <a:ext uri="{FF2B5EF4-FFF2-40B4-BE49-F238E27FC236}">
                  <a16:creationId xmlns:a16="http://schemas.microsoft.com/office/drawing/2014/main" id="{75FD9BCF-1A82-DA2A-FC0B-3FA3B9D97446}"/>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438;p29">
              <a:extLst>
                <a:ext uri="{FF2B5EF4-FFF2-40B4-BE49-F238E27FC236}">
                  <a16:creationId xmlns:a16="http://schemas.microsoft.com/office/drawing/2014/main" id="{9DBAFAC0-D1D1-BCE5-01E2-45A7FE372888}"/>
                </a:ext>
              </a:extLst>
            </p:cNvPr>
            <p:cNvSpPr/>
            <p:nvPr/>
          </p:nvSpPr>
          <p:spPr>
            <a:xfrm>
              <a:off x="1099588" y="341776"/>
              <a:ext cx="1983900" cy="3691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ctr">
                <a:spcAft>
                  <a:spcPts val="600"/>
                </a:spcAft>
                <a:buSzPts val="1200"/>
              </a:pPr>
              <a:r>
                <a:rPr lang="en-IN" sz="2400">
                  <a:solidFill>
                    <a:schemeClr val="accent4">
                      <a:lumMod val="75000"/>
                    </a:schemeClr>
                  </a:solidFill>
                  <a:latin typeface="Trebuchet MS"/>
                </a:rPr>
                <a:t>External Credentials</a:t>
              </a:r>
            </a:p>
            <a:p>
              <a:pPr marL="457200" indent="-304800">
                <a:buClr>
                  <a:srgbClr val="25628E"/>
                </a:buClr>
                <a:buSzPts val="1200"/>
                <a:buFont typeface="Wingdings"/>
                <a:buChar char="v"/>
              </a:pPr>
              <a:r>
                <a:rPr lang="en" sz="1600">
                  <a:solidFill>
                    <a:schemeClr val="accent4">
                      <a:lumMod val="75000"/>
                    </a:schemeClr>
                  </a:solidFill>
                </a:rPr>
                <a:t>Establishes a framework for managing external authentication mechanisms within Salesforce, involves authentication protocols, access token retrieval, OAuth flow types, and much more.</a:t>
              </a:r>
            </a:p>
            <a:p>
              <a:pPr marL="457200" indent="-304800">
                <a:buClr>
                  <a:srgbClr val="25628E"/>
                </a:buClr>
                <a:buSzPts val="1200"/>
                <a:buFont typeface="Wingdings"/>
                <a:buChar char="v"/>
              </a:pPr>
              <a:r>
                <a:rPr lang="en" sz="1600">
                  <a:solidFill>
                    <a:schemeClr val="accent4">
                      <a:lumMod val="75000"/>
                    </a:schemeClr>
                  </a:solidFill>
                </a:rPr>
                <a:t>Supports usage of permission sets to provide access to only specified users using principals.</a:t>
              </a:r>
              <a:endParaRPr lang="en">
                <a:solidFill>
                  <a:schemeClr val="accent4">
                    <a:lumMod val="75000"/>
                  </a:schemeClr>
                </a:solidFill>
              </a:endParaRPr>
            </a:p>
            <a:p>
              <a:pPr marL="457200" indent="-304800">
                <a:buClr>
                  <a:srgbClr val="25628E"/>
                </a:buClr>
                <a:buSzPts val="1200"/>
                <a:buFont typeface="Wingdings"/>
                <a:buChar char="v"/>
              </a:pPr>
              <a:r>
                <a:rPr lang="en" sz="1600">
                  <a:solidFill>
                    <a:schemeClr val="accent4">
                      <a:lumMod val="75000"/>
                    </a:schemeClr>
                  </a:solidFill>
                </a:rPr>
                <a:t>We can provide the callout header in this as a direct value or a formulated one.</a:t>
              </a:r>
              <a:endParaRPr lang="en">
                <a:solidFill>
                  <a:schemeClr val="accent4">
                    <a:lumMod val="75000"/>
                  </a:schemeClr>
                </a:solidFill>
              </a:endParaRPr>
            </a:p>
            <a:p>
              <a:pPr marL="457200" indent="-304800">
                <a:buClr>
                  <a:srgbClr val="25628E"/>
                </a:buClr>
                <a:buSzPts val="1200"/>
                <a:buFont typeface="Wingdings"/>
                <a:buChar char="v"/>
              </a:pPr>
              <a:r>
                <a:rPr lang="en" sz="1600">
                  <a:solidFill>
                    <a:schemeClr val="accent4">
                      <a:lumMod val="75000"/>
                    </a:schemeClr>
                  </a:solidFill>
                </a:rPr>
                <a:t>Using this we doesn't require Auth Providers to be configured (Except the Browser Flow authentication)</a:t>
              </a:r>
              <a:endParaRPr lang="en">
                <a:solidFill>
                  <a:schemeClr val="accent4">
                    <a:lumMod val="75000"/>
                  </a:schemeClr>
                </a:solidFill>
              </a:endParaRPr>
            </a:p>
          </p:txBody>
        </p:sp>
      </p:grpSp>
    </p:spTree>
    <p:extLst>
      <p:ext uri="{BB962C8B-B14F-4D97-AF65-F5344CB8AC3E}">
        <p14:creationId xmlns:p14="http://schemas.microsoft.com/office/powerpoint/2010/main" val="2256057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55F470-5353-C51A-264C-B4615573181A}"/>
              </a:ext>
            </a:extLst>
          </p:cNvPr>
          <p:cNvSpPr>
            <a:spLocks noGrp="1"/>
          </p:cNvSpPr>
          <p:nvPr>
            <p:ph sz="quarter" idx="11"/>
          </p:nvPr>
        </p:nvSpPr>
        <p:spPr>
          <a:xfrm>
            <a:off x="387337" y="421411"/>
            <a:ext cx="11522754" cy="4835525"/>
          </a:xfrm>
        </p:spPr>
        <p:txBody>
          <a:bodyPr lIns="91440" tIns="45720" rIns="91440" bIns="45720" anchor="t"/>
          <a:lstStyle/>
          <a:p>
            <a:pPr marL="0" indent="0">
              <a:buNone/>
            </a:pPr>
            <a:r>
              <a:rPr lang="en" sz="4000" b="1">
                <a:solidFill>
                  <a:srgbClr val="19BBD5"/>
                </a:solidFill>
                <a:latin typeface="Trebuchet MS"/>
                <a:cs typeface="Calibri"/>
              </a:rPr>
              <a:t>                 </a:t>
            </a:r>
            <a:endParaRPr lang="en-US" sz="4000">
              <a:solidFill>
                <a:srgbClr val="404040"/>
              </a:solidFill>
            </a:endParaRPr>
          </a:p>
          <a:p>
            <a:pPr marL="0" indent="0">
              <a:buNone/>
            </a:pPr>
            <a:endParaRPr lang="en" sz="4000" b="1">
              <a:solidFill>
                <a:srgbClr val="19BBD5"/>
              </a:solidFill>
              <a:latin typeface="Trebuchet MS"/>
              <a:cs typeface="Calibri"/>
            </a:endParaRPr>
          </a:p>
          <a:p>
            <a:pPr marL="0" indent="0">
              <a:buNone/>
            </a:pPr>
            <a:r>
              <a:rPr lang="en" sz="4000" b="1">
                <a:solidFill>
                  <a:srgbClr val="19BBD5"/>
                </a:solidFill>
                <a:latin typeface="Trebuchet MS"/>
                <a:cs typeface="Calibri"/>
              </a:rPr>
              <a:t>            3.2. Create Apex REST Resource</a:t>
            </a:r>
            <a:endParaRPr lang="en-US" sz="4000"/>
          </a:p>
        </p:txBody>
      </p:sp>
    </p:spTree>
    <p:extLst>
      <p:ext uri="{BB962C8B-B14F-4D97-AF65-F5344CB8AC3E}">
        <p14:creationId xmlns:p14="http://schemas.microsoft.com/office/powerpoint/2010/main" val="2508360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5781E9-12BA-6497-EE6B-6A7FF3A626C4}"/>
              </a:ext>
            </a:extLst>
          </p:cNvPr>
          <p:cNvSpPr>
            <a:spLocks noGrp="1"/>
          </p:cNvSpPr>
          <p:nvPr>
            <p:ph type="body" sz="quarter" idx="12"/>
          </p:nvPr>
        </p:nvSpPr>
        <p:spPr/>
        <p:txBody>
          <a:bodyPr/>
          <a:lstStyle/>
          <a:p>
            <a:r>
              <a:rPr lang="en-IN"/>
              <a:t>Apex REST Web services​</a:t>
            </a:r>
          </a:p>
        </p:txBody>
      </p:sp>
      <p:grpSp>
        <p:nvGrpSpPr>
          <p:cNvPr id="4" name="Google Shape;435;p29">
            <a:extLst>
              <a:ext uri="{FF2B5EF4-FFF2-40B4-BE49-F238E27FC236}">
                <a16:creationId xmlns:a16="http://schemas.microsoft.com/office/drawing/2014/main" id="{FA54FB34-3BBC-DAD5-7F6B-E9BBF008563A}"/>
              </a:ext>
            </a:extLst>
          </p:cNvPr>
          <p:cNvGrpSpPr/>
          <p:nvPr/>
        </p:nvGrpSpPr>
        <p:grpSpPr>
          <a:xfrm>
            <a:off x="2202869" y="1274359"/>
            <a:ext cx="7786262" cy="1892597"/>
            <a:chOff x="1099588" y="283725"/>
            <a:chExt cx="2109462" cy="4076400"/>
          </a:xfrm>
        </p:grpSpPr>
        <p:sp>
          <p:nvSpPr>
            <p:cNvPr id="9" name="Google Shape;436;p29">
              <a:extLst>
                <a:ext uri="{FF2B5EF4-FFF2-40B4-BE49-F238E27FC236}">
                  <a16:creationId xmlns:a16="http://schemas.microsoft.com/office/drawing/2014/main" id="{353D78B8-8D7F-81F8-66B3-4B6C0B713EC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437;p29">
              <a:extLst>
                <a:ext uri="{FF2B5EF4-FFF2-40B4-BE49-F238E27FC236}">
                  <a16:creationId xmlns:a16="http://schemas.microsoft.com/office/drawing/2014/main" id="{750989FD-D1E1-8313-A27C-176F0CD89663}"/>
                </a:ext>
              </a:extLst>
            </p:cNvPr>
            <p:cNvSpPr/>
            <p:nvPr/>
          </p:nvSpPr>
          <p:spPr>
            <a:xfrm>
              <a:off x="1116169" y="341776"/>
              <a:ext cx="2076300" cy="3884699"/>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 name="Google Shape;438;p29">
              <a:extLst>
                <a:ext uri="{FF2B5EF4-FFF2-40B4-BE49-F238E27FC236}">
                  <a16:creationId xmlns:a16="http://schemas.microsoft.com/office/drawing/2014/main" id="{8AF10341-C9FD-22B7-FFAD-0A0E55AECCAA}"/>
                </a:ext>
              </a:extLst>
            </p:cNvPr>
            <p:cNvSpPr/>
            <p:nvPr/>
          </p:nvSpPr>
          <p:spPr>
            <a:xfrm>
              <a:off x="1099588" y="341776"/>
              <a:ext cx="1983900" cy="36917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lvl="0" algn="ctr" rtl="0">
                <a:spcBef>
                  <a:spcPts val="0"/>
                </a:spcBef>
                <a:spcAft>
                  <a:spcPts val="600"/>
                </a:spcAft>
                <a:buClr>
                  <a:schemeClr val="accent4">
                    <a:lumMod val="75000"/>
                  </a:schemeClr>
                </a:buClr>
                <a:buSzPts val="1200"/>
              </a:pPr>
              <a:r>
                <a:rPr lang="en-IN" sz="2400">
                  <a:solidFill>
                    <a:schemeClr val="accent4">
                      <a:lumMod val="75000"/>
                    </a:schemeClr>
                  </a:solidFill>
                  <a:latin typeface="Trebuchet MS"/>
                </a:rPr>
                <a:t> Create Apex REST Resource​</a:t>
              </a:r>
              <a:endParaRPr lang="en" sz="2400">
                <a:solidFill>
                  <a:schemeClr val="accent4">
                    <a:lumMod val="75000"/>
                  </a:schemeClr>
                </a:solidFill>
                <a:latin typeface="Trebuchet MS"/>
                <a:sym typeface="Trebuchet MS"/>
              </a:endParaRPr>
            </a:p>
            <a:p>
              <a:pPr marL="457200" lvl="0" indent="-304800" algn="l" rtl="0">
                <a:spcBef>
                  <a:spcPts val="0"/>
                </a:spcBef>
                <a:spcAft>
                  <a:spcPts val="0"/>
                </a:spcAft>
                <a:buClr>
                  <a:schemeClr val="accent4">
                    <a:lumMod val="75000"/>
                  </a:schemeClr>
                </a:buClr>
                <a:buSzPts val="1200"/>
                <a:buFont typeface="Trebuchet MS"/>
                <a:buChar char="❖"/>
              </a:pPr>
              <a:r>
                <a:rPr lang="en-US" sz="1600">
                  <a:solidFill>
                    <a:schemeClr val="accent4">
                      <a:lumMod val="75000"/>
                    </a:schemeClr>
                  </a:solidFill>
                  <a:latin typeface="Trebuchet MS"/>
                  <a:ea typeface="Trebuchet MS"/>
                  <a:cs typeface="Trebuchet MS"/>
                  <a:sym typeface="Trebuchet MS"/>
                </a:rPr>
                <a:t>Force.com allows you to expose your Apex methods as REST Web services. so that external applications can access your code and your application.​</a:t>
              </a:r>
            </a:p>
            <a:p>
              <a:pPr marL="457200" lvl="0" indent="-304800" algn="l" rtl="0">
                <a:spcBef>
                  <a:spcPts val="0"/>
                </a:spcBef>
                <a:spcAft>
                  <a:spcPts val="0"/>
                </a:spcAft>
                <a:buClr>
                  <a:schemeClr val="accent4">
                    <a:lumMod val="75000"/>
                  </a:schemeClr>
                </a:buClr>
                <a:buSzPts val="1200"/>
                <a:buFont typeface="Trebuchet MS"/>
                <a:buChar char="❖"/>
              </a:pPr>
              <a:r>
                <a:rPr lang="en-US" sz="1600">
                  <a:solidFill>
                    <a:schemeClr val="accent4">
                      <a:lumMod val="75000"/>
                    </a:schemeClr>
                  </a:solidFill>
                  <a:latin typeface="Trebuchet MS"/>
                  <a:ea typeface="Trebuchet MS"/>
                  <a:cs typeface="Trebuchet MS"/>
                  <a:sym typeface="Trebuchet MS"/>
                </a:rPr>
                <a:t>This can be done by annotating your method with @RestResource.​</a:t>
              </a:r>
              <a:endParaRPr lang="en-US">
                <a:solidFill>
                  <a:schemeClr val="accent4">
                    <a:lumMod val="75000"/>
                  </a:schemeClr>
                </a:solidFill>
                <a:highlight>
                  <a:srgbClr val="FFFFFF"/>
                </a:highlight>
                <a:latin typeface="Trebuchet MS"/>
                <a:ea typeface="Trebuchet MS"/>
                <a:cs typeface="Trebuchet MS"/>
                <a:sym typeface="Trebuchet MS"/>
              </a:endParaRPr>
            </a:p>
          </p:txBody>
        </p:sp>
      </p:grpSp>
      <p:grpSp>
        <p:nvGrpSpPr>
          <p:cNvPr id="5" name="Google Shape;439;p29">
            <a:extLst>
              <a:ext uri="{FF2B5EF4-FFF2-40B4-BE49-F238E27FC236}">
                <a16:creationId xmlns:a16="http://schemas.microsoft.com/office/drawing/2014/main" id="{DAA4383A-7BA5-D698-C6E8-779BAE35D4BE}"/>
              </a:ext>
            </a:extLst>
          </p:cNvPr>
          <p:cNvGrpSpPr/>
          <p:nvPr/>
        </p:nvGrpSpPr>
        <p:grpSpPr>
          <a:xfrm>
            <a:off x="2140689" y="3429000"/>
            <a:ext cx="7910623" cy="2866630"/>
            <a:chOff x="1099588" y="283725"/>
            <a:chExt cx="2109462" cy="4076400"/>
          </a:xfrm>
        </p:grpSpPr>
        <p:sp>
          <p:nvSpPr>
            <p:cNvPr id="6" name="Google Shape;440;p29">
              <a:extLst>
                <a:ext uri="{FF2B5EF4-FFF2-40B4-BE49-F238E27FC236}">
                  <a16:creationId xmlns:a16="http://schemas.microsoft.com/office/drawing/2014/main" id="{065528AC-3818-2CCE-60DB-DCD3CEFDA01F}"/>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441;p29">
              <a:extLst>
                <a:ext uri="{FF2B5EF4-FFF2-40B4-BE49-F238E27FC236}">
                  <a16:creationId xmlns:a16="http://schemas.microsoft.com/office/drawing/2014/main" id="{17A41406-13CC-A05B-17F2-F9DF6F5F8B72}"/>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 name="Google Shape;442;p29">
              <a:extLst>
                <a:ext uri="{FF2B5EF4-FFF2-40B4-BE49-F238E27FC236}">
                  <a16:creationId xmlns:a16="http://schemas.microsoft.com/office/drawing/2014/main" id="{F5BB659F-C0BE-094C-1707-638CC7ADD9B1}"/>
                </a:ext>
              </a:extLst>
            </p:cNvPr>
            <p:cNvSpPr/>
            <p:nvPr/>
          </p:nvSpPr>
          <p:spPr>
            <a:xfrm>
              <a:off x="1099588" y="469179"/>
              <a:ext cx="2076300" cy="35643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0" algn="l" rtl="0">
                <a:spcBef>
                  <a:spcPts val="0"/>
                </a:spcBef>
                <a:spcAft>
                  <a:spcPts val="0"/>
                </a:spcAft>
                <a:buClr>
                  <a:schemeClr val="dk1"/>
                </a:buClr>
                <a:buSzPts val="1100"/>
                <a:buFont typeface="Arial"/>
                <a:buNone/>
              </a:pPr>
              <a:r>
                <a:rPr lang="en-US" sz="1600">
                  <a:solidFill>
                    <a:schemeClr val="accent4">
                      <a:lumMod val="75000"/>
                    </a:schemeClr>
                  </a:solidFill>
                  <a:latin typeface="Trebuchet MS"/>
                  <a:ea typeface="Trebuchet MS"/>
                  <a:cs typeface="Trebuchet MS"/>
                  <a:sym typeface="Trebuchet MS"/>
                </a:rPr>
                <a:t>@RestResource(urlMapping='/AccountWebService/*') ​</a:t>
              </a:r>
            </a:p>
            <a:p>
              <a:pPr marL="457200" lvl="0" indent="0" algn="l" rtl="0">
                <a:spcBef>
                  <a:spcPts val="0"/>
                </a:spcBef>
                <a:spcAft>
                  <a:spcPts val="0"/>
                </a:spcAft>
                <a:buClr>
                  <a:schemeClr val="dk1"/>
                </a:buClr>
                <a:buSzPts val="1100"/>
                <a:buFont typeface="Arial"/>
                <a:buNone/>
              </a:pPr>
              <a:r>
                <a:rPr lang="en-US" sz="1600">
                  <a:solidFill>
                    <a:schemeClr val="accent4">
                      <a:lumMod val="75000"/>
                    </a:schemeClr>
                  </a:solidFill>
                  <a:latin typeface="Trebuchet MS"/>
                  <a:ea typeface="Trebuchet MS"/>
                  <a:cs typeface="Trebuchet MS"/>
                  <a:sym typeface="Trebuchet MS"/>
                </a:rPr>
                <a:t>global with sharing class </a:t>
              </a:r>
              <a:r>
                <a:rPr lang="en-US" sz="1600" err="1">
                  <a:solidFill>
                    <a:schemeClr val="accent4">
                      <a:lumMod val="75000"/>
                    </a:schemeClr>
                  </a:solidFill>
                  <a:latin typeface="Trebuchet MS"/>
                  <a:ea typeface="Trebuchet MS"/>
                  <a:cs typeface="Trebuchet MS"/>
                  <a:sym typeface="Trebuchet MS"/>
                </a:rPr>
                <a:t>MyRestWebService</a:t>
              </a:r>
              <a:r>
                <a:rPr lang="en-US" sz="1600">
                  <a:solidFill>
                    <a:schemeClr val="accent4">
                      <a:lumMod val="75000"/>
                    </a:schemeClr>
                  </a:solidFill>
                  <a:latin typeface="Trebuchet MS"/>
                  <a:ea typeface="Trebuchet MS"/>
                  <a:cs typeface="Trebuchet MS"/>
                  <a:sym typeface="Trebuchet MS"/>
                </a:rPr>
                <a:t> {​</a:t>
              </a:r>
            </a:p>
            <a:p>
              <a:pPr marL="457200" lvl="0" indent="0" algn="l" rtl="0">
                <a:spcBef>
                  <a:spcPts val="0"/>
                </a:spcBef>
                <a:spcAft>
                  <a:spcPts val="0"/>
                </a:spcAft>
                <a:buClr>
                  <a:schemeClr val="dk1"/>
                </a:buClr>
                <a:buSzPts val="1100"/>
                <a:buFont typeface="Arial"/>
                <a:buNone/>
              </a:pPr>
              <a:r>
                <a:rPr lang="en-US" sz="1600">
                  <a:solidFill>
                    <a:schemeClr val="accent4">
                      <a:lumMod val="75000"/>
                    </a:schemeClr>
                  </a:solidFill>
                  <a:latin typeface="Trebuchet MS"/>
                  <a:ea typeface="Trebuchet MS"/>
                  <a:cs typeface="Trebuchet MS"/>
                  <a:sym typeface="Trebuchet MS"/>
                </a:rPr>
                <a:t>   @HttpGet​</a:t>
              </a:r>
            </a:p>
            <a:p>
              <a:pPr marL="457200" lvl="0" indent="0" algn="l" rtl="0">
                <a:spcBef>
                  <a:spcPts val="0"/>
                </a:spcBef>
                <a:spcAft>
                  <a:spcPts val="0"/>
                </a:spcAft>
                <a:buClr>
                  <a:schemeClr val="dk1"/>
                </a:buClr>
                <a:buSzPts val="1100"/>
                <a:buFont typeface="Arial"/>
                <a:buNone/>
              </a:pPr>
              <a:r>
                <a:rPr lang="en-US" sz="1600">
                  <a:solidFill>
                    <a:schemeClr val="accent4">
                      <a:lumMod val="75000"/>
                    </a:schemeClr>
                  </a:solidFill>
                  <a:latin typeface="Trebuchet MS"/>
                  <a:ea typeface="Trebuchet MS"/>
                  <a:cs typeface="Trebuchet MS"/>
                  <a:sym typeface="Trebuchet MS"/>
                </a:rPr>
                <a:t>   global static List&lt;Account&gt; </a:t>
              </a:r>
              <a:r>
                <a:rPr lang="en-US" sz="1600" err="1">
                  <a:solidFill>
                    <a:schemeClr val="accent4">
                      <a:lumMod val="75000"/>
                    </a:schemeClr>
                  </a:solidFill>
                  <a:latin typeface="Trebuchet MS"/>
                  <a:ea typeface="Trebuchet MS"/>
                  <a:cs typeface="Trebuchet MS"/>
                  <a:sym typeface="Trebuchet MS"/>
                </a:rPr>
                <a:t>doGet</a:t>
              </a:r>
              <a:r>
                <a:rPr lang="en-US" sz="1600">
                  <a:solidFill>
                    <a:schemeClr val="accent4">
                      <a:lumMod val="75000"/>
                    </a:schemeClr>
                  </a:solidFill>
                  <a:latin typeface="Trebuchet MS"/>
                  <a:ea typeface="Trebuchet MS"/>
                  <a:cs typeface="Trebuchet MS"/>
                  <a:sym typeface="Trebuchet MS"/>
                </a:rPr>
                <a:t>(){​</a:t>
              </a:r>
            </a:p>
            <a:p>
              <a:pPr marL="457200" lvl="0" indent="0" algn="l" rtl="0">
                <a:spcBef>
                  <a:spcPts val="0"/>
                </a:spcBef>
                <a:spcAft>
                  <a:spcPts val="0"/>
                </a:spcAft>
                <a:buClr>
                  <a:schemeClr val="dk1"/>
                </a:buClr>
                <a:buSzPts val="1100"/>
                <a:buFont typeface="Arial"/>
                <a:buNone/>
              </a:pPr>
              <a:r>
                <a:rPr lang="en-US" sz="1600">
                  <a:solidFill>
                    <a:schemeClr val="accent4">
                      <a:lumMod val="75000"/>
                    </a:schemeClr>
                  </a:solidFill>
                  <a:latin typeface="Trebuchet MS"/>
                  <a:ea typeface="Trebuchet MS"/>
                  <a:cs typeface="Trebuchet MS"/>
                  <a:sym typeface="Trebuchet MS"/>
                </a:rPr>
                <a:t>        </a:t>
              </a:r>
              <a:r>
                <a:rPr lang="en-US" sz="1600" err="1">
                  <a:solidFill>
                    <a:schemeClr val="accent4">
                      <a:lumMod val="75000"/>
                    </a:schemeClr>
                  </a:solidFill>
                  <a:latin typeface="Trebuchet MS"/>
                  <a:ea typeface="Trebuchet MS"/>
                  <a:cs typeface="Trebuchet MS"/>
                  <a:sym typeface="Trebuchet MS"/>
                </a:rPr>
                <a:t>RestRequest</a:t>
              </a:r>
              <a:r>
                <a:rPr lang="en-US" sz="1600">
                  <a:solidFill>
                    <a:schemeClr val="accent4">
                      <a:lumMod val="75000"/>
                    </a:schemeClr>
                  </a:solidFill>
                  <a:latin typeface="Trebuchet MS"/>
                  <a:ea typeface="Trebuchet MS"/>
                  <a:cs typeface="Trebuchet MS"/>
                  <a:sym typeface="Trebuchet MS"/>
                </a:rPr>
                <a:t> req = </a:t>
              </a:r>
              <a:r>
                <a:rPr lang="en-US" sz="1600" err="1">
                  <a:solidFill>
                    <a:schemeClr val="accent4">
                      <a:lumMod val="75000"/>
                    </a:schemeClr>
                  </a:solidFill>
                  <a:latin typeface="Trebuchet MS"/>
                  <a:ea typeface="Trebuchet MS"/>
                  <a:cs typeface="Trebuchet MS"/>
                  <a:sym typeface="Trebuchet MS"/>
                </a:rPr>
                <a:t>RestContext.request</a:t>
              </a:r>
              <a:r>
                <a:rPr lang="en-US" sz="1600">
                  <a:solidFill>
                    <a:schemeClr val="accent4">
                      <a:lumMod val="75000"/>
                    </a:schemeClr>
                  </a:solidFill>
                  <a:latin typeface="Trebuchet MS"/>
                  <a:ea typeface="Trebuchet MS"/>
                  <a:cs typeface="Trebuchet MS"/>
                  <a:sym typeface="Trebuchet MS"/>
                </a:rPr>
                <a:t>;​</a:t>
              </a:r>
            </a:p>
            <a:p>
              <a:pPr marL="457200" lvl="0" indent="0" algn="l" rtl="0">
                <a:spcBef>
                  <a:spcPts val="0"/>
                </a:spcBef>
                <a:spcAft>
                  <a:spcPts val="0"/>
                </a:spcAft>
                <a:buClr>
                  <a:schemeClr val="dk1"/>
                </a:buClr>
                <a:buSzPts val="1100"/>
                <a:buFont typeface="Arial"/>
                <a:buNone/>
              </a:pPr>
              <a:r>
                <a:rPr lang="en-US" sz="1600">
                  <a:solidFill>
                    <a:schemeClr val="accent4">
                      <a:lumMod val="75000"/>
                    </a:schemeClr>
                  </a:solidFill>
                  <a:latin typeface="Trebuchet MS"/>
                  <a:ea typeface="Trebuchet MS"/>
                  <a:cs typeface="Trebuchet MS"/>
                  <a:sym typeface="Trebuchet MS"/>
                </a:rPr>
                <a:t>        </a:t>
              </a:r>
              <a:r>
                <a:rPr lang="en-US" sz="1600" err="1">
                  <a:solidFill>
                    <a:schemeClr val="accent4">
                      <a:lumMod val="75000"/>
                    </a:schemeClr>
                  </a:solidFill>
                  <a:latin typeface="Trebuchet MS"/>
                  <a:ea typeface="Trebuchet MS"/>
                  <a:cs typeface="Trebuchet MS"/>
                  <a:sym typeface="Trebuchet MS"/>
                </a:rPr>
                <a:t>RestResponse</a:t>
              </a:r>
              <a:r>
                <a:rPr lang="en-US" sz="1600">
                  <a:solidFill>
                    <a:schemeClr val="accent4">
                      <a:lumMod val="75000"/>
                    </a:schemeClr>
                  </a:solidFill>
                  <a:latin typeface="Trebuchet MS"/>
                  <a:ea typeface="Trebuchet MS"/>
                  <a:cs typeface="Trebuchet MS"/>
                  <a:sym typeface="Trebuchet MS"/>
                </a:rPr>
                <a:t> res = </a:t>
              </a:r>
              <a:r>
                <a:rPr lang="en-US" sz="1600" err="1">
                  <a:solidFill>
                    <a:schemeClr val="accent4">
                      <a:lumMod val="75000"/>
                    </a:schemeClr>
                  </a:solidFill>
                  <a:latin typeface="Trebuchet MS"/>
                  <a:ea typeface="Trebuchet MS"/>
                  <a:cs typeface="Trebuchet MS"/>
                  <a:sym typeface="Trebuchet MS"/>
                </a:rPr>
                <a:t>Restcontext.response</a:t>
              </a:r>
              <a:r>
                <a:rPr lang="en-US" sz="1600">
                  <a:solidFill>
                    <a:schemeClr val="accent4">
                      <a:lumMod val="75000"/>
                    </a:schemeClr>
                  </a:solidFill>
                  <a:latin typeface="Trebuchet MS"/>
                  <a:ea typeface="Trebuchet MS"/>
                  <a:cs typeface="Trebuchet MS"/>
                  <a:sym typeface="Trebuchet MS"/>
                </a:rPr>
                <a:t>;​</a:t>
              </a:r>
            </a:p>
            <a:p>
              <a:pPr marL="457200" lvl="0" indent="0" algn="l" rtl="0">
                <a:spcBef>
                  <a:spcPts val="0"/>
                </a:spcBef>
                <a:spcAft>
                  <a:spcPts val="0"/>
                </a:spcAft>
                <a:buClr>
                  <a:schemeClr val="dk1"/>
                </a:buClr>
                <a:buSzPts val="1100"/>
                <a:buFont typeface="Arial"/>
                <a:buNone/>
              </a:pPr>
              <a:r>
                <a:rPr lang="en-US" sz="1600">
                  <a:solidFill>
                    <a:schemeClr val="accent4">
                      <a:lumMod val="75000"/>
                    </a:schemeClr>
                  </a:solidFill>
                  <a:latin typeface="Trebuchet MS"/>
                  <a:ea typeface="Trebuchet MS"/>
                  <a:cs typeface="Trebuchet MS"/>
                  <a:sym typeface="Trebuchet MS"/>
                </a:rPr>
                <a:t>        List&lt;Account&gt; </a:t>
              </a:r>
              <a:r>
                <a:rPr lang="en-US" sz="1600" err="1">
                  <a:solidFill>
                    <a:schemeClr val="accent4">
                      <a:lumMod val="75000"/>
                    </a:schemeClr>
                  </a:solidFill>
                  <a:latin typeface="Trebuchet MS"/>
                  <a:ea typeface="Trebuchet MS"/>
                  <a:cs typeface="Trebuchet MS"/>
                  <a:sym typeface="Trebuchet MS"/>
                </a:rPr>
                <a:t>listAccount</a:t>
              </a:r>
              <a:r>
                <a:rPr lang="en-US" sz="1600">
                  <a:solidFill>
                    <a:schemeClr val="accent4">
                      <a:lumMod val="75000"/>
                    </a:schemeClr>
                  </a:solidFill>
                  <a:latin typeface="Trebuchet MS"/>
                  <a:ea typeface="Trebuchet MS"/>
                  <a:cs typeface="Trebuchet MS"/>
                  <a:sym typeface="Trebuchet MS"/>
                </a:rPr>
                <a:t> =[Select Id , Name from Account LIMIT 10 ];​</a:t>
              </a:r>
            </a:p>
            <a:p>
              <a:pPr marL="457200" lvl="0" indent="0" algn="l" rtl="0">
                <a:spcBef>
                  <a:spcPts val="0"/>
                </a:spcBef>
                <a:spcAft>
                  <a:spcPts val="0"/>
                </a:spcAft>
                <a:buClr>
                  <a:schemeClr val="dk1"/>
                </a:buClr>
                <a:buSzPts val="1100"/>
                <a:buFont typeface="Arial"/>
                <a:buNone/>
              </a:pPr>
              <a:r>
                <a:rPr lang="en-US" sz="1600">
                  <a:solidFill>
                    <a:schemeClr val="accent4">
                      <a:lumMod val="75000"/>
                    </a:schemeClr>
                  </a:solidFill>
                  <a:latin typeface="Trebuchet MS"/>
                  <a:ea typeface="Trebuchet MS"/>
                  <a:cs typeface="Trebuchet MS"/>
                  <a:sym typeface="Trebuchet MS"/>
                </a:rPr>
                <a:t>        return </a:t>
              </a:r>
              <a:r>
                <a:rPr lang="en-US" sz="1600" err="1">
                  <a:solidFill>
                    <a:schemeClr val="accent4">
                      <a:lumMod val="75000"/>
                    </a:schemeClr>
                  </a:solidFill>
                  <a:latin typeface="Trebuchet MS"/>
                  <a:ea typeface="Trebuchet MS"/>
                  <a:cs typeface="Trebuchet MS"/>
                  <a:sym typeface="Trebuchet MS"/>
                </a:rPr>
                <a:t>listAccount</a:t>
              </a:r>
              <a:r>
                <a:rPr lang="en-US" sz="1600">
                  <a:solidFill>
                    <a:schemeClr val="accent4">
                      <a:lumMod val="75000"/>
                    </a:schemeClr>
                  </a:solidFill>
                  <a:latin typeface="Trebuchet MS"/>
                  <a:ea typeface="Trebuchet MS"/>
                  <a:cs typeface="Trebuchet MS"/>
                  <a:sym typeface="Trebuchet MS"/>
                </a:rPr>
                <a:t> ;​</a:t>
              </a:r>
            </a:p>
            <a:p>
              <a:pPr marL="457200" lvl="0" indent="0" algn="l" rtl="0">
                <a:spcBef>
                  <a:spcPts val="0"/>
                </a:spcBef>
                <a:spcAft>
                  <a:spcPts val="0"/>
                </a:spcAft>
                <a:buClr>
                  <a:schemeClr val="dk1"/>
                </a:buClr>
                <a:buSzPts val="1100"/>
                <a:buFont typeface="Arial"/>
                <a:buNone/>
              </a:pPr>
              <a:r>
                <a:rPr lang="en-US" sz="1600">
                  <a:solidFill>
                    <a:schemeClr val="accent4">
                      <a:lumMod val="75000"/>
                    </a:schemeClr>
                  </a:solidFill>
                  <a:latin typeface="Trebuchet MS"/>
                  <a:ea typeface="Trebuchet MS"/>
                  <a:cs typeface="Trebuchet MS"/>
                  <a:sym typeface="Trebuchet MS"/>
                </a:rPr>
                <a:t>    }​</a:t>
              </a:r>
              <a:endParaRPr lang="en-US" sz="1100">
                <a:solidFill>
                  <a:schemeClr val="accent4">
                    <a:lumMod val="75000"/>
                  </a:schemeClr>
                </a:solidFill>
                <a:highlight>
                  <a:srgbClr val="FFFFFF"/>
                </a:highlight>
              </a:endParaRPr>
            </a:p>
          </p:txBody>
        </p:sp>
      </p:grpSp>
    </p:spTree>
    <p:extLst>
      <p:ext uri="{BB962C8B-B14F-4D97-AF65-F5344CB8AC3E}">
        <p14:creationId xmlns:p14="http://schemas.microsoft.com/office/powerpoint/2010/main" val="3420211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p:txBody>
          <a:bodyPr/>
          <a:lstStyle/>
          <a:p>
            <a:r>
              <a:rPr lang="en-IN"/>
              <a:t>Apex REST Web services​</a:t>
            </a:r>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041991"/>
            <a:ext cx="11215892" cy="5355974"/>
            <a:chOff x="1099586" y="283725"/>
            <a:chExt cx="2308294"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308294" cy="38846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1"/>
              <a:r>
                <a:rPr lang="en-US">
                  <a:solidFill>
                    <a:schemeClr val="accent4">
                      <a:lumMod val="75000"/>
                    </a:schemeClr>
                  </a:solidFill>
                  <a:sym typeface="Trebuchet MS"/>
                </a:rPr>
                <a:t>@RestResource(urlMapping='/v1.0/Accounts/*')</a:t>
              </a:r>
              <a:endParaRPr lang="en-US">
                <a:solidFill>
                  <a:schemeClr val="accent4">
                    <a:lumMod val="75000"/>
                  </a:schemeClr>
                </a:solidFill>
              </a:endParaRPr>
            </a:p>
            <a:p>
              <a:pPr lvl="1"/>
              <a:r>
                <a:rPr lang="en-US">
                  <a:solidFill>
                    <a:schemeClr val="accent4">
                      <a:lumMod val="75000"/>
                    </a:schemeClr>
                  </a:solidFill>
                  <a:sym typeface="Trebuchet MS"/>
                </a:rPr>
                <a:t>global with sharing class </a:t>
              </a:r>
              <a:r>
                <a:rPr lang="en-US" err="1">
                  <a:solidFill>
                    <a:schemeClr val="accent4">
                      <a:lumMod val="75000"/>
                    </a:schemeClr>
                  </a:solidFill>
                  <a:sym typeface="Trebuchet MS"/>
                </a:rPr>
                <a:t>AccountRestService</a:t>
              </a:r>
              <a:r>
                <a:rPr lang="en-US">
                  <a:solidFill>
                    <a:schemeClr val="accent4">
                      <a:lumMod val="75000"/>
                    </a:schemeClr>
                  </a:solidFill>
                  <a:sym typeface="Trebuchet MS"/>
                </a:rPr>
                <a:t> {</a:t>
              </a:r>
              <a:endParaRPr lang="en-US">
                <a:solidFill>
                  <a:schemeClr val="accent4">
                    <a:lumMod val="75000"/>
                  </a:schemeClr>
                </a:solidFill>
              </a:endParaRPr>
            </a:p>
            <a:p>
              <a:pPr lvl="1"/>
              <a:r>
                <a:rPr lang="en-US">
                  <a:solidFill>
                    <a:schemeClr val="accent4">
                      <a:lumMod val="75000"/>
                    </a:schemeClr>
                  </a:solidFill>
                  <a:sym typeface="Trebuchet MS"/>
                </a:rPr>
                <a:t>    </a:t>
              </a:r>
              <a:endParaRPr lang="en-US">
                <a:solidFill>
                  <a:schemeClr val="accent4">
                    <a:lumMod val="75000"/>
                  </a:schemeClr>
                </a:solidFill>
              </a:endParaRPr>
            </a:p>
            <a:p>
              <a:pPr lvl="1"/>
              <a:r>
                <a:rPr lang="en-US">
                  <a:solidFill>
                    <a:schemeClr val="accent4">
                      <a:lumMod val="75000"/>
                    </a:schemeClr>
                  </a:solidFill>
                  <a:sym typeface="Trebuchet MS"/>
                </a:rPr>
                <a:t>    @HttpPost</a:t>
              </a:r>
              <a:endParaRPr lang="en-US">
                <a:solidFill>
                  <a:schemeClr val="accent4">
                    <a:lumMod val="75000"/>
                  </a:schemeClr>
                </a:solidFill>
              </a:endParaRPr>
            </a:p>
            <a:p>
              <a:pPr lvl="1"/>
              <a:r>
                <a:rPr lang="en-US">
                  <a:solidFill>
                    <a:schemeClr val="accent4">
                      <a:lumMod val="75000"/>
                    </a:schemeClr>
                  </a:solidFill>
                  <a:sym typeface="Trebuchet MS"/>
                </a:rPr>
                <a:t>    global static Id </a:t>
              </a:r>
              <a:r>
                <a:rPr lang="en-US" err="1">
                  <a:solidFill>
                    <a:schemeClr val="accent4">
                      <a:lumMod val="75000"/>
                    </a:schemeClr>
                  </a:solidFill>
                  <a:sym typeface="Trebuchet MS"/>
                </a:rPr>
                <a:t>getAccountIdByExternalId</a:t>
              </a:r>
              <a:r>
                <a:rPr lang="en-US">
                  <a:solidFill>
                    <a:schemeClr val="accent4">
                      <a:lumMod val="75000"/>
                    </a:schemeClr>
                  </a:solidFill>
                  <a:sym typeface="Trebuchet MS"/>
                </a:rPr>
                <a:t>(String </a:t>
              </a:r>
              <a:r>
                <a:rPr lang="en-US" err="1">
                  <a:solidFill>
                    <a:schemeClr val="accent4">
                      <a:lumMod val="75000"/>
                    </a:schemeClr>
                  </a:solidFill>
                  <a:sym typeface="Trebuchet MS"/>
                </a:rPr>
                <a:t>accountExternalId</a:t>
              </a:r>
              <a:r>
                <a:rPr lang="en-US">
                  <a:solidFill>
                    <a:schemeClr val="accent4">
                      <a:lumMod val="75000"/>
                    </a:schemeClr>
                  </a:solidFill>
                  <a:sym typeface="Trebuchet MS"/>
                </a:rPr>
                <a:t>){</a:t>
              </a:r>
              <a:endParaRPr lang="en-US">
                <a:solidFill>
                  <a:schemeClr val="accent4">
                    <a:lumMod val="75000"/>
                  </a:schemeClr>
                </a:solidFill>
              </a:endParaRPr>
            </a:p>
            <a:p>
              <a:pPr lvl="1"/>
              <a:r>
                <a:rPr lang="en-US">
                  <a:solidFill>
                    <a:schemeClr val="accent4">
                      <a:lumMod val="75000"/>
                    </a:schemeClr>
                  </a:solidFill>
                  <a:sym typeface="Trebuchet MS"/>
                </a:rPr>
                <a:t>        try{</a:t>
              </a:r>
              <a:endParaRPr lang="en-US">
                <a:solidFill>
                  <a:schemeClr val="accent4">
                    <a:lumMod val="75000"/>
                  </a:schemeClr>
                </a:solidFill>
              </a:endParaRPr>
            </a:p>
            <a:p>
              <a:pPr lvl="1"/>
              <a:r>
                <a:rPr lang="en-US">
                  <a:solidFill>
                    <a:schemeClr val="accent4">
                      <a:lumMod val="75000"/>
                    </a:schemeClr>
                  </a:solidFill>
                  <a:sym typeface="Trebuchet MS"/>
                </a:rPr>
                <a:t>            if(</a:t>
              </a:r>
              <a:r>
                <a:rPr lang="en-US" err="1">
                  <a:solidFill>
                    <a:schemeClr val="accent4">
                      <a:lumMod val="75000"/>
                    </a:schemeClr>
                  </a:solidFill>
                  <a:sym typeface="Trebuchet MS"/>
                </a:rPr>
                <a:t>String.isNotBlank</a:t>
              </a:r>
              <a:r>
                <a:rPr lang="en-US">
                  <a:solidFill>
                    <a:schemeClr val="accent4">
                      <a:lumMod val="75000"/>
                    </a:schemeClr>
                  </a:solidFill>
                  <a:sym typeface="Trebuchet MS"/>
                </a:rPr>
                <a:t>(</a:t>
              </a:r>
              <a:r>
                <a:rPr lang="en-US" err="1">
                  <a:solidFill>
                    <a:schemeClr val="accent4">
                      <a:lumMod val="75000"/>
                    </a:schemeClr>
                  </a:solidFill>
                  <a:sym typeface="Trebuchet MS"/>
                </a:rPr>
                <a:t>accountExternalId</a:t>
              </a:r>
              <a:r>
                <a:rPr lang="en-US">
                  <a:solidFill>
                    <a:schemeClr val="accent4">
                      <a:lumMod val="75000"/>
                    </a:schemeClr>
                  </a:solidFill>
                  <a:sym typeface="Trebuchet MS"/>
                </a:rPr>
                <a:t>)){</a:t>
              </a:r>
              <a:endParaRPr lang="en-US">
                <a:solidFill>
                  <a:schemeClr val="accent4">
                    <a:lumMod val="75000"/>
                  </a:schemeClr>
                </a:solidFill>
              </a:endParaRPr>
            </a:p>
            <a:p>
              <a:pPr lvl="1"/>
              <a:endParaRPr lang="en-US"/>
            </a:p>
            <a:p>
              <a:pPr lvl="1"/>
              <a:r>
                <a:rPr lang="en-US">
                  <a:solidFill>
                    <a:schemeClr val="accent4">
                      <a:lumMod val="75000"/>
                    </a:schemeClr>
                  </a:solidFill>
                  <a:sym typeface="Trebuchet MS"/>
                </a:rPr>
                <a:t>                Account </a:t>
              </a:r>
              <a:r>
                <a:rPr lang="en-US" err="1">
                  <a:solidFill>
                    <a:schemeClr val="accent4">
                      <a:lumMod val="75000"/>
                    </a:schemeClr>
                  </a:solidFill>
                  <a:sym typeface="Trebuchet MS"/>
                </a:rPr>
                <a:t>accObj</a:t>
              </a:r>
              <a:r>
                <a:rPr lang="en-US">
                  <a:solidFill>
                    <a:schemeClr val="accent4">
                      <a:lumMod val="75000"/>
                    </a:schemeClr>
                  </a:solidFill>
                  <a:sym typeface="Trebuchet MS"/>
                </a:rPr>
                <a:t> = new Account(</a:t>
              </a:r>
              <a:endParaRPr lang="en-US">
                <a:solidFill>
                  <a:schemeClr val="accent4">
                    <a:lumMod val="75000"/>
                  </a:schemeClr>
                </a:solidFill>
              </a:endParaRPr>
            </a:p>
            <a:p>
              <a:pPr lvl="1"/>
              <a:r>
                <a:rPr lang="en-US">
                  <a:solidFill>
                    <a:schemeClr val="accent4">
                      <a:lumMod val="75000"/>
                    </a:schemeClr>
                  </a:solidFill>
                  <a:sym typeface="Trebuchet MS"/>
                </a:rPr>
                <a:t>                    Name = </a:t>
              </a:r>
              <a:r>
                <a:rPr lang="en-US" err="1">
                  <a:solidFill>
                    <a:schemeClr val="accent4">
                      <a:lumMod val="75000"/>
                    </a:schemeClr>
                  </a:solidFill>
                  <a:sym typeface="Trebuchet MS"/>
                </a:rPr>
                <a:t>accountExternalId</a:t>
              </a:r>
              <a:r>
                <a:rPr lang="en-US">
                  <a:solidFill>
                    <a:schemeClr val="accent4">
                      <a:lumMod val="75000"/>
                    </a:schemeClr>
                  </a:solidFill>
                  <a:sym typeface="Trebuchet MS"/>
                </a:rPr>
                <a:t>, </a:t>
              </a:r>
              <a:endParaRPr lang="en-US">
                <a:solidFill>
                  <a:schemeClr val="accent4">
                    <a:lumMod val="75000"/>
                  </a:schemeClr>
                </a:solidFill>
              </a:endParaRPr>
            </a:p>
            <a:p>
              <a:pPr lvl="1"/>
              <a:r>
                <a:rPr lang="en-US">
                  <a:solidFill>
                    <a:schemeClr val="accent4">
                      <a:lumMod val="75000"/>
                    </a:schemeClr>
                  </a:solidFill>
                  <a:sym typeface="Trebuchet MS"/>
                </a:rPr>
                <a:t>                    </a:t>
              </a:r>
              <a:r>
                <a:rPr lang="en-US" err="1">
                  <a:solidFill>
                    <a:schemeClr val="accent4">
                      <a:lumMod val="75000"/>
                    </a:schemeClr>
                  </a:solidFill>
                  <a:sym typeface="Trebuchet MS"/>
                </a:rPr>
                <a:t>External_Id__c</a:t>
              </a:r>
              <a:r>
                <a:rPr lang="en-US">
                  <a:solidFill>
                    <a:schemeClr val="accent4">
                      <a:lumMod val="75000"/>
                    </a:schemeClr>
                  </a:solidFill>
                  <a:sym typeface="Trebuchet MS"/>
                </a:rPr>
                <a:t> = </a:t>
              </a:r>
              <a:r>
                <a:rPr lang="en-US" err="1">
                  <a:solidFill>
                    <a:schemeClr val="accent4">
                      <a:lumMod val="75000"/>
                    </a:schemeClr>
                  </a:solidFill>
                  <a:sym typeface="Trebuchet MS"/>
                </a:rPr>
                <a:t>accountExternalId</a:t>
              </a:r>
              <a:endParaRPr lang="en-US">
                <a:solidFill>
                  <a:schemeClr val="accent4">
                    <a:lumMod val="75000"/>
                  </a:schemeClr>
                </a:solidFill>
              </a:endParaRPr>
            </a:p>
            <a:p>
              <a:pPr lvl="1"/>
              <a:r>
                <a:rPr lang="en-US">
                  <a:solidFill>
                    <a:schemeClr val="accent4">
                      <a:lumMod val="75000"/>
                    </a:schemeClr>
                  </a:solidFill>
                  <a:sym typeface="Trebuchet MS"/>
                </a:rPr>
                <a:t>                );</a:t>
              </a:r>
              <a:endParaRPr lang="en-US">
                <a:solidFill>
                  <a:schemeClr val="accent4">
                    <a:lumMod val="75000"/>
                  </a:schemeClr>
                </a:solidFill>
              </a:endParaRPr>
            </a:p>
            <a:p>
              <a:pPr lvl="1"/>
              <a:r>
                <a:rPr lang="en-US">
                  <a:solidFill>
                    <a:schemeClr val="accent4">
                      <a:lumMod val="75000"/>
                    </a:schemeClr>
                  </a:solidFill>
                  <a:sym typeface="Trebuchet MS"/>
                </a:rPr>
                <a:t>                </a:t>
              </a:r>
              <a:endParaRPr lang="en-US">
                <a:solidFill>
                  <a:schemeClr val="accent4">
                    <a:lumMod val="75000"/>
                  </a:schemeClr>
                </a:solidFill>
              </a:endParaRPr>
            </a:p>
            <a:p>
              <a:pPr lvl="1"/>
              <a:r>
                <a:rPr lang="en-US">
                  <a:solidFill>
                    <a:schemeClr val="accent4">
                      <a:lumMod val="75000"/>
                    </a:schemeClr>
                  </a:solidFill>
                  <a:sym typeface="Trebuchet MS"/>
                </a:rPr>
                <a:t>                </a:t>
              </a:r>
              <a:r>
                <a:rPr lang="en-US" err="1">
                  <a:solidFill>
                    <a:schemeClr val="accent4">
                      <a:lumMod val="75000"/>
                    </a:schemeClr>
                  </a:solidFill>
                  <a:sym typeface="Trebuchet MS"/>
                </a:rPr>
                <a:t>RestContext.response.statusCode</a:t>
              </a:r>
              <a:r>
                <a:rPr lang="en-US">
                  <a:solidFill>
                    <a:schemeClr val="accent4">
                      <a:lumMod val="75000"/>
                    </a:schemeClr>
                  </a:solidFill>
                  <a:sym typeface="Trebuchet MS"/>
                </a:rPr>
                <a:t> = 201; // SET HTTP RESPONSE STATUS CODE FOR POST</a:t>
              </a:r>
              <a:endParaRPr lang="en-US">
                <a:solidFill>
                  <a:schemeClr val="accent4">
                    <a:lumMod val="75000"/>
                  </a:schemeClr>
                </a:solidFill>
              </a:endParaRPr>
            </a:p>
            <a:p>
              <a:pPr lvl="1"/>
              <a:r>
                <a:rPr lang="en-US">
                  <a:solidFill>
                    <a:schemeClr val="accent4">
                      <a:lumMod val="75000"/>
                    </a:schemeClr>
                  </a:solidFill>
                  <a:sym typeface="Trebuchet MS"/>
                </a:rPr>
                <a:t>                return </a:t>
              </a:r>
              <a:r>
                <a:rPr lang="en-US" err="1">
                  <a:solidFill>
                    <a:schemeClr val="accent4">
                      <a:lumMod val="75000"/>
                    </a:schemeClr>
                  </a:solidFill>
                  <a:sym typeface="Trebuchet MS"/>
                </a:rPr>
                <a:t>accObj.Id</a:t>
              </a:r>
              <a:r>
                <a:rPr lang="en-US">
                  <a:solidFill>
                    <a:schemeClr val="accent4">
                      <a:lumMod val="75000"/>
                    </a:schemeClr>
                  </a:solidFill>
                  <a:sym typeface="Trebuchet MS"/>
                </a:rPr>
                <a:t>;</a:t>
              </a:r>
              <a:endParaRPr lang="en-US">
                <a:solidFill>
                  <a:schemeClr val="accent4">
                    <a:lumMod val="75000"/>
                  </a:schemeClr>
                </a:solidFill>
              </a:endParaRPr>
            </a:p>
            <a:p>
              <a:pPr lvl="1"/>
              <a:r>
                <a:rPr lang="en-US">
                  <a:solidFill>
                    <a:schemeClr val="accent4">
                      <a:lumMod val="75000"/>
                    </a:schemeClr>
                  </a:solidFill>
                  <a:sym typeface="Trebuchet MS"/>
                </a:rPr>
                <a:t>            }</a:t>
              </a:r>
              <a:endParaRPr lang="en-US">
                <a:solidFill>
                  <a:schemeClr val="accent4">
                    <a:lumMod val="75000"/>
                  </a:schemeClr>
                </a:solidFill>
              </a:endParaRPr>
            </a:p>
            <a:p>
              <a:pPr lvl="1"/>
              <a:r>
                <a:rPr lang="en-US">
                  <a:solidFill>
                    <a:schemeClr val="accent4">
                      <a:lumMod val="75000"/>
                    </a:schemeClr>
                  </a:solidFill>
                  <a:sym typeface="Trebuchet MS"/>
                </a:rPr>
                <a:t>        } catch(Exception e){</a:t>
              </a:r>
              <a:endParaRPr lang="en-US">
                <a:solidFill>
                  <a:schemeClr val="accent4">
                    <a:lumMod val="75000"/>
                  </a:schemeClr>
                </a:solidFill>
              </a:endParaRPr>
            </a:p>
            <a:p>
              <a:pPr lvl="1"/>
              <a:r>
                <a:rPr lang="en-US">
                  <a:solidFill>
                    <a:schemeClr val="accent4">
                      <a:lumMod val="75000"/>
                    </a:schemeClr>
                  </a:solidFill>
                  <a:sym typeface="Trebuchet MS"/>
                </a:rPr>
                <a:t>            </a:t>
              </a:r>
              <a:r>
                <a:rPr lang="en-US" err="1">
                  <a:solidFill>
                    <a:schemeClr val="accent4">
                      <a:lumMod val="75000"/>
                    </a:schemeClr>
                  </a:solidFill>
                  <a:sym typeface="Trebuchet MS"/>
                </a:rPr>
                <a:t>System.debug</a:t>
              </a:r>
              <a:r>
                <a:rPr lang="en-US">
                  <a:solidFill>
                    <a:schemeClr val="accent4">
                      <a:lumMod val="75000"/>
                    </a:schemeClr>
                  </a:solidFill>
                  <a:sym typeface="Trebuchet MS"/>
                </a:rPr>
                <a:t>('Error: '+</a:t>
              </a:r>
              <a:r>
                <a:rPr lang="en-US" err="1">
                  <a:solidFill>
                    <a:schemeClr val="accent4">
                      <a:lumMod val="75000"/>
                    </a:schemeClr>
                  </a:solidFill>
                  <a:sym typeface="Trebuchet MS"/>
                </a:rPr>
                <a:t>e.getMessage</a:t>
              </a:r>
              <a:r>
                <a:rPr lang="en-US">
                  <a:solidFill>
                    <a:schemeClr val="accent4">
                      <a:lumMod val="75000"/>
                    </a:schemeClr>
                  </a:solidFill>
                  <a:sym typeface="Trebuchet MS"/>
                </a:rPr>
                <a:t>());</a:t>
              </a:r>
              <a:endParaRPr lang="en-US">
                <a:solidFill>
                  <a:schemeClr val="accent4">
                    <a:lumMod val="75000"/>
                  </a:schemeClr>
                </a:solidFill>
              </a:endParaRPr>
            </a:p>
            <a:p>
              <a:pPr lvl="1"/>
              <a:r>
                <a:rPr lang="en-US">
                  <a:solidFill>
                    <a:schemeClr val="accent4">
                      <a:lumMod val="75000"/>
                    </a:schemeClr>
                  </a:solidFill>
                  <a:sym typeface="Trebuchet MS"/>
                </a:rPr>
                <a:t>            throw new </a:t>
              </a:r>
              <a:r>
                <a:rPr lang="en-US" err="1">
                  <a:solidFill>
                    <a:schemeClr val="accent4">
                      <a:lumMod val="75000"/>
                    </a:schemeClr>
                  </a:solidFill>
                  <a:sym typeface="Trebuchet MS"/>
                </a:rPr>
                <a:t>CalloutException</a:t>
              </a:r>
              <a:r>
                <a:rPr lang="en-US">
                  <a:solidFill>
                    <a:schemeClr val="accent4">
                      <a:lumMod val="75000"/>
                    </a:schemeClr>
                  </a:solidFill>
                  <a:sym typeface="Trebuchet MS"/>
                </a:rPr>
                <a:t>('Error: '+</a:t>
              </a:r>
              <a:r>
                <a:rPr lang="en-US" err="1">
                  <a:solidFill>
                    <a:schemeClr val="accent4">
                      <a:lumMod val="75000"/>
                    </a:schemeClr>
                  </a:solidFill>
                  <a:sym typeface="Trebuchet MS"/>
                </a:rPr>
                <a:t>e.getMessage</a:t>
              </a:r>
              <a:r>
                <a:rPr lang="en-US">
                  <a:solidFill>
                    <a:schemeClr val="accent4">
                      <a:lumMod val="75000"/>
                    </a:schemeClr>
                  </a:solidFill>
                  <a:sym typeface="Trebuchet MS"/>
                </a:rPr>
                <a:t>());</a:t>
              </a:r>
              <a:endParaRPr lang="en-US">
                <a:solidFill>
                  <a:schemeClr val="accent4">
                    <a:lumMod val="75000"/>
                  </a:schemeClr>
                </a:solidFill>
              </a:endParaRPr>
            </a:p>
            <a:p>
              <a:pPr lvl="1"/>
              <a:r>
                <a:rPr lang="en-US">
                  <a:solidFill>
                    <a:schemeClr val="accent4">
                      <a:lumMod val="75000"/>
                    </a:schemeClr>
                  </a:solidFill>
                  <a:sym typeface="Trebuchet MS"/>
                </a:rPr>
                <a:t>        }</a:t>
              </a:r>
              <a:endParaRPr lang="en-US">
                <a:solidFill>
                  <a:schemeClr val="accent4">
                    <a:lumMod val="75000"/>
                  </a:schemeClr>
                </a:solidFill>
              </a:endParaRPr>
            </a:p>
            <a:p>
              <a:pPr lvl="1"/>
              <a:r>
                <a:rPr lang="en-US">
                  <a:solidFill>
                    <a:schemeClr val="accent4">
                      <a:lumMod val="75000"/>
                    </a:schemeClr>
                  </a:solidFill>
                  <a:sym typeface="Trebuchet MS"/>
                </a:rPr>
                <a:t>        return null;</a:t>
              </a:r>
              <a:endParaRPr lang="en-US">
                <a:solidFill>
                  <a:schemeClr val="accent4">
                    <a:lumMod val="75000"/>
                  </a:schemeClr>
                </a:solidFill>
              </a:endParaRPr>
            </a:p>
            <a:p>
              <a:pPr lvl="1"/>
              <a:r>
                <a:rPr lang="en-US">
                  <a:solidFill>
                    <a:schemeClr val="accent4">
                      <a:lumMod val="75000"/>
                    </a:schemeClr>
                  </a:solidFill>
                  <a:sym typeface="Trebuchet MS"/>
                </a:rPr>
                <a:t>    }</a:t>
              </a:r>
              <a:endParaRPr lang="en-US">
                <a:solidFill>
                  <a:schemeClr val="accent4">
                    <a:lumMod val="75000"/>
                  </a:schemeClr>
                </a:solidFill>
              </a:endParaRPr>
            </a:p>
            <a:p>
              <a:pPr lvl="1">
                <a:spcAft>
                  <a:spcPts val="600"/>
                </a:spcAft>
              </a:pPr>
              <a:r>
                <a:rPr lang="en-US">
                  <a:solidFill>
                    <a:schemeClr val="accent4">
                      <a:lumMod val="75000"/>
                    </a:schemeClr>
                  </a:solidFill>
                  <a:sym typeface="Trebuchet MS"/>
                </a:rPr>
                <a:t>}</a:t>
              </a:r>
              <a:endParaRPr lang="en-US">
                <a:solidFill>
                  <a:schemeClr val="accent4">
                    <a:lumMod val="75000"/>
                  </a:schemeClr>
                </a:solidFill>
              </a:endParaRPr>
            </a:p>
          </p:txBody>
        </p:sp>
      </p:grpSp>
    </p:spTree>
    <p:extLst>
      <p:ext uri="{BB962C8B-B14F-4D97-AF65-F5344CB8AC3E}">
        <p14:creationId xmlns:p14="http://schemas.microsoft.com/office/powerpoint/2010/main" val="4244731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p:txBody>
          <a:bodyPr/>
          <a:lstStyle/>
          <a:p>
            <a:r>
              <a:rPr lang="en-IN"/>
              <a:t>Apex REST Web services​</a:t>
            </a:r>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547038"/>
            <a:ext cx="10249786" cy="3763925"/>
            <a:chOff x="1099586" y="283725"/>
            <a:chExt cx="2109464"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843"/>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090832"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1">
                <a:spcAft>
                  <a:spcPts val="600"/>
                </a:spcAft>
              </a:pPr>
              <a:r>
                <a:rPr lang="en-US" sz="1600" b="1">
                  <a:solidFill>
                    <a:schemeClr val="accent4">
                      <a:lumMod val="75000"/>
                    </a:schemeClr>
                  </a:solidFill>
                  <a:latin typeface="Trebuchet MS"/>
                  <a:sym typeface="Trebuchet MS"/>
                </a:rPr>
                <a:t>Exposing Apex Classes as REST Web Services​</a:t>
              </a:r>
            </a:p>
            <a:p>
              <a:pPr marL="1200150" lvl="2" indent="-285750">
                <a:spcAft>
                  <a:spcPts val="600"/>
                </a:spcAft>
                <a:buClr>
                  <a:schemeClr val="accent4">
                    <a:lumMod val="75000"/>
                  </a:schemeClr>
                </a:buClr>
                <a:buFont typeface="Arial" panose="020B0604020202020204" pitchFamily="34" charset="0"/>
                <a:buChar char="•"/>
              </a:pPr>
              <a:r>
                <a:rPr lang="en-US" sz="1600" b="1">
                  <a:solidFill>
                    <a:schemeClr val="accent4">
                      <a:lumMod val="75000"/>
                    </a:schemeClr>
                  </a:solidFill>
                  <a:latin typeface="Trebuchet MS"/>
                  <a:sym typeface="Trebuchet MS"/>
                </a:rPr>
                <a:t>Create an Apex class in your instance, by clicking​</a:t>
              </a:r>
            </a:p>
            <a:p>
              <a:pPr marL="1200150" lvl="2" indent="-285750">
                <a:spcAft>
                  <a:spcPts val="600"/>
                </a:spcAft>
                <a:buClr>
                  <a:schemeClr val="accent4">
                    <a:lumMod val="75000"/>
                  </a:schemeClr>
                </a:buClr>
                <a:buFont typeface="Arial" panose="020B0604020202020204" pitchFamily="34" charset="0"/>
                <a:buChar char="•"/>
              </a:pPr>
              <a:r>
                <a:rPr lang="en-US" sz="1600" b="1">
                  <a:solidFill>
                    <a:schemeClr val="accent4">
                      <a:lumMod val="75000"/>
                    </a:schemeClr>
                  </a:solidFill>
                  <a:latin typeface="Trebuchet MS"/>
                  <a:sym typeface="Trebuchet MS"/>
                </a:rPr>
                <a:t>Your Name →  Setup → Develop → Apex Classes → New​</a:t>
              </a:r>
            </a:p>
            <a:p>
              <a:pPr lvl="2">
                <a:spcAft>
                  <a:spcPts val="600"/>
                </a:spcAft>
              </a:pPr>
              <a:r>
                <a:rPr lang="en-US" sz="1600" b="1">
                  <a:solidFill>
                    <a:schemeClr val="accent4">
                      <a:lumMod val="75000"/>
                    </a:schemeClr>
                  </a:solidFill>
                  <a:latin typeface="Trebuchet MS"/>
                  <a:sym typeface="Trebuchet MS"/>
                </a:rPr>
                <a:t>To execute an Apex REST call , first check using workbench. Create a connected App in your org and enable </a:t>
              </a:r>
              <a:r>
                <a:rPr lang="en-US" sz="1600" b="1" err="1">
                  <a:solidFill>
                    <a:schemeClr val="accent4">
                      <a:lumMod val="75000"/>
                    </a:schemeClr>
                  </a:solidFill>
                  <a:latin typeface="Trebuchet MS"/>
                  <a:sym typeface="Trebuchet MS"/>
                </a:rPr>
                <a:t>oAuth</a:t>
              </a:r>
              <a:r>
                <a:rPr lang="en-US" sz="1600" b="1">
                  <a:solidFill>
                    <a:schemeClr val="accent4">
                      <a:lumMod val="75000"/>
                    </a:schemeClr>
                  </a:solidFill>
                  <a:latin typeface="Trebuchet MS"/>
                  <a:sym typeface="Trebuchet MS"/>
                </a:rPr>
                <a:t> Setting. Consumer key and consumer secret is generated which are further used for authorization.​</a:t>
              </a:r>
            </a:p>
            <a:p>
              <a:pPr marL="1200150" lvl="2" indent="-285750">
                <a:spcAft>
                  <a:spcPts val="600"/>
                </a:spcAft>
                <a:buClr>
                  <a:schemeClr val="accent4">
                    <a:lumMod val="75000"/>
                  </a:schemeClr>
                </a:buClr>
                <a:buFont typeface="Wingdings" panose="05000000000000000000" pitchFamily="2" charset="2"/>
                <a:buChar char="Ø"/>
              </a:pPr>
              <a:r>
                <a:rPr lang="en-US" sz="1600" b="1">
                  <a:solidFill>
                    <a:schemeClr val="accent4">
                      <a:lumMod val="75000"/>
                    </a:schemeClr>
                  </a:solidFill>
                  <a:latin typeface="Trebuchet MS"/>
                  <a:sym typeface="Trebuchet MS"/>
                </a:rPr>
                <a:t>Authorization: Bearer &lt;Access Token&gt;​</a:t>
              </a:r>
            </a:p>
            <a:p>
              <a:pPr marL="1200150" lvl="2" indent="-285750">
                <a:spcAft>
                  <a:spcPts val="600"/>
                </a:spcAft>
                <a:buClr>
                  <a:schemeClr val="accent4">
                    <a:lumMod val="75000"/>
                  </a:schemeClr>
                </a:buClr>
                <a:buFont typeface="Wingdings" panose="05000000000000000000" pitchFamily="2" charset="2"/>
                <a:buChar char="Ø"/>
              </a:pPr>
              <a:r>
                <a:rPr lang="en-US" sz="1600" b="1">
                  <a:solidFill>
                    <a:schemeClr val="accent4">
                      <a:lumMod val="75000"/>
                    </a:schemeClr>
                  </a:solidFill>
                  <a:latin typeface="Trebuchet MS"/>
                  <a:sym typeface="Trebuchet MS"/>
                </a:rPr>
                <a:t>Client Id: Consumer Key​</a:t>
              </a:r>
            </a:p>
            <a:p>
              <a:pPr marL="1200150" lvl="2" indent="-285750">
                <a:spcAft>
                  <a:spcPts val="600"/>
                </a:spcAft>
                <a:buClr>
                  <a:schemeClr val="accent4">
                    <a:lumMod val="75000"/>
                  </a:schemeClr>
                </a:buClr>
                <a:buFont typeface="Wingdings" panose="05000000000000000000" pitchFamily="2" charset="2"/>
                <a:buChar char="Ø"/>
              </a:pPr>
              <a:r>
                <a:rPr lang="en-US" sz="1600" b="1">
                  <a:solidFill>
                    <a:schemeClr val="accent4">
                      <a:lumMod val="75000"/>
                    </a:schemeClr>
                  </a:solidFill>
                  <a:latin typeface="Trebuchet MS"/>
                  <a:sym typeface="Trebuchet MS"/>
                </a:rPr>
                <a:t>Client Secret: Consumer Secret​</a:t>
              </a:r>
            </a:p>
            <a:p>
              <a:pPr marL="1200150" lvl="2" indent="-285750">
                <a:spcAft>
                  <a:spcPts val="600"/>
                </a:spcAft>
                <a:buClr>
                  <a:schemeClr val="accent4">
                    <a:lumMod val="75000"/>
                  </a:schemeClr>
                </a:buClr>
                <a:buFont typeface="Wingdings" panose="05000000000000000000" pitchFamily="2" charset="2"/>
                <a:buChar char="Ø"/>
              </a:pPr>
              <a:r>
                <a:rPr lang="en-US" sz="1600" b="1">
                  <a:solidFill>
                    <a:schemeClr val="accent4">
                      <a:lumMod val="75000"/>
                    </a:schemeClr>
                  </a:solidFill>
                  <a:latin typeface="Trebuchet MS"/>
                  <a:sym typeface="Trebuchet MS"/>
                </a:rPr>
                <a:t>Content-Type :</a:t>
              </a:r>
            </a:p>
          </p:txBody>
        </p:sp>
      </p:grpSp>
    </p:spTree>
    <p:extLst>
      <p:ext uri="{BB962C8B-B14F-4D97-AF65-F5344CB8AC3E}">
        <p14:creationId xmlns:p14="http://schemas.microsoft.com/office/powerpoint/2010/main" val="1890142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A7F2CAC2-14EF-0388-9304-3F0EF885E54C}"/>
              </a:ext>
            </a:extLst>
          </p:cNvPr>
          <p:cNvSpPr>
            <a:spLocks noGrp="1"/>
          </p:cNvSpPr>
          <p:nvPr>
            <p:ph type="body" sz="quarter" idx="12"/>
          </p:nvPr>
        </p:nvSpPr>
        <p:spPr>
          <a:xfrm>
            <a:off x="373969" y="310530"/>
            <a:ext cx="11444061" cy="627198"/>
          </a:xfrm>
        </p:spPr>
        <p:txBody>
          <a:bodyPr/>
          <a:lstStyle/>
          <a:p>
            <a:r>
              <a:rPr lang="en-IN"/>
              <a:t>Apex REST Web services​</a:t>
            </a:r>
          </a:p>
        </p:txBody>
      </p:sp>
      <p:grpSp>
        <p:nvGrpSpPr>
          <p:cNvPr id="6" name="Google Shape;505;p36">
            <a:extLst>
              <a:ext uri="{FF2B5EF4-FFF2-40B4-BE49-F238E27FC236}">
                <a16:creationId xmlns:a16="http://schemas.microsoft.com/office/drawing/2014/main" id="{FB2BBEFF-1C3C-346D-9F00-C932D64DD074}"/>
              </a:ext>
            </a:extLst>
          </p:cNvPr>
          <p:cNvGrpSpPr/>
          <p:nvPr/>
        </p:nvGrpSpPr>
        <p:grpSpPr>
          <a:xfrm>
            <a:off x="1314626" y="1269859"/>
            <a:ext cx="9668808" cy="4928921"/>
            <a:chOff x="1099588" y="283725"/>
            <a:chExt cx="2109462" cy="4076400"/>
          </a:xfrm>
        </p:grpSpPr>
        <p:sp>
          <p:nvSpPr>
            <p:cNvPr id="7" name="Google Shape;506;p36">
              <a:extLst>
                <a:ext uri="{FF2B5EF4-FFF2-40B4-BE49-F238E27FC236}">
                  <a16:creationId xmlns:a16="http://schemas.microsoft.com/office/drawing/2014/main" id="{C85F5791-C6F7-B54F-5689-B6FE7D225BC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07;p36">
              <a:extLst>
                <a:ext uri="{FF2B5EF4-FFF2-40B4-BE49-F238E27FC236}">
                  <a16:creationId xmlns:a16="http://schemas.microsoft.com/office/drawing/2014/main" id="{889FB333-4F97-85AF-03BC-8C3EA4D52D8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08;p36">
              <a:extLst>
                <a:ext uri="{FF2B5EF4-FFF2-40B4-BE49-F238E27FC236}">
                  <a16:creationId xmlns:a16="http://schemas.microsoft.com/office/drawing/2014/main" id="{435CF4B9-3F3D-97AB-2AE3-CAB528B5F174}"/>
                </a:ext>
              </a:extLst>
            </p:cNvPr>
            <p:cNvSpPr/>
            <p:nvPr/>
          </p:nvSpPr>
          <p:spPr>
            <a:xfrm>
              <a:off x="1099588" y="408641"/>
              <a:ext cx="1983900" cy="3884700"/>
            </a:xfrm>
            <a:prstGeom prst="rect">
              <a:avLst/>
            </a:prstGeom>
            <a:noFill/>
            <a:ln>
              <a:noFill/>
            </a:ln>
          </p:spPr>
          <p:txBody>
            <a:bodyPr spcFirstLastPara="1" wrap="square" lIns="91425" tIns="91425" rIns="91425" bIns="91425" anchor="t" anchorCtr="0">
              <a:noAutofit/>
            </a:bodyPr>
            <a:lstStyle/>
            <a:p>
              <a:pPr marL="203200" lvl="0" indent="-203200" algn="l" rtl="0">
                <a:spcBef>
                  <a:spcPts val="0"/>
                </a:spcBef>
                <a:spcAft>
                  <a:spcPts val="0"/>
                </a:spcAft>
                <a:buClr>
                  <a:srgbClr val="000000"/>
                </a:buClr>
                <a:buSzPts val="1100"/>
                <a:buFont typeface="Arial"/>
                <a:buNone/>
              </a:pPr>
              <a:r>
                <a:rPr lang="en" sz="1800">
                  <a:solidFill>
                    <a:srgbClr val="19BBD5"/>
                  </a:solidFill>
                  <a:latin typeface="Trebuchet MS"/>
                  <a:ea typeface="Trebuchet MS"/>
                  <a:cs typeface="Trebuchet MS"/>
                  <a:sym typeface="Trebuchet MS"/>
                </a:rPr>
                <a:t>    </a:t>
              </a:r>
              <a:r>
                <a:rPr lang="en" sz="2000">
                  <a:solidFill>
                    <a:schemeClr val="accent4">
                      <a:lumMod val="75000"/>
                    </a:schemeClr>
                  </a:solidFill>
                  <a:latin typeface="Trebuchet MS"/>
                  <a:ea typeface="Trebuchet MS"/>
                  <a:cs typeface="Trebuchet MS"/>
                  <a:sym typeface="Trebuchet MS"/>
                </a:rPr>
                <a:t>Apex REST Annotations</a:t>
              </a:r>
              <a:endParaRPr sz="1800">
                <a:solidFill>
                  <a:schemeClr val="accent4">
                    <a:lumMod val="75000"/>
                  </a:schemeClr>
                </a:solidFill>
                <a:latin typeface="Trebuchet MS"/>
                <a:ea typeface="Trebuchet MS"/>
                <a:cs typeface="Trebuchet MS"/>
                <a:sym typeface="Trebuchet MS"/>
              </a:endParaRPr>
            </a:p>
            <a:p>
              <a:pPr marL="914400" lvl="0" indent="0" algn="l" rtl="0">
                <a:spcBef>
                  <a:spcPts val="0"/>
                </a:spcBef>
                <a:spcAft>
                  <a:spcPts val="0"/>
                </a:spcAft>
                <a:buNone/>
              </a:pPr>
              <a:endParaRPr sz="1800">
                <a:solidFill>
                  <a:srgbClr val="19BBD5"/>
                </a:solidFill>
                <a:latin typeface="Trebuchet MS"/>
                <a:ea typeface="Trebuchet MS"/>
                <a:cs typeface="Trebuchet MS"/>
                <a:sym typeface="Trebuchet MS"/>
              </a:endParaRPr>
            </a:p>
            <a:p>
              <a:pPr marL="914400" lvl="0" indent="0" algn="l" rtl="0">
                <a:spcBef>
                  <a:spcPts val="0"/>
                </a:spcBef>
                <a:spcAft>
                  <a:spcPts val="0"/>
                </a:spcAft>
                <a:buNone/>
              </a:pPr>
              <a:endParaRPr sz="1800">
                <a:solidFill>
                  <a:srgbClr val="19BBD5"/>
                </a:solidFill>
                <a:latin typeface="Trebuchet MS"/>
                <a:ea typeface="Trebuchet MS"/>
                <a:cs typeface="Trebuchet MS"/>
                <a:sym typeface="Trebuchet MS"/>
              </a:endParaRPr>
            </a:p>
            <a:p>
              <a:pPr marL="457200" lvl="0" indent="0" algn="l" rtl="0">
                <a:spcBef>
                  <a:spcPts val="0"/>
                </a:spcBef>
                <a:spcAft>
                  <a:spcPts val="0"/>
                </a:spcAft>
                <a:buNone/>
              </a:pPr>
              <a:endParaRPr>
                <a:solidFill>
                  <a:srgbClr val="19BBD5"/>
                </a:solidFill>
                <a:latin typeface="Trebuchet MS"/>
                <a:ea typeface="Trebuchet MS"/>
                <a:cs typeface="Trebuchet MS"/>
                <a:sym typeface="Trebuchet MS"/>
              </a:endParaRPr>
            </a:p>
            <a:p>
              <a:pPr marL="0" lvl="0" indent="0" algn="l" rtl="0">
                <a:lnSpc>
                  <a:spcPct val="142857"/>
                </a:lnSpc>
                <a:spcBef>
                  <a:spcPts val="400"/>
                </a:spcBef>
                <a:spcAft>
                  <a:spcPts val="0"/>
                </a:spcAft>
                <a:buClr>
                  <a:schemeClr val="dk1"/>
                </a:buClr>
                <a:buSzPts val="1100"/>
                <a:buFont typeface="Arial"/>
                <a:buNone/>
              </a:pPr>
              <a:endParaRPr sz="1050">
                <a:solidFill>
                  <a:srgbClr val="333333"/>
                </a:solidFill>
                <a:highlight>
                  <a:srgbClr val="FFFFFF"/>
                </a:highlight>
              </a:endParaRPr>
            </a:p>
            <a:p>
              <a:pPr marL="0" lvl="0" indent="0" algn="l" rtl="0">
                <a:lnSpc>
                  <a:spcPct val="115000"/>
                </a:lnSpc>
                <a:spcBef>
                  <a:spcPts val="0"/>
                </a:spcBef>
                <a:spcAft>
                  <a:spcPts val="0"/>
                </a:spcAft>
                <a:buNone/>
              </a:pPr>
              <a:endParaRPr sz="800">
                <a:solidFill>
                  <a:srgbClr val="1D7E74"/>
                </a:solidFill>
                <a:latin typeface="Roboto"/>
                <a:ea typeface="Roboto"/>
                <a:cs typeface="Roboto"/>
                <a:sym typeface="Roboto"/>
              </a:endParaRPr>
            </a:p>
          </p:txBody>
        </p:sp>
      </p:grpSp>
      <p:graphicFrame>
        <p:nvGraphicFramePr>
          <p:cNvPr id="10" name="Google Shape;509;p36">
            <a:extLst>
              <a:ext uri="{FF2B5EF4-FFF2-40B4-BE49-F238E27FC236}">
                <a16:creationId xmlns:a16="http://schemas.microsoft.com/office/drawing/2014/main" id="{B74E974B-37CB-EC82-52A9-F74C42EA5ADA}"/>
              </a:ext>
            </a:extLst>
          </p:cNvPr>
          <p:cNvGraphicFramePr/>
          <p:nvPr>
            <p:extLst>
              <p:ext uri="{D42A27DB-BD31-4B8C-83A1-F6EECF244321}">
                <p14:modId xmlns:p14="http://schemas.microsoft.com/office/powerpoint/2010/main" val="2460643771"/>
              </p:ext>
            </p:extLst>
          </p:nvPr>
        </p:nvGraphicFramePr>
        <p:xfrm>
          <a:off x="1637742" y="1946959"/>
          <a:ext cx="9037346" cy="2834580"/>
        </p:xfrm>
        <a:graphic>
          <a:graphicData uri="http://schemas.openxmlformats.org/drawingml/2006/table">
            <a:tbl>
              <a:tblPr firstRow="1">
                <a:tableStyleId>{FABFCF23-3B69-468F-B69F-88F6DE6A72F2}</a:tableStyleId>
              </a:tblPr>
              <a:tblGrid>
                <a:gridCol w="2210369">
                  <a:extLst>
                    <a:ext uri="{9D8B030D-6E8A-4147-A177-3AD203B41FA5}">
                      <a16:colId xmlns:a16="http://schemas.microsoft.com/office/drawing/2014/main" val="20000"/>
                    </a:ext>
                  </a:extLst>
                </a:gridCol>
                <a:gridCol w="6826977">
                  <a:extLst>
                    <a:ext uri="{9D8B030D-6E8A-4147-A177-3AD203B41FA5}">
                      <a16:colId xmlns:a16="http://schemas.microsoft.com/office/drawing/2014/main" val="20001"/>
                    </a:ext>
                  </a:extLst>
                </a:gridCol>
              </a:tblGrid>
              <a:tr h="452381">
                <a:tc>
                  <a:txBody>
                    <a:bodyPr/>
                    <a:lstStyle/>
                    <a:p>
                      <a:pPr marL="0" lvl="0" indent="0" algn="ctr" rtl="0">
                        <a:spcBef>
                          <a:spcPts val="0"/>
                        </a:spcBef>
                        <a:spcAft>
                          <a:spcPts val="0"/>
                        </a:spcAft>
                        <a:buNone/>
                      </a:pPr>
                      <a:r>
                        <a:rPr lang="en" sz="1800">
                          <a:solidFill>
                            <a:schemeClr val="bg1"/>
                          </a:solidFill>
                          <a:sym typeface="Trebuchet MS"/>
                        </a:rPr>
                        <a:t>Annotation</a:t>
                      </a:r>
                      <a:endParaRPr sz="1800">
                        <a:solidFill>
                          <a:schemeClr val="bg1"/>
                        </a:solidFill>
                        <a:latin typeface="Trebuchet MS"/>
                        <a:ea typeface="Trebuchet MS"/>
                        <a:cs typeface="Trebuchet MS"/>
                        <a:sym typeface="Trebuchet MS"/>
                      </a:endParaRPr>
                    </a:p>
                  </a:txBody>
                  <a:tcPr marL="91425" marR="91425" marT="91425" marB="91425"/>
                </a:tc>
                <a:tc>
                  <a:txBody>
                    <a:bodyPr/>
                    <a:lstStyle/>
                    <a:p>
                      <a:pPr marL="0" lvl="0" indent="0" algn="ctr" rtl="0">
                        <a:spcBef>
                          <a:spcPts val="0"/>
                        </a:spcBef>
                        <a:spcAft>
                          <a:spcPts val="0"/>
                        </a:spcAft>
                        <a:buNone/>
                      </a:pPr>
                      <a:r>
                        <a:rPr lang="en" sz="1800">
                          <a:solidFill>
                            <a:schemeClr val="bg1"/>
                          </a:solidFill>
                          <a:sym typeface="Trebuchet MS"/>
                        </a:rPr>
                        <a:t>Significance</a:t>
                      </a:r>
                      <a:endParaRPr sz="1800">
                        <a:solidFill>
                          <a:schemeClr val="bg1"/>
                        </a:solidFill>
                        <a:latin typeface="Trebuchet MS"/>
                        <a:ea typeface="Trebuchet MS"/>
                        <a:cs typeface="Trebuchet MS"/>
                        <a:sym typeface="Trebuchet MS"/>
                      </a:endParaRPr>
                    </a:p>
                  </a:txBody>
                  <a:tcPr marL="91425" marR="91425" marT="91425" marB="91425"/>
                </a:tc>
                <a:extLst>
                  <a:ext uri="{0D108BD9-81ED-4DB2-BD59-A6C34878D82A}">
                    <a16:rowId xmlns:a16="http://schemas.microsoft.com/office/drawing/2014/main" val="10000"/>
                  </a:ext>
                </a:extLst>
              </a:tr>
              <a:tr h="2352508">
                <a:tc>
                  <a:txBody>
                    <a:bodyPr/>
                    <a:lstStyle/>
                    <a:p>
                      <a:pPr marL="0" lvl="0" indent="0" algn="l" rtl="0">
                        <a:spcBef>
                          <a:spcPts val="0"/>
                        </a:spcBef>
                        <a:spcAft>
                          <a:spcPts val="0"/>
                        </a:spcAft>
                        <a:buNone/>
                      </a:pPr>
                      <a:r>
                        <a:rPr lang="en" b="1">
                          <a:solidFill>
                            <a:schemeClr val="accent4">
                              <a:lumMod val="75000"/>
                            </a:schemeClr>
                          </a:solidFill>
                          <a:sym typeface="Trebuchet MS"/>
                        </a:rPr>
                        <a:t>@RestResource</a:t>
                      </a:r>
                      <a:endParaRPr b="1">
                        <a:solidFill>
                          <a:schemeClr val="accent4">
                            <a:lumMod val="75000"/>
                          </a:schemeClr>
                        </a:solidFill>
                        <a:latin typeface="Trebuchet MS"/>
                        <a:ea typeface="Trebuchet MS"/>
                        <a:cs typeface="Trebuchet MS"/>
                        <a:sym typeface="Trebuchet MS"/>
                      </a:endParaRPr>
                    </a:p>
                  </a:txBody>
                  <a:tcPr marL="91425" marR="91425" marT="91425" marB="91425"/>
                </a:tc>
                <a:tc>
                  <a:txBody>
                    <a:bodyPr/>
                    <a:lstStyle/>
                    <a:p>
                      <a:pPr marL="0" lvl="0" indent="0" algn="l" rtl="0">
                        <a:spcBef>
                          <a:spcPts val="0"/>
                        </a:spcBef>
                        <a:spcAft>
                          <a:spcPts val="0"/>
                        </a:spcAft>
                        <a:buNone/>
                      </a:pPr>
                      <a:r>
                        <a:rPr lang="en">
                          <a:solidFill>
                            <a:schemeClr val="accent4">
                              <a:lumMod val="75000"/>
                            </a:schemeClr>
                          </a:solidFill>
                          <a:sym typeface="Trebuchet MS"/>
                        </a:rPr>
                        <a:t>The @RestResource annotation is used at the class level and</a:t>
                      </a:r>
                      <a:endParaRPr>
                        <a:solidFill>
                          <a:schemeClr val="accent4">
                            <a:lumMod val="75000"/>
                          </a:schemeClr>
                        </a:solidFill>
                        <a:sym typeface="Trebuchet MS"/>
                      </a:endParaRPr>
                    </a:p>
                    <a:p>
                      <a:pPr marL="0" lvl="0" indent="0" algn="l" rtl="0">
                        <a:spcBef>
                          <a:spcPts val="0"/>
                        </a:spcBef>
                        <a:spcAft>
                          <a:spcPts val="0"/>
                        </a:spcAft>
                        <a:buNone/>
                      </a:pPr>
                      <a:r>
                        <a:rPr lang="en">
                          <a:solidFill>
                            <a:schemeClr val="accent4">
                              <a:lumMod val="75000"/>
                            </a:schemeClr>
                          </a:solidFill>
                          <a:sym typeface="Trebuchet MS"/>
                        </a:rPr>
                        <a:t>enables you to expose an Apex class as a REST resource.</a:t>
                      </a:r>
                      <a:endParaRPr>
                        <a:solidFill>
                          <a:schemeClr val="accent4">
                            <a:lumMod val="75000"/>
                          </a:schemeClr>
                        </a:solidFill>
                        <a:sym typeface="Trebuchet MS"/>
                      </a:endParaRPr>
                    </a:p>
                    <a:p>
                      <a:pPr marL="0" lvl="0" indent="0" algn="l" rtl="0">
                        <a:spcBef>
                          <a:spcPts val="0"/>
                        </a:spcBef>
                        <a:spcAft>
                          <a:spcPts val="0"/>
                        </a:spcAft>
                        <a:buNone/>
                      </a:pPr>
                      <a:r>
                        <a:rPr lang="en">
                          <a:solidFill>
                            <a:schemeClr val="accent4">
                              <a:lumMod val="75000"/>
                            </a:schemeClr>
                          </a:solidFill>
                          <a:sym typeface="Trebuchet MS"/>
                        </a:rPr>
                        <a:t>These are some considerations when using this annotation:</a:t>
                      </a:r>
                      <a:endParaRPr>
                        <a:solidFill>
                          <a:schemeClr val="accent4">
                            <a:lumMod val="75000"/>
                          </a:schemeClr>
                        </a:solidFill>
                        <a:sym typeface="Trebuchet MS"/>
                      </a:endParaRPr>
                    </a:p>
                    <a:p>
                      <a:pPr marL="0" lvl="0" indent="0" algn="l" rtl="0">
                        <a:spcBef>
                          <a:spcPts val="0"/>
                        </a:spcBef>
                        <a:spcAft>
                          <a:spcPts val="0"/>
                        </a:spcAft>
                        <a:buNone/>
                      </a:pPr>
                      <a:r>
                        <a:rPr lang="en">
                          <a:solidFill>
                            <a:schemeClr val="accent4">
                              <a:lumMod val="75000"/>
                            </a:schemeClr>
                          </a:solidFill>
                          <a:sym typeface="Trebuchet MS"/>
                        </a:rPr>
                        <a:t>• The URL mapping is relative to</a:t>
                      </a:r>
                      <a:endParaRPr>
                        <a:solidFill>
                          <a:schemeClr val="accent4">
                            <a:lumMod val="75000"/>
                          </a:schemeClr>
                        </a:solidFill>
                        <a:sym typeface="Trebuchet MS"/>
                      </a:endParaRPr>
                    </a:p>
                    <a:p>
                      <a:pPr marL="0" lvl="0" indent="0" algn="l" rtl="0">
                        <a:spcBef>
                          <a:spcPts val="0"/>
                        </a:spcBef>
                        <a:spcAft>
                          <a:spcPts val="0"/>
                        </a:spcAft>
                        <a:buNone/>
                      </a:pPr>
                      <a:r>
                        <a:rPr lang="en">
                          <a:solidFill>
                            <a:schemeClr val="accent4">
                              <a:lumMod val="75000"/>
                            </a:schemeClr>
                          </a:solidFill>
                          <a:sym typeface="Trebuchet MS"/>
                        </a:rPr>
                        <a:t>https://instance.salesforce.com/services/apexrest/</a:t>
                      </a:r>
                      <a:endParaRPr>
                        <a:solidFill>
                          <a:schemeClr val="accent4">
                            <a:lumMod val="75000"/>
                          </a:schemeClr>
                        </a:solidFill>
                        <a:sym typeface="Trebuchet MS"/>
                      </a:endParaRPr>
                    </a:p>
                    <a:p>
                      <a:pPr marL="0" lvl="0" indent="0" algn="l" rtl="0">
                        <a:spcBef>
                          <a:spcPts val="0"/>
                        </a:spcBef>
                        <a:spcAft>
                          <a:spcPts val="0"/>
                        </a:spcAft>
                        <a:buNone/>
                      </a:pPr>
                      <a:r>
                        <a:rPr lang="en">
                          <a:solidFill>
                            <a:schemeClr val="accent4">
                              <a:lumMod val="75000"/>
                            </a:schemeClr>
                          </a:solidFill>
                          <a:sym typeface="Trebuchet MS"/>
                        </a:rPr>
                        <a:t>• A wildcard character (*) may be used.</a:t>
                      </a:r>
                      <a:endParaRPr>
                        <a:solidFill>
                          <a:schemeClr val="accent4">
                            <a:lumMod val="75000"/>
                          </a:schemeClr>
                        </a:solidFill>
                        <a:sym typeface="Trebuchet MS"/>
                      </a:endParaRPr>
                    </a:p>
                    <a:p>
                      <a:pPr marL="0" lvl="0" indent="0" algn="l" rtl="0">
                        <a:spcBef>
                          <a:spcPts val="0"/>
                        </a:spcBef>
                        <a:spcAft>
                          <a:spcPts val="0"/>
                        </a:spcAft>
                        <a:buNone/>
                      </a:pPr>
                      <a:r>
                        <a:rPr lang="en">
                          <a:solidFill>
                            <a:schemeClr val="accent4">
                              <a:lumMod val="75000"/>
                            </a:schemeClr>
                          </a:solidFill>
                          <a:sym typeface="Trebuchet MS"/>
                        </a:rPr>
                        <a:t>• To use this annotation, your Apex class must be defined as global.</a:t>
                      </a:r>
                      <a:endParaRPr>
                        <a:solidFill>
                          <a:schemeClr val="accent4">
                            <a:lumMod val="75000"/>
                          </a:schemeClr>
                        </a:solidFill>
                        <a:sym typeface="Trebuchet MS"/>
                      </a:endParaRPr>
                    </a:p>
                    <a:p>
                      <a:pPr marL="0" lvl="0" indent="0" algn="l" rtl="0">
                        <a:spcBef>
                          <a:spcPts val="0"/>
                        </a:spcBef>
                        <a:spcAft>
                          <a:spcPts val="0"/>
                        </a:spcAft>
                        <a:buNone/>
                      </a:pPr>
                      <a:endParaRPr>
                        <a:solidFill>
                          <a:schemeClr val="accent4">
                            <a:lumMod val="75000"/>
                          </a:schemeClr>
                        </a:solidFill>
                      </a:endParaRPr>
                    </a:p>
                  </a:txBody>
                  <a:tcPr marL="91425" marR="91425" marT="91425" marB="914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98448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A7F2CAC2-14EF-0388-9304-3F0EF885E54C}"/>
              </a:ext>
            </a:extLst>
          </p:cNvPr>
          <p:cNvSpPr>
            <a:spLocks noGrp="1"/>
          </p:cNvSpPr>
          <p:nvPr>
            <p:ph type="body" sz="quarter" idx="12"/>
          </p:nvPr>
        </p:nvSpPr>
        <p:spPr>
          <a:xfrm>
            <a:off x="373969" y="310530"/>
            <a:ext cx="11444061" cy="627198"/>
          </a:xfrm>
        </p:spPr>
        <p:txBody>
          <a:bodyPr/>
          <a:lstStyle/>
          <a:p>
            <a:r>
              <a:rPr lang="en-IN"/>
              <a:t>Apex REST Web services​</a:t>
            </a:r>
          </a:p>
        </p:txBody>
      </p:sp>
      <p:grpSp>
        <p:nvGrpSpPr>
          <p:cNvPr id="6" name="Google Shape;505;p36">
            <a:extLst>
              <a:ext uri="{FF2B5EF4-FFF2-40B4-BE49-F238E27FC236}">
                <a16:creationId xmlns:a16="http://schemas.microsoft.com/office/drawing/2014/main" id="{FB2BBEFF-1C3C-346D-9F00-C932D64DD074}"/>
              </a:ext>
            </a:extLst>
          </p:cNvPr>
          <p:cNvGrpSpPr/>
          <p:nvPr/>
        </p:nvGrpSpPr>
        <p:grpSpPr>
          <a:xfrm>
            <a:off x="1314626" y="1269859"/>
            <a:ext cx="9668808" cy="4928921"/>
            <a:chOff x="1099588" y="283725"/>
            <a:chExt cx="2109462" cy="4076400"/>
          </a:xfrm>
        </p:grpSpPr>
        <p:sp>
          <p:nvSpPr>
            <p:cNvPr id="7" name="Google Shape;506;p36">
              <a:extLst>
                <a:ext uri="{FF2B5EF4-FFF2-40B4-BE49-F238E27FC236}">
                  <a16:creationId xmlns:a16="http://schemas.microsoft.com/office/drawing/2014/main" id="{C85F5791-C6F7-B54F-5689-B6FE7D225BC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07;p36">
              <a:extLst>
                <a:ext uri="{FF2B5EF4-FFF2-40B4-BE49-F238E27FC236}">
                  <a16:creationId xmlns:a16="http://schemas.microsoft.com/office/drawing/2014/main" id="{889FB333-4F97-85AF-03BC-8C3EA4D52D8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08;p36">
              <a:extLst>
                <a:ext uri="{FF2B5EF4-FFF2-40B4-BE49-F238E27FC236}">
                  <a16:creationId xmlns:a16="http://schemas.microsoft.com/office/drawing/2014/main" id="{435CF4B9-3F3D-97AB-2AE3-CAB528B5F174}"/>
                </a:ext>
              </a:extLst>
            </p:cNvPr>
            <p:cNvSpPr/>
            <p:nvPr/>
          </p:nvSpPr>
          <p:spPr>
            <a:xfrm>
              <a:off x="1099588" y="408641"/>
              <a:ext cx="1983900" cy="3884700"/>
            </a:xfrm>
            <a:prstGeom prst="rect">
              <a:avLst/>
            </a:prstGeom>
            <a:noFill/>
            <a:ln>
              <a:noFill/>
            </a:ln>
          </p:spPr>
          <p:txBody>
            <a:bodyPr spcFirstLastPara="1" wrap="square" lIns="91425" tIns="91425" rIns="91425" bIns="91425" anchor="t" anchorCtr="0">
              <a:noAutofit/>
            </a:bodyPr>
            <a:lstStyle/>
            <a:p>
              <a:pPr marL="203200" lvl="0" indent="-203200" algn="l" rtl="0">
                <a:spcBef>
                  <a:spcPts val="0"/>
                </a:spcBef>
                <a:spcAft>
                  <a:spcPts val="0"/>
                </a:spcAft>
                <a:buClr>
                  <a:srgbClr val="000000"/>
                </a:buClr>
                <a:buSzPts val="1100"/>
                <a:buFont typeface="Arial"/>
                <a:buNone/>
              </a:pPr>
              <a:r>
                <a:rPr lang="en" sz="1800">
                  <a:solidFill>
                    <a:srgbClr val="19BBD5"/>
                  </a:solidFill>
                  <a:latin typeface="Trebuchet MS"/>
                  <a:ea typeface="Trebuchet MS"/>
                  <a:cs typeface="Trebuchet MS"/>
                  <a:sym typeface="Trebuchet MS"/>
                </a:rPr>
                <a:t>    </a:t>
              </a:r>
              <a:r>
                <a:rPr lang="en" sz="2000">
                  <a:solidFill>
                    <a:schemeClr val="accent4">
                      <a:lumMod val="75000"/>
                    </a:schemeClr>
                  </a:solidFill>
                  <a:latin typeface="Trebuchet MS"/>
                  <a:ea typeface="Trebuchet MS"/>
                  <a:cs typeface="Trebuchet MS"/>
                  <a:sym typeface="Trebuchet MS"/>
                </a:rPr>
                <a:t>Apex REST Annotations</a:t>
              </a:r>
              <a:endParaRPr sz="1800">
                <a:solidFill>
                  <a:schemeClr val="accent4">
                    <a:lumMod val="75000"/>
                  </a:schemeClr>
                </a:solidFill>
                <a:latin typeface="Trebuchet MS"/>
                <a:ea typeface="Trebuchet MS"/>
                <a:cs typeface="Trebuchet MS"/>
                <a:sym typeface="Trebuchet MS"/>
              </a:endParaRPr>
            </a:p>
            <a:p>
              <a:pPr marL="914400" lvl="0" indent="0" algn="l" rtl="0">
                <a:spcBef>
                  <a:spcPts val="0"/>
                </a:spcBef>
                <a:spcAft>
                  <a:spcPts val="0"/>
                </a:spcAft>
                <a:buNone/>
              </a:pPr>
              <a:endParaRPr sz="1800">
                <a:solidFill>
                  <a:srgbClr val="19BBD5"/>
                </a:solidFill>
                <a:latin typeface="Trebuchet MS"/>
                <a:ea typeface="Trebuchet MS"/>
                <a:cs typeface="Trebuchet MS"/>
                <a:sym typeface="Trebuchet MS"/>
              </a:endParaRPr>
            </a:p>
            <a:p>
              <a:pPr marL="914400" lvl="0" indent="0" algn="l" rtl="0">
                <a:spcBef>
                  <a:spcPts val="0"/>
                </a:spcBef>
                <a:spcAft>
                  <a:spcPts val="0"/>
                </a:spcAft>
                <a:buNone/>
              </a:pPr>
              <a:endParaRPr sz="1800">
                <a:solidFill>
                  <a:srgbClr val="19BBD5"/>
                </a:solidFill>
                <a:latin typeface="Trebuchet MS"/>
                <a:ea typeface="Trebuchet MS"/>
                <a:cs typeface="Trebuchet MS"/>
                <a:sym typeface="Trebuchet MS"/>
              </a:endParaRPr>
            </a:p>
            <a:p>
              <a:pPr marL="457200" lvl="0" indent="0" algn="l" rtl="0">
                <a:spcBef>
                  <a:spcPts val="0"/>
                </a:spcBef>
                <a:spcAft>
                  <a:spcPts val="0"/>
                </a:spcAft>
                <a:buNone/>
              </a:pPr>
              <a:endParaRPr>
                <a:solidFill>
                  <a:srgbClr val="19BBD5"/>
                </a:solidFill>
                <a:latin typeface="Trebuchet MS"/>
                <a:ea typeface="Trebuchet MS"/>
                <a:cs typeface="Trebuchet MS"/>
                <a:sym typeface="Trebuchet MS"/>
              </a:endParaRPr>
            </a:p>
            <a:p>
              <a:pPr marL="0" lvl="0" indent="0" algn="l" rtl="0">
                <a:lnSpc>
                  <a:spcPct val="142857"/>
                </a:lnSpc>
                <a:spcBef>
                  <a:spcPts val="400"/>
                </a:spcBef>
                <a:spcAft>
                  <a:spcPts val="0"/>
                </a:spcAft>
                <a:buClr>
                  <a:schemeClr val="dk1"/>
                </a:buClr>
                <a:buSzPts val="1100"/>
                <a:buFont typeface="Arial"/>
                <a:buNone/>
              </a:pPr>
              <a:endParaRPr sz="1050">
                <a:solidFill>
                  <a:srgbClr val="333333"/>
                </a:solidFill>
                <a:highlight>
                  <a:srgbClr val="FFFFFF"/>
                </a:highlight>
              </a:endParaRPr>
            </a:p>
            <a:p>
              <a:pPr marL="0" lvl="0" indent="0" algn="l" rtl="0">
                <a:lnSpc>
                  <a:spcPct val="115000"/>
                </a:lnSpc>
                <a:spcBef>
                  <a:spcPts val="0"/>
                </a:spcBef>
                <a:spcAft>
                  <a:spcPts val="0"/>
                </a:spcAft>
                <a:buNone/>
              </a:pPr>
              <a:endParaRPr sz="800">
                <a:solidFill>
                  <a:srgbClr val="1D7E74"/>
                </a:solidFill>
                <a:latin typeface="Roboto"/>
                <a:ea typeface="Roboto"/>
                <a:cs typeface="Roboto"/>
                <a:sym typeface="Roboto"/>
              </a:endParaRPr>
            </a:p>
          </p:txBody>
        </p:sp>
      </p:grpSp>
      <p:graphicFrame>
        <p:nvGraphicFramePr>
          <p:cNvPr id="10" name="Google Shape;509;p36">
            <a:extLst>
              <a:ext uri="{FF2B5EF4-FFF2-40B4-BE49-F238E27FC236}">
                <a16:creationId xmlns:a16="http://schemas.microsoft.com/office/drawing/2014/main" id="{B74E974B-37CB-EC82-52A9-F74C42EA5ADA}"/>
              </a:ext>
            </a:extLst>
          </p:cNvPr>
          <p:cNvGraphicFramePr/>
          <p:nvPr>
            <p:extLst>
              <p:ext uri="{D42A27DB-BD31-4B8C-83A1-F6EECF244321}">
                <p14:modId xmlns:p14="http://schemas.microsoft.com/office/powerpoint/2010/main" val="2605210871"/>
              </p:ext>
            </p:extLst>
          </p:nvPr>
        </p:nvGraphicFramePr>
        <p:xfrm>
          <a:off x="1677011" y="1958596"/>
          <a:ext cx="8923649" cy="3942474"/>
        </p:xfrm>
        <a:graphic>
          <a:graphicData uri="http://schemas.openxmlformats.org/drawingml/2006/table">
            <a:tbl>
              <a:tblPr firstRow="1">
                <a:tableStyleId>{FABFCF23-3B69-468F-B69F-88F6DE6A72F2}</a:tableStyleId>
              </a:tblPr>
              <a:tblGrid>
                <a:gridCol w="1543461">
                  <a:extLst>
                    <a:ext uri="{9D8B030D-6E8A-4147-A177-3AD203B41FA5}">
                      <a16:colId xmlns:a16="http://schemas.microsoft.com/office/drawing/2014/main" val="20000"/>
                    </a:ext>
                  </a:extLst>
                </a:gridCol>
                <a:gridCol w="7380188">
                  <a:extLst>
                    <a:ext uri="{9D8B030D-6E8A-4147-A177-3AD203B41FA5}">
                      <a16:colId xmlns:a16="http://schemas.microsoft.com/office/drawing/2014/main" val="20001"/>
                    </a:ext>
                  </a:extLst>
                </a:gridCol>
              </a:tblGrid>
              <a:tr h="476984">
                <a:tc>
                  <a:txBody>
                    <a:bodyPr/>
                    <a:lstStyle/>
                    <a:p>
                      <a:pPr marL="0" lvl="0" indent="0" algn="ctr" rtl="0">
                        <a:spcBef>
                          <a:spcPts val="0"/>
                        </a:spcBef>
                        <a:spcAft>
                          <a:spcPts val="0"/>
                        </a:spcAft>
                        <a:buNone/>
                      </a:pPr>
                      <a:r>
                        <a:rPr lang="en" sz="1800">
                          <a:solidFill>
                            <a:schemeClr val="bg1"/>
                          </a:solidFill>
                          <a:sym typeface="Trebuchet MS"/>
                        </a:rPr>
                        <a:t>Annotation</a:t>
                      </a:r>
                      <a:endParaRPr sz="1800">
                        <a:solidFill>
                          <a:schemeClr val="bg1"/>
                        </a:solidFill>
                        <a:latin typeface="Trebuchet MS"/>
                        <a:ea typeface="Trebuchet MS"/>
                        <a:cs typeface="Trebuchet MS"/>
                        <a:sym typeface="Trebuchet MS"/>
                      </a:endParaRPr>
                    </a:p>
                  </a:txBody>
                  <a:tcPr marL="91425" marR="91425" marT="91425" marB="91425"/>
                </a:tc>
                <a:tc>
                  <a:txBody>
                    <a:bodyPr/>
                    <a:lstStyle/>
                    <a:p>
                      <a:pPr marL="0" lvl="0" indent="0" algn="ctr" rtl="0">
                        <a:spcBef>
                          <a:spcPts val="0"/>
                        </a:spcBef>
                        <a:spcAft>
                          <a:spcPts val="0"/>
                        </a:spcAft>
                        <a:buNone/>
                      </a:pPr>
                      <a:r>
                        <a:rPr lang="en" sz="1800">
                          <a:solidFill>
                            <a:schemeClr val="bg1"/>
                          </a:solidFill>
                          <a:sym typeface="Trebuchet MS"/>
                        </a:rPr>
                        <a:t>Significance</a:t>
                      </a:r>
                      <a:endParaRPr sz="1800">
                        <a:solidFill>
                          <a:schemeClr val="bg1"/>
                        </a:solidFill>
                        <a:latin typeface="Trebuchet MS"/>
                        <a:ea typeface="Trebuchet MS"/>
                        <a:cs typeface="Trebuchet MS"/>
                        <a:sym typeface="Trebuchet MS"/>
                      </a:endParaRPr>
                    </a:p>
                  </a:txBody>
                  <a:tcPr marL="91425" marR="91425" marT="91425" marB="91425"/>
                </a:tc>
                <a:extLst>
                  <a:ext uri="{0D108BD9-81ED-4DB2-BD59-A6C34878D82A}">
                    <a16:rowId xmlns:a16="http://schemas.microsoft.com/office/drawing/2014/main" val="10000"/>
                  </a:ext>
                </a:extLst>
              </a:tr>
              <a:tr h="1351123">
                <a:tc>
                  <a:txBody>
                    <a:bodyPr/>
                    <a:lstStyle/>
                    <a:p>
                      <a:pPr marL="0" lvl="0" indent="0" algn="l" rtl="0">
                        <a:spcBef>
                          <a:spcPts val="0"/>
                        </a:spcBef>
                        <a:spcAft>
                          <a:spcPts val="0"/>
                        </a:spcAft>
                        <a:buNone/>
                      </a:pPr>
                      <a:r>
                        <a:rPr lang="en" sz="1800" b="1" kern="1200">
                          <a:solidFill>
                            <a:schemeClr val="accent4">
                              <a:lumMod val="75000"/>
                            </a:schemeClr>
                          </a:solidFill>
                          <a:latin typeface="+mn-lt"/>
                          <a:ea typeface="+mn-ea"/>
                          <a:cs typeface="+mn-cs"/>
                          <a:sym typeface="Trebuchet MS"/>
                        </a:rPr>
                        <a:t>@HttpDelete</a:t>
                      </a:r>
                      <a:endParaRPr sz="1800" b="1" kern="1200">
                        <a:solidFill>
                          <a:schemeClr val="accent4">
                            <a:lumMod val="75000"/>
                          </a:schemeClr>
                        </a:solidFill>
                        <a:latin typeface="+mn-lt"/>
                        <a:ea typeface="+mn-ea"/>
                        <a:cs typeface="+mn-cs"/>
                        <a:sym typeface="Trebuchet MS"/>
                      </a:endParaRPr>
                    </a:p>
                  </a:txBody>
                  <a:tcPr marL="91425" marR="91425" marT="91425" marB="91425"/>
                </a:tc>
                <a:tc>
                  <a:txBody>
                    <a:bodyPr/>
                    <a:lstStyle/>
                    <a:p>
                      <a:pPr marL="0" lvl="0" indent="0" algn="l" rtl="0">
                        <a:spcBef>
                          <a:spcPts val="0"/>
                        </a:spcBef>
                        <a:spcAft>
                          <a:spcPts val="0"/>
                        </a:spcAft>
                        <a:buNone/>
                      </a:pPr>
                      <a:r>
                        <a:rPr lang="en" sz="1800" kern="1200">
                          <a:solidFill>
                            <a:schemeClr val="accent4">
                              <a:lumMod val="75000"/>
                            </a:schemeClr>
                          </a:solidFill>
                          <a:latin typeface="+mn-lt"/>
                          <a:ea typeface="+mn-ea"/>
                          <a:cs typeface="+mn-cs"/>
                          <a:sym typeface="Trebuchet MS"/>
                        </a:rPr>
                        <a:t>The @HttpDelete annotation is used at the method level and enables you to expose an Apex method as a REST resource. This method is called when an HTTP DELETE request is sent, and deletes the specified resource. To use this annotation, your Apex method must be defined as global static.</a:t>
                      </a:r>
                      <a:endParaRPr sz="1800" kern="1200">
                        <a:solidFill>
                          <a:schemeClr val="accent4">
                            <a:lumMod val="75000"/>
                          </a:schemeClr>
                        </a:solidFill>
                        <a:latin typeface="+mn-lt"/>
                        <a:ea typeface="+mn-ea"/>
                        <a:cs typeface="+mn-cs"/>
                      </a:endParaRPr>
                    </a:p>
                  </a:txBody>
                  <a:tcPr marL="91425" marR="91425" marT="91425" marB="91425"/>
                </a:tc>
                <a:extLst>
                  <a:ext uri="{0D108BD9-81ED-4DB2-BD59-A6C34878D82A}">
                    <a16:rowId xmlns:a16="http://schemas.microsoft.com/office/drawing/2014/main" val="10001"/>
                  </a:ext>
                </a:extLst>
              </a:tr>
              <a:tr h="1064965">
                <a:tc>
                  <a:txBody>
                    <a:bodyPr/>
                    <a:lstStyle/>
                    <a:p>
                      <a:pPr marL="0" lvl="0" indent="0" algn="l" rtl="0">
                        <a:spcBef>
                          <a:spcPts val="0"/>
                        </a:spcBef>
                        <a:spcAft>
                          <a:spcPts val="0"/>
                        </a:spcAft>
                        <a:buNone/>
                      </a:pPr>
                      <a:r>
                        <a:rPr lang="en" sz="1800" b="1" kern="1200">
                          <a:solidFill>
                            <a:schemeClr val="accent4">
                              <a:lumMod val="75000"/>
                            </a:schemeClr>
                          </a:solidFill>
                          <a:latin typeface="+mn-lt"/>
                          <a:ea typeface="+mn-ea"/>
                          <a:cs typeface="+mn-cs"/>
                          <a:sym typeface="Trebuchet MS"/>
                        </a:rPr>
                        <a:t>@HttpGet</a:t>
                      </a:r>
                      <a:endParaRPr sz="1800" b="1" kern="1200">
                        <a:solidFill>
                          <a:schemeClr val="accent4">
                            <a:lumMod val="75000"/>
                          </a:schemeClr>
                        </a:solidFill>
                        <a:latin typeface="+mn-lt"/>
                        <a:ea typeface="+mn-ea"/>
                        <a:cs typeface="+mn-cs"/>
                        <a:sym typeface="Trebuchet MS"/>
                      </a:endParaRPr>
                    </a:p>
                  </a:txBody>
                  <a:tcPr marL="91425" marR="91425" marT="91425" marB="91425"/>
                </a:tc>
                <a:tc>
                  <a:txBody>
                    <a:bodyPr/>
                    <a:lstStyle/>
                    <a:p>
                      <a:pPr marL="0" lvl="0" indent="0" algn="l" rtl="0">
                        <a:spcBef>
                          <a:spcPts val="0"/>
                        </a:spcBef>
                        <a:spcAft>
                          <a:spcPts val="0"/>
                        </a:spcAft>
                        <a:buNone/>
                      </a:pPr>
                      <a:r>
                        <a:rPr lang="en" sz="1800" kern="1200">
                          <a:solidFill>
                            <a:schemeClr val="accent4">
                              <a:lumMod val="75000"/>
                            </a:schemeClr>
                          </a:solidFill>
                          <a:latin typeface="+mn-lt"/>
                          <a:ea typeface="+mn-ea"/>
                          <a:cs typeface="+mn-cs"/>
                          <a:sym typeface="Trebuchet MS"/>
                        </a:rPr>
                        <a:t>The @HttpGet annotation is used at the method level and enables you to expose an Apex method as a REST resource. This method is called when an HTTP GET request is sent, and returns the specified resource.</a:t>
                      </a:r>
                      <a:endParaRPr sz="1800" kern="1200">
                        <a:solidFill>
                          <a:schemeClr val="accent4">
                            <a:lumMod val="75000"/>
                          </a:schemeClr>
                        </a:solidFill>
                        <a:latin typeface="+mn-lt"/>
                        <a:ea typeface="+mn-ea"/>
                        <a:cs typeface="+mn-cs"/>
                        <a:sym typeface="Trebuchet MS"/>
                      </a:endParaRPr>
                    </a:p>
                  </a:txBody>
                  <a:tcPr marL="91425" marR="91425" marT="91425" marB="91425"/>
                </a:tc>
                <a:extLst>
                  <a:ext uri="{0D108BD9-81ED-4DB2-BD59-A6C34878D82A}">
                    <a16:rowId xmlns:a16="http://schemas.microsoft.com/office/drawing/2014/main" val="812905573"/>
                  </a:ext>
                </a:extLst>
              </a:tr>
              <a:tr h="1049402">
                <a:tc>
                  <a:txBody>
                    <a:bodyPr/>
                    <a:lstStyle/>
                    <a:p>
                      <a:pPr marL="88900" lvl="0" indent="-88900" algn="l" rtl="0">
                        <a:spcBef>
                          <a:spcPts val="0"/>
                        </a:spcBef>
                        <a:spcAft>
                          <a:spcPts val="0"/>
                        </a:spcAft>
                        <a:buClr>
                          <a:schemeClr val="dk1"/>
                        </a:buClr>
                        <a:buSzPts val="1100"/>
                        <a:buFont typeface="Arial"/>
                        <a:buNone/>
                      </a:pPr>
                      <a:r>
                        <a:rPr lang="en" sz="1800" b="1" kern="1200">
                          <a:solidFill>
                            <a:schemeClr val="accent4">
                              <a:lumMod val="75000"/>
                            </a:schemeClr>
                          </a:solidFill>
                          <a:latin typeface="+mn-lt"/>
                          <a:ea typeface="+mn-ea"/>
                          <a:cs typeface="+mn-cs"/>
                          <a:sym typeface="Trebuchet MS"/>
                        </a:rPr>
                        <a:t>@HttpPatch</a:t>
                      </a:r>
                      <a:endParaRPr sz="1800" b="1" kern="1200">
                        <a:solidFill>
                          <a:schemeClr val="accent4">
                            <a:lumMod val="75000"/>
                          </a:schemeClr>
                        </a:solidFill>
                        <a:latin typeface="+mn-lt"/>
                        <a:ea typeface="+mn-ea"/>
                        <a:cs typeface="+mn-cs"/>
                        <a:sym typeface="Trebuchet MS"/>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800" kern="1200">
                          <a:solidFill>
                            <a:schemeClr val="accent4">
                              <a:lumMod val="75000"/>
                            </a:schemeClr>
                          </a:solidFill>
                          <a:latin typeface="+mn-lt"/>
                          <a:ea typeface="+mn-ea"/>
                          <a:cs typeface="+mn-cs"/>
                          <a:sym typeface="Trebuchet MS"/>
                        </a:rPr>
                        <a:t>The @HttpPatch annotation is used at the method level and enables you to expose an Apex method as a REST resource. This method is called when an HTTP PATCH request is sent, and updates the specified resource.</a:t>
                      </a:r>
                      <a:endParaRPr sz="1800" kern="1200">
                        <a:solidFill>
                          <a:schemeClr val="accent4">
                            <a:lumMod val="75000"/>
                          </a:schemeClr>
                        </a:solidFill>
                        <a:latin typeface="+mn-lt"/>
                        <a:ea typeface="+mn-ea"/>
                        <a:cs typeface="+mn-cs"/>
                        <a:sym typeface="Trebuchet MS"/>
                      </a:endParaRPr>
                    </a:p>
                  </a:txBody>
                  <a:tcPr marL="91425" marR="91425" marT="91425" marB="91425"/>
                </a:tc>
                <a:extLst>
                  <a:ext uri="{0D108BD9-81ED-4DB2-BD59-A6C34878D82A}">
                    <a16:rowId xmlns:a16="http://schemas.microsoft.com/office/drawing/2014/main" val="753138445"/>
                  </a:ext>
                </a:extLst>
              </a:tr>
            </a:tbl>
          </a:graphicData>
        </a:graphic>
      </p:graphicFrame>
    </p:spTree>
    <p:extLst>
      <p:ext uri="{BB962C8B-B14F-4D97-AF65-F5344CB8AC3E}">
        <p14:creationId xmlns:p14="http://schemas.microsoft.com/office/powerpoint/2010/main" val="1171364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A7F2CAC2-14EF-0388-9304-3F0EF885E54C}"/>
              </a:ext>
            </a:extLst>
          </p:cNvPr>
          <p:cNvSpPr>
            <a:spLocks noGrp="1"/>
          </p:cNvSpPr>
          <p:nvPr>
            <p:ph type="body" sz="quarter" idx="12"/>
          </p:nvPr>
        </p:nvSpPr>
        <p:spPr>
          <a:xfrm>
            <a:off x="373969" y="310530"/>
            <a:ext cx="11444061" cy="627198"/>
          </a:xfrm>
        </p:spPr>
        <p:txBody>
          <a:bodyPr/>
          <a:lstStyle/>
          <a:p>
            <a:r>
              <a:rPr lang="en-IN"/>
              <a:t>Apex REST Web services​</a:t>
            </a:r>
          </a:p>
        </p:txBody>
      </p:sp>
      <p:grpSp>
        <p:nvGrpSpPr>
          <p:cNvPr id="6" name="Google Shape;505;p36">
            <a:extLst>
              <a:ext uri="{FF2B5EF4-FFF2-40B4-BE49-F238E27FC236}">
                <a16:creationId xmlns:a16="http://schemas.microsoft.com/office/drawing/2014/main" id="{FB2BBEFF-1C3C-346D-9F00-C932D64DD074}"/>
              </a:ext>
            </a:extLst>
          </p:cNvPr>
          <p:cNvGrpSpPr/>
          <p:nvPr/>
        </p:nvGrpSpPr>
        <p:grpSpPr>
          <a:xfrm>
            <a:off x="1314626" y="1269859"/>
            <a:ext cx="9668808" cy="4928921"/>
            <a:chOff x="1099588" y="283725"/>
            <a:chExt cx="2109462" cy="4076400"/>
          </a:xfrm>
        </p:grpSpPr>
        <p:sp>
          <p:nvSpPr>
            <p:cNvPr id="7" name="Google Shape;506;p36">
              <a:extLst>
                <a:ext uri="{FF2B5EF4-FFF2-40B4-BE49-F238E27FC236}">
                  <a16:creationId xmlns:a16="http://schemas.microsoft.com/office/drawing/2014/main" id="{C85F5791-C6F7-B54F-5689-B6FE7D225BCB}"/>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07;p36">
              <a:extLst>
                <a:ext uri="{FF2B5EF4-FFF2-40B4-BE49-F238E27FC236}">
                  <a16:creationId xmlns:a16="http://schemas.microsoft.com/office/drawing/2014/main" id="{889FB333-4F97-85AF-03BC-8C3EA4D52D8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08;p36">
              <a:extLst>
                <a:ext uri="{FF2B5EF4-FFF2-40B4-BE49-F238E27FC236}">
                  <a16:creationId xmlns:a16="http://schemas.microsoft.com/office/drawing/2014/main" id="{435CF4B9-3F3D-97AB-2AE3-CAB528B5F174}"/>
                </a:ext>
              </a:extLst>
            </p:cNvPr>
            <p:cNvSpPr/>
            <p:nvPr/>
          </p:nvSpPr>
          <p:spPr>
            <a:xfrm>
              <a:off x="1099588" y="408641"/>
              <a:ext cx="1983900" cy="3884700"/>
            </a:xfrm>
            <a:prstGeom prst="rect">
              <a:avLst/>
            </a:prstGeom>
            <a:noFill/>
            <a:ln>
              <a:noFill/>
            </a:ln>
          </p:spPr>
          <p:txBody>
            <a:bodyPr spcFirstLastPara="1" wrap="square" lIns="91425" tIns="91425" rIns="91425" bIns="91425" anchor="t" anchorCtr="0">
              <a:noAutofit/>
            </a:bodyPr>
            <a:lstStyle/>
            <a:p>
              <a:pPr marL="203200" lvl="0" indent="-203200" algn="l" rtl="0">
                <a:spcBef>
                  <a:spcPts val="0"/>
                </a:spcBef>
                <a:spcAft>
                  <a:spcPts val="0"/>
                </a:spcAft>
                <a:buClr>
                  <a:srgbClr val="000000"/>
                </a:buClr>
                <a:buSzPts val="1100"/>
                <a:buFont typeface="Arial"/>
                <a:buNone/>
              </a:pPr>
              <a:r>
                <a:rPr lang="en" sz="1800">
                  <a:solidFill>
                    <a:srgbClr val="19BBD5"/>
                  </a:solidFill>
                  <a:latin typeface="Trebuchet MS"/>
                  <a:ea typeface="Trebuchet MS"/>
                  <a:cs typeface="Trebuchet MS"/>
                  <a:sym typeface="Trebuchet MS"/>
                </a:rPr>
                <a:t>    </a:t>
              </a:r>
              <a:r>
                <a:rPr lang="en" sz="2000">
                  <a:solidFill>
                    <a:schemeClr val="accent4">
                      <a:lumMod val="75000"/>
                    </a:schemeClr>
                  </a:solidFill>
                  <a:latin typeface="Trebuchet MS"/>
                  <a:ea typeface="Trebuchet MS"/>
                  <a:cs typeface="Trebuchet MS"/>
                  <a:sym typeface="Trebuchet MS"/>
                </a:rPr>
                <a:t>Apex REST Annotations</a:t>
              </a:r>
              <a:endParaRPr sz="1800">
                <a:solidFill>
                  <a:schemeClr val="accent4">
                    <a:lumMod val="75000"/>
                  </a:schemeClr>
                </a:solidFill>
                <a:latin typeface="Trebuchet MS"/>
                <a:ea typeface="Trebuchet MS"/>
                <a:cs typeface="Trebuchet MS"/>
                <a:sym typeface="Trebuchet MS"/>
              </a:endParaRPr>
            </a:p>
            <a:p>
              <a:pPr marL="914400" lvl="0" indent="0" algn="l" rtl="0">
                <a:spcBef>
                  <a:spcPts val="0"/>
                </a:spcBef>
                <a:spcAft>
                  <a:spcPts val="0"/>
                </a:spcAft>
                <a:buNone/>
              </a:pPr>
              <a:endParaRPr sz="1800">
                <a:solidFill>
                  <a:srgbClr val="19BBD5"/>
                </a:solidFill>
                <a:latin typeface="Trebuchet MS"/>
                <a:ea typeface="Trebuchet MS"/>
                <a:cs typeface="Trebuchet MS"/>
                <a:sym typeface="Trebuchet MS"/>
              </a:endParaRPr>
            </a:p>
            <a:p>
              <a:pPr marL="914400" lvl="0" indent="0" algn="l" rtl="0">
                <a:spcBef>
                  <a:spcPts val="0"/>
                </a:spcBef>
                <a:spcAft>
                  <a:spcPts val="0"/>
                </a:spcAft>
                <a:buNone/>
              </a:pPr>
              <a:endParaRPr sz="1800">
                <a:solidFill>
                  <a:srgbClr val="19BBD5"/>
                </a:solidFill>
                <a:latin typeface="Trebuchet MS"/>
                <a:ea typeface="Trebuchet MS"/>
                <a:cs typeface="Trebuchet MS"/>
                <a:sym typeface="Trebuchet MS"/>
              </a:endParaRPr>
            </a:p>
            <a:p>
              <a:pPr marL="457200" lvl="0" indent="0" algn="l" rtl="0">
                <a:spcBef>
                  <a:spcPts val="0"/>
                </a:spcBef>
                <a:spcAft>
                  <a:spcPts val="0"/>
                </a:spcAft>
                <a:buNone/>
              </a:pPr>
              <a:endParaRPr>
                <a:solidFill>
                  <a:srgbClr val="19BBD5"/>
                </a:solidFill>
                <a:latin typeface="Trebuchet MS"/>
                <a:ea typeface="Trebuchet MS"/>
                <a:cs typeface="Trebuchet MS"/>
                <a:sym typeface="Trebuchet MS"/>
              </a:endParaRPr>
            </a:p>
            <a:p>
              <a:pPr marL="0" lvl="0" indent="0" algn="l" rtl="0">
                <a:lnSpc>
                  <a:spcPct val="142857"/>
                </a:lnSpc>
                <a:spcBef>
                  <a:spcPts val="400"/>
                </a:spcBef>
                <a:spcAft>
                  <a:spcPts val="0"/>
                </a:spcAft>
                <a:buClr>
                  <a:schemeClr val="dk1"/>
                </a:buClr>
                <a:buSzPts val="1100"/>
                <a:buFont typeface="Arial"/>
                <a:buNone/>
              </a:pPr>
              <a:endParaRPr sz="1050">
                <a:solidFill>
                  <a:srgbClr val="333333"/>
                </a:solidFill>
                <a:highlight>
                  <a:srgbClr val="FFFFFF"/>
                </a:highlight>
              </a:endParaRPr>
            </a:p>
            <a:p>
              <a:pPr marL="0" lvl="0" indent="0" algn="l" rtl="0">
                <a:lnSpc>
                  <a:spcPct val="115000"/>
                </a:lnSpc>
                <a:spcBef>
                  <a:spcPts val="0"/>
                </a:spcBef>
                <a:spcAft>
                  <a:spcPts val="0"/>
                </a:spcAft>
                <a:buNone/>
              </a:pPr>
              <a:endParaRPr sz="800">
                <a:solidFill>
                  <a:srgbClr val="1D7E74"/>
                </a:solidFill>
                <a:latin typeface="Roboto"/>
                <a:ea typeface="Roboto"/>
                <a:cs typeface="Roboto"/>
                <a:sym typeface="Roboto"/>
              </a:endParaRPr>
            </a:p>
          </p:txBody>
        </p:sp>
      </p:grpSp>
      <p:graphicFrame>
        <p:nvGraphicFramePr>
          <p:cNvPr id="10" name="Google Shape;509;p36">
            <a:extLst>
              <a:ext uri="{FF2B5EF4-FFF2-40B4-BE49-F238E27FC236}">
                <a16:creationId xmlns:a16="http://schemas.microsoft.com/office/drawing/2014/main" id="{B74E974B-37CB-EC82-52A9-F74C42EA5ADA}"/>
              </a:ext>
            </a:extLst>
          </p:cNvPr>
          <p:cNvGraphicFramePr/>
          <p:nvPr>
            <p:extLst>
              <p:ext uri="{D42A27DB-BD31-4B8C-83A1-F6EECF244321}">
                <p14:modId xmlns:p14="http://schemas.microsoft.com/office/powerpoint/2010/main" val="3269434543"/>
              </p:ext>
            </p:extLst>
          </p:nvPr>
        </p:nvGraphicFramePr>
        <p:xfrm>
          <a:off x="1677010" y="1958596"/>
          <a:ext cx="8732090" cy="2772893"/>
        </p:xfrm>
        <a:graphic>
          <a:graphicData uri="http://schemas.openxmlformats.org/drawingml/2006/table">
            <a:tbl>
              <a:tblPr firstRow="1">
                <a:tableStyleId>{FABFCF23-3B69-468F-B69F-88F6DE6A72F2}</a:tableStyleId>
              </a:tblPr>
              <a:tblGrid>
                <a:gridCol w="1544400">
                  <a:extLst>
                    <a:ext uri="{9D8B030D-6E8A-4147-A177-3AD203B41FA5}">
                      <a16:colId xmlns:a16="http://schemas.microsoft.com/office/drawing/2014/main" val="20000"/>
                    </a:ext>
                  </a:extLst>
                </a:gridCol>
                <a:gridCol w="7187690">
                  <a:extLst>
                    <a:ext uri="{9D8B030D-6E8A-4147-A177-3AD203B41FA5}">
                      <a16:colId xmlns:a16="http://schemas.microsoft.com/office/drawing/2014/main" val="20001"/>
                    </a:ext>
                  </a:extLst>
                </a:gridCol>
              </a:tblGrid>
              <a:tr h="452381">
                <a:tc>
                  <a:txBody>
                    <a:bodyPr/>
                    <a:lstStyle/>
                    <a:p>
                      <a:pPr marL="0" lvl="0" indent="0" algn="ctr" rtl="0">
                        <a:spcBef>
                          <a:spcPts val="0"/>
                        </a:spcBef>
                        <a:spcAft>
                          <a:spcPts val="0"/>
                        </a:spcAft>
                        <a:buNone/>
                      </a:pPr>
                      <a:r>
                        <a:rPr lang="en" sz="1800">
                          <a:solidFill>
                            <a:schemeClr val="bg1"/>
                          </a:solidFill>
                          <a:sym typeface="Trebuchet MS"/>
                        </a:rPr>
                        <a:t>Annotation</a:t>
                      </a:r>
                      <a:endParaRPr sz="1800">
                        <a:solidFill>
                          <a:schemeClr val="bg1"/>
                        </a:solidFill>
                        <a:latin typeface="Trebuchet MS"/>
                        <a:ea typeface="Trebuchet MS"/>
                        <a:cs typeface="Trebuchet MS"/>
                        <a:sym typeface="Trebuchet MS"/>
                      </a:endParaRPr>
                    </a:p>
                  </a:txBody>
                  <a:tcPr marL="91425" marR="91425" marT="91425" marB="91425"/>
                </a:tc>
                <a:tc>
                  <a:txBody>
                    <a:bodyPr/>
                    <a:lstStyle/>
                    <a:p>
                      <a:pPr marL="0" lvl="0" indent="0" algn="ctr" rtl="0">
                        <a:spcBef>
                          <a:spcPts val="0"/>
                        </a:spcBef>
                        <a:spcAft>
                          <a:spcPts val="0"/>
                        </a:spcAft>
                        <a:buNone/>
                      </a:pPr>
                      <a:r>
                        <a:rPr lang="en" sz="1800">
                          <a:solidFill>
                            <a:schemeClr val="bg1"/>
                          </a:solidFill>
                          <a:sym typeface="Trebuchet MS"/>
                        </a:rPr>
                        <a:t>Significance</a:t>
                      </a:r>
                      <a:endParaRPr sz="1800">
                        <a:solidFill>
                          <a:schemeClr val="bg1"/>
                        </a:solidFill>
                        <a:latin typeface="Trebuchet MS"/>
                        <a:ea typeface="Trebuchet MS"/>
                        <a:cs typeface="Trebuchet MS"/>
                        <a:sym typeface="Trebuchet MS"/>
                      </a:endParaRPr>
                    </a:p>
                  </a:txBody>
                  <a:tcPr marL="91425" marR="91425" marT="91425" marB="91425"/>
                </a:tc>
                <a:extLst>
                  <a:ext uri="{0D108BD9-81ED-4DB2-BD59-A6C34878D82A}">
                    <a16:rowId xmlns:a16="http://schemas.microsoft.com/office/drawing/2014/main" val="10000"/>
                  </a:ext>
                </a:extLst>
              </a:tr>
              <a:tr h="1294997">
                <a:tc>
                  <a:txBody>
                    <a:bodyPr/>
                    <a:lstStyle/>
                    <a:p>
                      <a:pPr marL="0" lvl="0" indent="0" algn="l" rtl="0">
                        <a:spcBef>
                          <a:spcPts val="0"/>
                        </a:spcBef>
                        <a:spcAft>
                          <a:spcPts val="0"/>
                        </a:spcAft>
                        <a:buNone/>
                      </a:pPr>
                      <a:r>
                        <a:rPr lang="en-IN" sz="1800" b="1" kern="1200">
                          <a:solidFill>
                            <a:schemeClr val="accent4">
                              <a:lumMod val="75000"/>
                            </a:schemeClr>
                          </a:solidFill>
                          <a:latin typeface="+mn-lt"/>
                          <a:ea typeface="+mn-ea"/>
                          <a:cs typeface="+mn-cs"/>
                          <a:sym typeface="Trebuchet MS"/>
                        </a:rPr>
                        <a:t>@HttpPost​</a:t>
                      </a:r>
                      <a:endParaRPr sz="1800" b="1" kern="1200">
                        <a:solidFill>
                          <a:schemeClr val="accent4">
                            <a:lumMod val="75000"/>
                          </a:schemeClr>
                        </a:solidFill>
                        <a:latin typeface="+mn-lt"/>
                        <a:ea typeface="+mn-ea"/>
                        <a:cs typeface="+mn-cs"/>
                        <a:sym typeface="Trebuchet MS"/>
                      </a:endParaRPr>
                    </a:p>
                  </a:txBody>
                  <a:tcPr marL="91425" marR="91425" marT="91425" marB="91425"/>
                </a:tc>
                <a:tc>
                  <a:txBody>
                    <a:bodyPr/>
                    <a:lstStyle/>
                    <a:p>
                      <a:pPr marL="0" lvl="0" indent="0" algn="l" rtl="0">
                        <a:spcBef>
                          <a:spcPts val="0"/>
                        </a:spcBef>
                        <a:spcAft>
                          <a:spcPts val="0"/>
                        </a:spcAft>
                        <a:buNone/>
                      </a:pPr>
                      <a:r>
                        <a:rPr lang="en-US" sz="1800" kern="1200">
                          <a:solidFill>
                            <a:schemeClr val="accent4">
                              <a:lumMod val="75000"/>
                            </a:schemeClr>
                          </a:solidFill>
                          <a:latin typeface="+mn-lt"/>
                          <a:ea typeface="+mn-ea"/>
                          <a:cs typeface="+mn-cs"/>
                          <a:sym typeface="Trebuchet MS"/>
                        </a:rPr>
                        <a:t>The @HttpPost annotation is used at the method level and enables you to expose an Apex method as a REST resource. This method is called when an HTTP POST request is sent, and creates a new resource</a:t>
                      </a:r>
                      <a:r>
                        <a:rPr lang="en" sz="1800" kern="1200">
                          <a:solidFill>
                            <a:schemeClr val="accent4">
                              <a:lumMod val="75000"/>
                            </a:schemeClr>
                          </a:solidFill>
                          <a:latin typeface="+mn-lt"/>
                          <a:ea typeface="+mn-ea"/>
                          <a:cs typeface="+mn-cs"/>
                          <a:sym typeface="Trebuchet MS"/>
                        </a:rPr>
                        <a:t>.</a:t>
                      </a:r>
                      <a:endParaRPr sz="1800" kern="1200">
                        <a:solidFill>
                          <a:schemeClr val="accent4">
                            <a:lumMod val="75000"/>
                          </a:schemeClr>
                        </a:solidFill>
                        <a:latin typeface="+mn-lt"/>
                        <a:ea typeface="+mn-ea"/>
                        <a:cs typeface="+mn-cs"/>
                      </a:endParaRPr>
                    </a:p>
                  </a:txBody>
                  <a:tcPr marL="91425" marR="91425" marT="91425" marB="91425"/>
                </a:tc>
                <a:extLst>
                  <a:ext uri="{0D108BD9-81ED-4DB2-BD59-A6C34878D82A}">
                    <a16:rowId xmlns:a16="http://schemas.microsoft.com/office/drawing/2014/main" val="10001"/>
                  </a:ext>
                </a:extLst>
              </a:tr>
              <a:tr h="1020726">
                <a:tc>
                  <a:txBody>
                    <a:bodyPr/>
                    <a:lstStyle/>
                    <a:p>
                      <a:pPr marL="0" lvl="0" indent="0" algn="l" rtl="0">
                        <a:spcBef>
                          <a:spcPts val="0"/>
                        </a:spcBef>
                        <a:spcAft>
                          <a:spcPts val="0"/>
                        </a:spcAft>
                        <a:buNone/>
                      </a:pPr>
                      <a:r>
                        <a:rPr lang="en" sz="1800" b="1" kern="1200">
                          <a:solidFill>
                            <a:schemeClr val="accent4">
                              <a:lumMod val="75000"/>
                            </a:schemeClr>
                          </a:solidFill>
                          <a:latin typeface="+mn-lt"/>
                          <a:ea typeface="+mn-ea"/>
                          <a:cs typeface="+mn-cs"/>
                          <a:sym typeface="Trebuchet MS"/>
                        </a:rPr>
                        <a:t>@</a:t>
                      </a:r>
                      <a:r>
                        <a:rPr lang="en-IN" sz="1800" b="1" kern="1200" err="1">
                          <a:solidFill>
                            <a:schemeClr val="accent4">
                              <a:lumMod val="75000"/>
                            </a:schemeClr>
                          </a:solidFill>
                          <a:latin typeface="+mn-lt"/>
                          <a:ea typeface="+mn-ea"/>
                          <a:cs typeface="+mn-cs"/>
                          <a:sym typeface="Trebuchet MS"/>
                        </a:rPr>
                        <a:t>HttpPut</a:t>
                      </a:r>
                      <a:endParaRPr sz="1800" b="1" kern="1200">
                        <a:solidFill>
                          <a:schemeClr val="accent4">
                            <a:lumMod val="75000"/>
                          </a:schemeClr>
                        </a:solidFill>
                        <a:latin typeface="+mn-lt"/>
                        <a:ea typeface="+mn-ea"/>
                        <a:cs typeface="+mn-cs"/>
                        <a:sym typeface="Trebuchet MS"/>
                      </a:endParaRPr>
                    </a:p>
                  </a:txBody>
                  <a:tcPr marL="91425" marR="91425" marT="91425" marB="91425"/>
                </a:tc>
                <a:tc>
                  <a:txBody>
                    <a:bodyPr/>
                    <a:lstStyle/>
                    <a:p>
                      <a:pPr marL="0" lvl="0" indent="0" algn="l" rtl="0">
                        <a:spcBef>
                          <a:spcPts val="0"/>
                        </a:spcBef>
                        <a:spcAft>
                          <a:spcPts val="0"/>
                        </a:spcAft>
                        <a:buNone/>
                      </a:pPr>
                      <a:r>
                        <a:rPr lang="en" sz="1800" kern="1200">
                          <a:solidFill>
                            <a:schemeClr val="accent4">
                              <a:lumMod val="75000"/>
                            </a:schemeClr>
                          </a:solidFill>
                          <a:latin typeface="+mn-lt"/>
                          <a:ea typeface="+mn-ea"/>
                          <a:cs typeface="+mn-cs"/>
                          <a:sym typeface="Trebuchet MS"/>
                        </a:rPr>
                        <a:t>The </a:t>
                      </a:r>
                      <a:r>
                        <a:rPr lang="en-US" sz="1800" kern="1200">
                          <a:solidFill>
                            <a:schemeClr val="accent4">
                              <a:lumMod val="75000"/>
                            </a:schemeClr>
                          </a:solidFill>
                          <a:latin typeface="+mn-lt"/>
                          <a:ea typeface="+mn-ea"/>
                          <a:cs typeface="+mn-cs"/>
                          <a:sym typeface="Trebuchet MS"/>
                        </a:rPr>
                        <a:t>@HttpPut annotation is used at the method level and enables you to expose an Apex method as a REST resource. This method is called when an HTTP PUT request is sent, and creates or updates the specified resource</a:t>
                      </a:r>
                      <a:r>
                        <a:rPr lang="en" sz="1800" kern="1200">
                          <a:solidFill>
                            <a:schemeClr val="accent4">
                              <a:lumMod val="75000"/>
                            </a:schemeClr>
                          </a:solidFill>
                          <a:latin typeface="+mn-lt"/>
                          <a:ea typeface="+mn-ea"/>
                          <a:cs typeface="+mn-cs"/>
                          <a:sym typeface="Trebuchet MS"/>
                        </a:rPr>
                        <a:t>.</a:t>
                      </a:r>
                      <a:endParaRPr sz="1800" kern="1200">
                        <a:solidFill>
                          <a:schemeClr val="accent4">
                            <a:lumMod val="75000"/>
                          </a:schemeClr>
                        </a:solidFill>
                        <a:latin typeface="+mn-lt"/>
                        <a:ea typeface="+mn-ea"/>
                        <a:cs typeface="+mn-cs"/>
                        <a:sym typeface="Trebuchet MS"/>
                      </a:endParaRPr>
                    </a:p>
                  </a:txBody>
                  <a:tcPr marL="91425" marR="91425" marT="91425" marB="91425"/>
                </a:tc>
                <a:extLst>
                  <a:ext uri="{0D108BD9-81ED-4DB2-BD59-A6C34878D82A}">
                    <a16:rowId xmlns:a16="http://schemas.microsoft.com/office/drawing/2014/main" val="812905573"/>
                  </a:ext>
                </a:extLst>
              </a:tr>
            </a:tbl>
          </a:graphicData>
        </a:graphic>
      </p:graphicFrame>
    </p:spTree>
    <p:extLst>
      <p:ext uri="{BB962C8B-B14F-4D97-AF65-F5344CB8AC3E}">
        <p14:creationId xmlns:p14="http://schemas.microsoft.com/office/powerpoint/2010/main" val="34506010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2EE42E-B11E-F8DD-E0E8-311EDD7767AE}"/>
              </a:ext>
            </a:extLst>
          </p:cNvPr>
          <p:cNvSpPr>
            <a:spLocks noGrp="1"/>
          </p:cNvSpPr>
          <p:nvPr>
            <p:ph sz="quarter" idx="11"/>
          </p:nvPr>
        </p:nvSpPr>
        <p:spPr>
          <a:xfrm>
            <a:off x="-347" y="367937"/>
            <a:ext cx="11522754" cy="4835525"/>
          </a:xfrm>
        </p:spPr>
        <p:txBody>
          <a:bodyPr lIns="91440" tIns="45720" rIns="91440" bIns="45720" anchor="t"/>
          <a:lstStyle/>
          <a:p>
            <a:pPr marL="0" indent="0">
              <a:buNone/>
            </a:pPr>
            <a:r>
              <a:rPr lang="en" sz="3000" b="1">
                <a:solidFill>
                  <a:srgbClr val="19BBD5"/>
                </a:solidFill>
                <a:latin typeface="Trebuchet MS"/>
                <a:cs typeface="Calibri"/>
              </a:rPr>
              <a:t>                 </a:t>
            </a:r>
            <a:endParaRPr lang="en-US" sz="4000">
              <a:solidFill>
                <a:srgbClr val="404040"/>
              </a:solidFill>
            </a:endParaRPr>
          </a:p>
          <a:p>
            <a:pPr marL="0" indent="0">
              <a:buNone/>
            </a:pPr>
            <a:endParaRPr lang="en" sz="4000" b="1">
              <a:solidFill>
                <a:srgbClr val="19BBD5"/>
              </a:solidFill>
              <a:latin typeface="Trebuchet MS"/>
              <a:cs typeface="Calibri"/>
            </a:endParaRPr>
          </a:p>
          <a:p>
            <a:pPr marL="0" indent="0">
              <a:buNone/>
            </a:pPr>
            <a:r>
              <a:rPr lang="en" sz="4000" b="1">
                <a:solidFill>
                  <a:srgbClr val="19BBD5"/>
                </a:solidFill>
                <a:latin typeface="Trebuchet MS"/>
                <a:cs typeface="Calibri"/>
              </a:rPr>
              <a:t>                 3.2  Callouts using Apex : REST</a:t>
            </a:r>
            <a:endParaRPr lang="en-US" sz="4000"/>
          </a:p>
        </p:txBody>
      </p:sp>
    </p:spTree>
    <p:extLst>
      <p:ext uri="{BB962C8B-B14F-4D97-AF65-F5344CB8AC3E}">
        <p14:creationId xmlns:p14="http://schemas.microsoft.com/office/powerpoint/2010/main" val="3217417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a:xfrm>
            <a:off x="373969" y="523185"/>
            <a:ext cx="11444061" cy="627198"/>
          </a:xfrm>
        </p:spPr>
        <p:txBody>
          <a:bodyPr/>
          <a:lstStyle/>
          <a:p>
            <a:r>
              <a:rPr lang="en-IN"/>
              <a:t> Callouts using Apex : REST​</a:t>
            </a:r>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717157"/>
            <a:ext cx="10249786" cy="3099391"/>
            <a:chOff x="1099586" y="283725"/>
            <a:chExt cx="2109464"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090832"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600"/>
                </a:spcAft>
                <a:buNone/>
              </a:pPr>
              <a:r>
                <a:rPr lang="en-IN" sz="2400" b="1">
                  <a:solidFill>
                    <a:schemeClr val="accent4">
                      <a:lumMod val="75000"/>
                    </a:schemeClr>
                  </a:solidFill>
                  <a:latin typeface="Trebuchet MS"/>
                  <a:sym typeface="Trebuchet MS"/>
                </a:rPr>
                <a:t>Invoking HTTP Callouts </a:t>
              </a:r>
              <a:endParaRPr lang="en" sz="1800" b="1">
                <a:solidFill>
                  <a:schemeClr val="accent4">
                    <a:lumMod val="75000"/>
                  </a:schemeClr>
                </a:solidFill>
                <a:latin typeface="Trebuchet MS"/>
                <a:sym typeface="Trebuchet MS"/>
              </a:endParaRPr>
            </a:p>
            <a:p>
              <a:pPr marL="127000" lvl="0" algn="l" rtl="0">
                <a:spcBef>
                  <a:spcPts val="0"/>
                </a:spcBef>
                <a:spcAft>
                  <a:spcPts val="0"/>
                </a:spcAft>
                <a:buClr>
                  <a:schemeClr val="accent4">
                    <a:lumMod val="75000"/>
                  </a:schemeClr>
                </a:buClr>
                <a:buSzPts val="1600"/>
              </a:pPr>
              <a:r>
                <a:rPr lang="en-US" sz="1600">
                  <a:solidFill>
                    <a:schemeClr val="accent4">
                      <a:lumMod val="75000"/>
                    </a:schemeClr>
                  </a:solidFill>
                  <a:latin typeface="Trebuchet MS"/>
                  <a:sym typeface="Trebuchet MS"/>
                </a:rPr>
                <a:t>Apex provides several built-in classes to work with HTTP services and create HTTP requests like GET, POST, PUT, and DELETE :</a:t>
              </a:r>
            </a:p>
            <a:p>
              <a:pPr marL="127000" lvl="0" algn="l" rtl="0">
                <a:spcBef>
                  <a:spcPts val="0"/>
                </a:spcBef>
                <a:spcAft>
                  <a:spcPts val="0"/>
                </a:spcAft>
                <a:buClr>
                  <a:schemeClr val="accent4">
                    <a:lumMod val="75000"/>
                  </a:schemeClr>
                </a:buClr>
                <a:buSzPts val="1600"/>
              </a:pPr>
              <a:endParaRPr lang="en-US" sz="1600">
                <a:solidFill>
                  <a:schemeClr val="accent4">
                    <a:lumMod val="75000"/>
                  </a:schemeClr>
                </a:solidFill>
                <a:latin typeface="Trebuchet MS"/>
                <a:sym typeface="Trebuchet MS"/>
              </a:endParaRPr>
            </a:p>
            <a:p>
              <a:pPr marL="412750" lvl="0" indent="-285750" algn="l" rtl="0">
                <a:spcBef>
                  <a:spcPts val="0"/>
                </a:spcBef>
                <a:spcAft>
                  <a:spcPts val="0"/>
                </a:spcAft>
                <a:buClr>
                  <a:schemeClr val="accent4">
                    <a:lumMod val="75000"/>
                  </a:schemeClr>
                </a:buClr>
                <a:buSzPts val="1600"/>
                <a:buFont typeface="Arial" panose="020B0604020202020204" pitchFamily="34" charset="0"/>
                <a:buChar char="•"/>
              </a:pPr>
              <a:r>
                <a:rPr lang="en-US" sz="1600">
                  <a:solidFill>
                    <a:schemeClr val="accent4">
                      <a:lumMod val="75000"/>
                    </a:schemeClr>
                  </a:solidFill>
                  <a:latin typeface="Trebuchet MS"/>
                  <a:sym typeface="Trebuchet MS"/>
                </a:rPr>
                <a:t>You can use these HTTP classes to integrate to REST-based services.</a:t>
              </a:r>
            </a:p>
            <a:p>
              <a:pPr marL="412750" lvl="0" indent="-285750" algn="l" rtl="0">
                <a:spcBef>
                  <a:spcPts val="0"/>
                </a:spcBef>
                <a:spcAft>
                  <a:spcPts val="0"/>
                </a:spcAft>
                <a:buClr>
                  <a:schemeClr val="accent4">
                    <a:lumMod val="75000"/>
                  </a:schemeClr>
                </a:buClr>
                <a:buSzPts val="1600"/>
                <a:buFont typeface="Arial" panose="020B0604020202020204" pitchFamily="34" charset="0"/>
                <a:buChar char="•"/>
              </a:pPr>
              <a:r>
                <a:rPr lang="en-US" sz="1600">
                  <a:solidFill>
                    <a:schemeClr val="accent4">
                      <a:lumMod val="75000"/>
                    </a:schemeClr>
                  </a:solidFill>
                  <a:latin typeface="Trebuchet MS"/>
                  <a:sym typeface="Trebuchet MS"/>
                </a:rPr>
                <a:t>They also allow you to integrate to SOAP-based web services as an alternate option to generating Apex code from a WSDL.</a:t>
              </a:r>
            </a:p>
            <a:p>
              <a:pPr marL="412750" lvl="0" indent="-285750" algn="l" rtl="0">
                <a:spcBef>
                  <a:spcPts val="0"/>
                </a:spcBef>
                <a:spcAft>
                  <a:spcPts val="0"/>
                </a:spcAft>
                <a:buClr>
                  <a:schemeClr val="accent4">
                    <a:lumMod val="75000"/>
                  </a:schemeClr>
                </a:buClr>
                <a:buSzPts val="1600"/>
                <a:buFont typeface="Arial" panose="020B0604020202020204" pitchFamily="34" charset="0"/>
                <a:buChar char="•"/>
              </a:pPr>
              <a:r>
                <a:rPr lang="en-US" sz="1600">
                  <a:solidFill>
                    <a:schemeClr val="accent4">
                      <a:lumMod val="75000"/>
                    </a:schemeClr>
                  </a:solidFill>
                  <a:latin typeface="Trebuchet MS"/>
                  <a:sym typeface="Trebuchet MS"/>
                </a:rPr>
                <a:t>By using the HTTP classes, instead of starting with a WSDL, you take on more responsibility for handling the construction of the SOAP message for the request and response.</a:t>
              </a:r>
            </a:p>
            <a:p>
              <a:pPr marL="457200" lvl="0" indent="0" algn="l" rtl="0">
                <a:spcBef>
                  <a:spcPts val="0"/>
                </a:spcBef>
                <a:spcAft>
                  <a:spcPts val="0"/>
                </a:spcAft>
                <a:buNone/>
              </a:pPr>
              <a:endParaRPr lang="en" sz="1600">
                <a:solidFill>
                  <a:schemeClr val="accent4">
                    <a:lumMod val="75000"/>
                  </a:schemeClr>
                </a:solidFill>
                <a:latin typeface="Trebuchet MS"/>
                <a:sym typeface="Trebuchet MS"/>
              </a:endParaRPr>
            </a:p>
          </p:txBody>
        </p:sp>
      </p:grpSp>
    </p:spTree>
    <p:extLst>
      <p:ext uri="{BB962C8B-B14F-4D97-AF65-F5344CB8AC3E}">
        <p14:creationId xmlns:p14="http://schemas.microsoft.com/office/powerpoint/2010/main" val="3015560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255181"/>
            <a:ext cx="10250695" cy="6368666"/>
            <a:chOff x="1099586" y="283725"/>
            <a:chExt cx="2109651"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109651" cy="36339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600"/>
                </a:spcAft>
                <a:buNone/>
              </a:pPr>
              <a:r>
                <a:rPr lang="en-IN" sz="2400" b="1">
                  <a:solidFill>
                    <a:schemeClr val="accent4">
                      <a:lumMod val="75000"/>
                    </a:schemeClr>
                  </a:solidFill>
                  <a:latin typeface="Trebuchet MS"/>
                  <a:sym typeface="Trebuchet MS"/>
                </a:rPr>
                <a:t>Invoking HTTP Callouts </a:t>
              </a:r>
              <a:endParaRPr lang="en" sz="2400" b="1">
                <a:solidFill>
                  <a:schemeClr val="accent4">
                    <a:lumMod val="75000"/>
                  </a:schemeClr>
                </a:solidFill>
                <a:latin typeface="Trebuchet MS"/>
              </a:endParaRPr>
            </a:p>
            <a:p>
              <a:r>
                <a:rPr lang="en-IN">
                  <a:solidFill>
                    <a:schemeClr val="accent4">
                      <a:lumMod val="75000"/>
                    </a:schemeClr>
                  </a:solidFill>
                  <a:sym typeface="Trebuchet MS"/>
                </a:rPr>
                <a:t> public static String </a:t>
              </a:r>
              <a:r>
                <a:rPr lang="en-IN" err="1">
                  <a:solidFill>
                    <a:schemeClr val="accent4">
                      <a:lumMod val="75000"/>
                    </a:schemeClr>
                  </a:solidFill>
                  <a:sym typeface="Trebuchet MS"/>
                </a:rPr>
                <a:t>createAccount</a:t>
              </a:r>
              <a:r>
                <a:rPr lang="en-IN">
                  <a:solidFill>
                    <a:schemeClr val="accent4">
                      <a:lumMod val="75000"/>
                    </a:schemeClr>
                  </a:solidFill>
                  <a:sym typeface="Trebuchet MS"/>
                </a:rPr>
                <a:t>(String </a:t>
              </a:r>
              <a:r>
                <a:rPr lang="en-IN" err="1">
                  <a:solidFill>
                    <a:schemeClr val="accent4">
                      <a:lumMod val="75000"/>
                    </a:schemeClr>
                  </a:solidFill>
                  <a:sym typeface="Trebuchet MS"/>
                </a:rPr>
                <a:t>accountExternalId</a:t>
              </a:r>
              <a:r>
                <a:rPr lang="en-IN">
                  <a:solidFill>
                    <a:schemeClr val="accent4">
                      <a:lumMod val="75000"/>
                    </a:schemeClr>
                  </a:solidFill>
                  <a:sym typeface="Trebuchet MS"/>
                </a:rPr>
                <a:t>) {</a:t>
              </a:r>
              <a:endParaRPr lang="en-IN">
                <a:solidFill>
                  <a:schemeClr val="accent4">
                    <a:lumMod val="75000"/>
                  </a:schemeClr>
                </a:solidFill>
              </a:endParaRPr>
            </a:p>
            <a:p>
              <a:r>
                <a:rPr lang="en-IN">
                  <a:solidFill>
                    <a:schemeClr val="accent4">
                      <a:lumMod val="75000"/>
                    </a:schemeClr>
                  </a:solidFill>
                  <a:sym typeface="Trebuchet MS"/>
                </a:rPr>
                <a:t>     Http </a:t>
              </a:r>
              <a:r>
                <a:rPr lang="en-IN" err="1">
                  <a:solidFill>
                    <a:schemeClr val="accent4">
                      <a:lumMod val="75000"/>
                    </a:schemeClr>
                  </a:solidFill>
                  <a:sym typeface="Trebuchet MS"/>
                </a:rPr>
                <a:t>http</a:t>
              </a:r>
              <a:r>
                <a:rPr lang="en-IN">
                  <a:solidFill>
                    <a:schemeClr val="accent4">
                      <a:lumMod val="75000"/>
                    </a:schemeClr>
                  </a:solidFill>
                  <a:sym typeface="Trebuchet MS"/>
                </a:rPr>
                <a:t> = new Http();</a:t>
              </a:r>
              <a:endParaRPr lang="en-IN">
                <a:solidFill>
                  <a:schemeClr val="accent4">
                    <a:lumMod val="75000"/>
                  </a:schemeClr>
                </a:solidFill>
              </a:endParaRPr>
            </a:p>
            <a:p>
              <a:r>
                <a:rPr lang="en-IN">
                  <a:solidFill>
                    <a:schemeClr val="accent4">
                      <a:lumMod val="75000"/>
                    </a:schemeClr>
                  </a:solidFill>
                  <a:sym typeface="Trebuchet MS"/>
                </a:rPr>
                <a:t>     HttpRequest request = new HttpRequest();</a:t>
              </a:r>
              <a:endParaRPr lang="en-IN">
                <a:solidFill>
                  <a:schemeClr val="accent4">
                    <a:lumMod val="75000"/>
                  </a:schemeClr>
                </a:solidFill>
              </a:endParaRPr>
            </a:p>
            <a:p>
              <a:endParaRPr lang="en-IN">
                <a:sym typeface="Trebuchet MS"/>
              </a:endParaRPr>
            </a:p>
            <a:p>
              <a:r>
                <a:rPr lang="en-IN">
                  <a:solidFill>
                    <a:schemeClr val="accent4">
                      <a:lumMod val="75000"/>
                    </a:schemeClr>
                  </a:solidFill>
                  <a:sym typeface="Trebuchet MS"/>
                </a:rPr>
                <a:t>     // Set the endpoint using Named Credential. This gets us the access &amp; refresh tokens.</a:t>
              </a:r>
              <a:endParaRPr lang="en-IN">
                <a:solidFill>
                  <a:schemeClr val="accent4">
                    <a:lumMod val="75000"/>
                  </a:schemeClr>
                </a:solidFill>
              </a:endParaRPr>
            </a:p>
            <a:p>
              <a:r>
                <a:rPr lang="en-IN">
                  <a:solidFill>
                    <a:schemeClr val="accent4">
                      <a:lumMod val="75000"/>
                    </a:schemeClr>
                  </a:solidFill>
                  <a:sym typeface="Trebuchet MS"/>
                </a:rPr>
                <a:t>     </a:t>
              </a:r>
              <a:r>
                <a:rPr lang="en-IN" err="1">
                  <a:solidFill>
                    <a:schemeClr val="accent4">
                      <a:lumMod val="75000"/>
                    </a:schemeClr>
                  </a:solidFill>
                  <a:sym typeface="Trebuchet MS"/>
                </a:rPr>
                <a:t>request.setEndpoint</a:t>
              </a:r>
              <a:r>
                <a:rPr lang="en-IN">
                  <a:solidFill>
                    <a:schemeClr val="accent4">
                      <a:lumMod val="75000"/>
                    </a:schemeClr>
                  </a:solidFill>
                  <a:sym typeface="Trebuchet MS"/>
                </a:rPr>
                <a:t>('</a:t>
              </a:r>
              <a:r>
                <a:rPr lang="en-IN" err="1">
                  <a:solidFill>
                    <a:schemeClr val="accent4">
                      <a:lumMod val="75000"/>
                    </a:schemeClr>
                  </a:solidFill>
                  <a:sym typeface="Trebuchet MS"/>
                </a:rPr>
                <a:t>callout:BflServerCreds</a:t>
              </a:r>
              <a:r>
                <a:rPr lang="en-IN">
                  <a:solidFill>
                    <a:schemeClr val="accent4">
                      <a:lumMod val="75000"/>
                    </a:schemeClr>
                  </a:solidFill>
                  <a:sym typeface="Trebuchet MS"/>
                </a:rPr>
                <a:t>/services/</a:t>
              </a:r>
              <a:r>
                <a:rPr lang="en-IN" err="1">
                  <a:solidFill>
                    <a:schemeClr val="accent4">
                      <a:lumMod val="75000"/>
                    </a:schemeClr>
                  </a:solidFill>
                  <a:sym typeface="Trebuchet MS"/>
                </a:rPr>
                <a:t>apexrest</a:t>
              </a:r>
              <a:r>
                <a:rPr lang="en-IN">
                  <a:solidFill>
                    <a:schemeClr val="accent4">
                      <a:lumMod val="75000"/>
                    </a:schemeClr>
                  </a:solidFill>
                  <a:sym typeface="Trebuchet MS"/>
                </a:rPr>
                <a:t>/v1.0/Accounts/');</a:t>
              </a:r>
              <a:endParaRPr lang="en-IN">
                <a:solidFill>
                  <a:schemeClr val="accent4">
                    <a:lumMod val="75000"/>
                  </a:schemeClr>
                </a:solidFill>
              </a:endParaRPr>
            </a:p>
            <a:p>
              <a:r>
                <a:rPr lang="en-IN">
                  <a:solidFill>
                    <a:schemeClr val="accent4">
                      <a:lumMod val="75000"/>
                    </a:schemeClr>
                  </a:solidFill>
                  <a:sym typeface="Trebuchet MS"/>
                </a:rPr>
                <a:t>     </a:t>
              </a:r>
              <a:r>
                <a:rPr lang="en-IN" err="1">
                  <a:solidFill>
                    <a:schemeClr val="accent4">
                      <a:lumMod val="75000"/>
                    </a:schemeClr>
                  </a:solidFill>
                  <a:sym typeface="Trebuchet MS"/>
                </a:rPr>
                <a:t>request.setMethod</a:t>
              </a:r>
              <a:r>
                <a:rPr lang="en-IN">
                  <a:solidFill>
                    <a:schemeClr val="accent4">
                      <a:lumMod val="75000"/>
                    </a:schemeClr>
                  </a:solidFill>
                  <a:sym typeface="Trebuchet MS"/>
                </a:rPr>
                <a:t>('POST');</a:t>
              </a:r>
              <a:endParaRPr lang="en-IN">
                <a:solidFill>
                  <a:schemeClr val="accent4">
                    <a:lumMod val="75000"/>
                  </a:schemeClr>
                </a:solidFill>
              </a:endParaRPr>
            </a:p>
            <a:p>
              <a:r>
                <a:rPr lang="en-IN">
                  <a:solidFill>
                    <a:schemeClr val="accent4">
                      <a:lumMod val="75000"/>
                    </a:schemeClr>
                  </a:solidFill>
                  <a:sym typeface="Trebuchet MS"/>
                </a:rPr>
                <a:t>     </a:t>
              </a:r>
              <a:r>
                <a:rPr lang="en-IN" err="1">
                  <a:solidFill>
                    <a:schemeClr val="accent4">
                      <a:lumMod val="75000"/>
                    </a:schemeClr>
                  </a:solidFill>
                  <a:sym typeface="Trebuchet MS"/>
                </a:rPr>
                <a:t>request.setHeader</a:t>
              </a:r>
              <a:r>
                <a:rPr lang="en-IN">
                  <a:solidFill>
                    <a:schemeClr val="accent4">
                      <a:lumMod val="75000"/>
                    </a:schemeClr>
                  </a:solidFill>
                  <a:sym typeface="Trebuchet MS"/>
                </a:rPr>
                <a:t>('Content-Type', 'application/</a:t>
              </a:r>
              <a:r>
                <a:rPr lang="en-IN" err="1">
                  <a:solidFill>
                    <a:schemeClr val="accent4">
                      <a:lumMod val="75000"/>
                    </a:schemeClr>
                  </a:solidFill>
                  <a:sym typeface="Trebuchet MS"/>
                </a:rPr>
                <a:t>json</a:t>
              </a:r>
              <a:r>
                <a:rPr lang="en-IN">
                  <a:solidFill>
                    <a:schemeClr val="accent4">
                      <a:lumMod val="75000"/>
                    </a:schemeClr>
                  </a:solidFill>
                  <a:sym typeface="Trebuchet MS"/>
                </a:rPr>
                <a:t>');</a:t>
              </a:r>
              <a:endParaRPr lang="en-IN">
                <a:solidFill>
                  <a:schemeClr val="accent4">
                    <a:lumMod val="75000"/>
                  </a:schemeClr>
                </a:solidFill>
              </a:endParaRPr>
            </a:p>
            <a:p>
              <a:endParaRPr lang="en-IN">
                <a:sym typeface="Trebuchet MS"/>
              </a:endParaRPr>
            </a:p>
            <a:p>
              <a:r>
                <a:rPr lang="en-IN">
                  <a:solidFill>
                    <a:schemeClr val="accent4">
                      <a:lumMod val="75000"/>
                    </a:schemeClr>
                  </a:solidFill>
                  <a:sym typeface="Trebuchet MS"/>
                </a:rPr>
                <a:t>     // Create a JSON body for the account</a:t>
              </a:r>
              <a:endParaRPr lang="en-IN">
                <a:solidFill>
                  <a:schemeClr val="accent4">
                    <a:lumMod val="75000"/>
                  </a:schemeClr>
                </a:solidFill>
              </a:endParaRPr>
            </a:p>
            <a:p>
              <a:r>
                <a:rPr lang="en-IN">
                  <a:solidFill>
                    <a:schemeClr val="accent4">
                      <a:lumMod val="75000"/>
                    </a:schemeClr>
                  </a:solidFill>
                  <a:sym typeface="Trebuchet MS"/>
                </a:rPr>
                <a:t>     String </a:t>
              </a:r>
              <a:r>
                <a:rPr lang="en-IN" err="1">
                  <a:solidFill>
                    <a:schemeClr val="accent4">
                      <a:lumMod val="75000"/>
                    </a:schemeClr>
                  </a:solidFill>
                  <a:sym typeface="Trebuchet MS"/>
                </a:rPr>
                <a:t>jsonBody</a:t>
              </a:r>
              <a:r>
                <a:rPr lang="en-IN">
                  <a:solidFill>
                    <a:schemeClr val="accent4">
                      <a:lumMod val="75000"/>
                    </a:schemeClr>
                  </a:solidFill>
                  <a:sym typeface="Trebuchet MS"/>
                </a:rPr>
                <a:t> = </a:t>
              </a:r>
              <a:r>
                <a:rPr lang="en-IN" err="1">
                  <a:solidFill>
                    <a:schemeClr val="accent4">
                      <a:lumMod val="75000"/>
                    </a:schemeClr>
                  </a:solidFill>
                  <a:sym typeface="Trebuchet MS"/>
                </a:rPr>
                <a:t>JSON.serialize</a:t>
              </a:r>
              <a:r>
                <a:rPr lang="en-IN">
                  <a:solidFill>
                    <a:schemeClr val="accent4">
                      <a:lumMod val="75000"/>
                    </a:schemeClr>
                  </a:solidFill>
                  <a:sym typeface="Trebuchet MS"/>
                </a:rPr>
                <a:t>(new Map&lt;String, String&gt; {</a:t>
              </a:r>
              <a:endParaRPr lang="en-IN">
                <a:solidFill>
                  <a:schemeClr val="accent4">
                    <a:lumMod val="75000"/>
                  </a:schemeClr>
                </a:solidFill>
              </a:endParaRPr>
            </a:p>
            <a:p>
              <a:r>
                <a:rPr lang="en-IN">
                  <a:solidFill>
                    <a:schemeClr val="accent4">
                      <a:lumMod val="75000"/>
                    </a:schemeClr>
                  </a:solidFill>
                  <a:sym typeface="Trebuchet MS"/>
                </a:rPr>
                <a:t>         '</a:t>
              </a:r>
              <a:r>
                <a:rPr lang="en-IN" err="1">
                  <a:solidFill>
                    <a:schemeClr val="accent4">
                      <a:lumMod val="75000"/>
                    </a:schemeClr>
                  </a:solidFill>
                  <a:sym typeface="Trebuchet MS"/>
                </a:rPr>
                <a:t>accountExternalId</a:t>
              </a:r>
              <a:r>
                <a:rPr lang="en-IN">
                  <a:solidFill>
                    <a:schemeClr val="accent4">
                      <a:lumMod val="75000"/>
                    </a:schemeClr>
                  </a:solidFill>
                  <a:sym typeface="Trebuchet MS"/>
                </a:rPr>
                <a:t>' =&gt; </a:t>
              </a:r>
              <a:r>
                <a:rPr lang="en-IN" err="1">
                  <a:solidFill>
                    <a:schemeClr val="accent4">
                      <a:lumMod val="75000"/>
                    </a:schemeClr>
                  </a:solidFill>
                  <a:sym typeface="Trebuchet MS"/>
                </a:rPr>
                <a:t>accountExternalId</a:t>
              </a:r>
              <a:endParaRPr lang="en-IN" err="1">
                <a:solidFill>
                  <a:schemeClr val="accent4">
                    <a:lumMod val="75000"/>
                  </a:schemeClr>
                </a:solidFill>
              </a:endParaRPr>
            </a:p>
            <a:p>
              <a:r>
                <a:rPr lang="en-IN">
                  <a:solidFill>
                    <a:schemeClr val="accent4">
                      <a:lumMod val="75000"/>
                    </a:schemeClr>
                  </a:solidFill>
                  <a:sym typeface="Trebuchet MS"/>
                </a:rPr>
                <a:t>     });</a:t>
              </a:r>
              <a:endParaRPr lang="en-IN">
                <a:solidFill>
                  <a:schemeClr val="accent4">
                    <a:lumMod val="75000"/>
                  </a:schemeClr>
                </a:solidFill>
              </a:endParaRPr>
            </a:p>
            <a:p>
              <a:r>
                <a:rPr lang="en-IN">
                  <a:solidFill>
                    <a:schemeClr val="accent4">
                      <a:lumMod val="75000"/>
                    </a:schemeClr>
                  </a:solidFill>
                  <a:sym typeface="Trebuchet MS"/>
                </a:rPr>
                <a:t>     </a:t>
              </a:r>
              <a:r>
                <a:rPr lang="en-IN" err="1">
                  <a:solidFill>
                    <a:schemeClr val="accent4">
                      <a:lumMod val="75000"/>
                    </a:schemeClr>
                  </a:solidFill>
                  <a:sym typeface="Trebuchet MS"/>
                </a:rPr>
                <a:t>request.setBody</a:t>
              </a:r>
              <a:r>
                <a:rPr lang="en-IN">
                  <a:solidFill>
                    <a:schemeClr val="accent4">
                      <a:lumMod val="75000"/>
                    </a:schemeClr>
                  </a:solidFill>
                  <a:sym typeface="Trebuchet MS"/>
                </a:rPr>
                <a:t>(</a:t>
              </a:r>
              <a:r>
                <a:rPr lang="en-IN" err="1">
                  <a:solidFill>
                    <a:schemeClr val="accent4">
                      <a:lumMod val="75000"/>
                    </a:schemeClr>
                  </a:solidFill>
                  <a:sym typeface="Trebuchet MS"/>
                </a:rPr>
                <a:t>jsonBody</a:t>
              </a:r>
              <a:r>
                <a:rPr lang="en-IN">
                  <a:solidFill>
                    <a:schemeClr val="accent4">
                      <a:lumMod val="75000"/>
                    </a:schemeClr>
                  </a:solidFill>
                  <a:sym typeface="Trebuchet MS"/>
                </a:rPr>
                <a:t>);</a:t>
              </a:r>
              <a:endParaRPr lang="en-IN">
                <a:solidFill>
                  <a:schemeClr val="accent4">
                    <a:lumMod val="75000"/>
                  </a:schemeClr>
                </a:solidFill>
              </a:endParaRPr>
            </a:p>
            <a:p>
              <a:endParaRPr lang="en-IN">
                <a:solidFill>
                  <a:schemeClr val="accent4">
                    <a:lumMod val="75000"/>
                  </a:schemeClr>
                </a:solidFill>
                <a:sym typeface="Trebuchet MS"/>
              </a:endParaRPr>
            </a:p>
            <a:p>
              <a:r>
                <a:rPr lang="en-IN">
                  <a:solidFill>
                    <a:schemeClr val="accent4">
                      <a:lumMod val="75000"/>
                    </a:schemeClr>
                  </a:solidFill>
                  <a:sym typeface="Trebuchet MS"/>
                </a:rPr>
                <a:t>     // Send the request</a:t>
              </a:r>
              <a:endParaRPr lang="en-IN">
                <a:solidFill>
                  <a:schemeClr val="accent4">
                    <a:lumMod val="75000"/>
                  </a:schemeClr>
                </a:solidFill>
              </a:endParaRPr>
            </a:p>
            <a:p>
              <a:r>
                <a:rPr lang="en-IN">
                  <a:solidFill>
                    <a:schemeClr val="accent4">
                      <a:lumMod val="75000"/>
                    </a:schemeClr>
                  </a:solidFill>
                  <a:sym typeface="Trebuchet MS"/>
                </a:rPr>
                <a:t>     </a:t>
              </a:r>
              <a:r>
                <a:rPr lang="en-IN" err="1">
                  <a:solidFill>
                    <a:schemeClr val="accent4">
                      <a:lumMod val="75000"/>
                    </a:schemeClr>
                  </a:solidFill>
                  <a:sym typeface="Trebuchet MS"/>
                </a:rPr>
                <a:t>HttpResponse</a:t>
              </a:r>
              <a:r>
                <a:rPr lang="en-IN">
                  <a:solidFill>
                    <a:schemeClr val="accent4">
                      <a:lumMod val="75000"/>
                    </a:schemeClr>
                  </a:solidFill>
                  <a:sym typeface="Trebuchet MS"/>
                </a:rPr>
                <a:t> response = </a:t>
              </a:r>
              <a:r>
                <a:rPr lang="en-IN" err="1">
                  <a:solidFill>
                    <a:schemeClr val="accent4">
                      <a:lumMod val="75000"/>
                    </a:schemeClr>
                  </a:solidFill>
                  <a:sym typeface="Trebuchet MS"/>
                </a:rPr>
                <a:t>http.send</a:t>
              </a:r>
              <a:r>
                <a:rPr lang="en-IN">
                  <a:solidFill>
                    <a:schemeClr val="accent4">
                      <a:lumMod val="75000"/>
                    </a:schemeClr>
                  </a:solidFill>
                  <a:sym typeface="Trebuchet MS"/>
                </a:rPr>
                <a:t>(request);</a:t>
              </a:r>
              <a:endParaRPr lang="en-IN">
                <a:solidFill>
                  <a:schemeClr val="accent4">
                    <a:lumMod val="75000"/>
                  </a:schemeClr>
                </a:solidFill>
              </a:endParaRPr>
            </a:p>
            <a:p>
              <a:r>
                <a:rPr lang="en-IN">
                  <a:solidFill>
                    <a:schemeClr val="accent4">
                      <a:lumMod val="75000"/>
                    </a:schemeClr>
                  </a:solidFill>
                  <a:sym typeface="Trebuchet MS"/>
                </a:rPr>
                <a:t>     if (</a:t>
              </a:r>
              <a:r>
                <a:rPr lang="en-IN" err="1">
                  <a:solidFill>
                    <a:schemeClr val="accent4">
                      <a:lumMod val="75000"/>
                    </a:schemeClr>
                  </a:solidFill>
                  <a:sym typeface="Trebuchet MS"/>
                </a:rPr>
                <a:t>response.getStatusCode</a:t>
              </a:r>
              <a:r>
                <a:rPr lang="en-IN">
                  <a:solidFill>
                    <a:schemeClr val="accent4">
                      <a:lumMod val="75000"/>
                    </a:schemeClr>
                  </a:solidFill>
                  <a:sym typeface="Trebuchet MS"/>
                </a:rPr>
                <a:t>() == 201) {</a:t>
              </a:r>
              <a:endParaRPr lang="en-IN">
                <a:solidFill>
                  <a:schemeClr val="accent4">
                    <a:lumMod val="75000"/>
                  </a:schemeClr>
                </a:solidFill>
              </a:endParaRPr>
            </a:p>
            <a:p>
              <a:r>
                <a:rPr lang="en-IN">
                  <a:solidFill>
                    <a:schemeClr val="accent4">
                      <a:lumMod val="75000"/>
                    </a:schemeClr>
                  </a:solidFill>
                  <a:sym typeface="Trebuchet MS"/>
                </a:rPr>
                <a:t>         return </a:t>
              </a:r>
              <a:r>
                <a:rPr lang="en-IN" err="1">
                  <a:solidFill>
                    <a:schemeClr val="accent4">
                      <a:lumMod val="75000"/>
                    </a:schemeClr>
                  </a:solidFill>
                  <a:sym typeface="Trebuchet MS"/>
                </a:rPr>
                <a:t>response.getBody</a:t>
              </a:r>
              <a:r>
                <a:rPr lang="en-IN">
                  <a:solidFill>
                    <a:schemeClr val="accent4">
                      <a:lumMod val="75000"/>
                    </a:schemeClr>
                  </a:solidFill>
                  <a:sym typeface="Trebuchet MS"/>
                </a:rPr>
                <a:t>();</a:t>
              </a:r>
              <a:endParaRPr lang="en-IN">
                <a:solidFill>
                  <a:schemeClr val="accent4">
                    <a:lumMod val="75000"/>
                  </a:schemeClr>
                </a:solidFill>
              </a:endParaRPr>
            </a:p>
            <a:p>
              <a:r>
                <a:rPr lang="en-IN">
                  <a:solidFill>
                    <a:schemeClr val="accent4">
                      <a:lumMod val="75000"/>
                    </a:schemeClr>
                  </a:solidFill>
                  <a:sym typeface="Trebuchet MS"/>
                </a:rPr>
                <a:t>     } else {</a:t>
              </a:r>
              <a:endParaRPr lang="en-IN">
                <a:solidFill>
                  <a:schemeClr val="accent4">
                    <a:lumMod val="75000"/>
                  </a:schemeClr>
                </a:solidFill>
              </a:endParaRPr>
            </a:p>
            <a:p>
              <a:r>
                <a:rPr lang="en-IN">
                  <a:solidFill>
                    <a:schemeClr val="accent4">
                      <a:lumMod val="75000"/>
                    </a:schemeClr>
                  </a:solidFill>
                  <a:sym typeface="Trebuchet MS"/>
                </a:rPr>
                <a:t>         return null;</a:t>
              </a:r>
              <a:endParaRPr lang="en-IN">
                <a:solidFill>
                  <a:schemeClr val="accent4">
                    <a:lumMod val="75000"/>
                  </a:schemeClr>
                </a:solidFill>
              </a:endParaRPr>
            </a:p>
            <a:p>
              <a:r>
                <a:rPr lang="en-IN">
                  <a:solidFill>
                    <a:schemeClr val="accent4">
                      <a:lumMod val="75000"/>
                    </a:schemeClr>
                  </a:solidFill>
                  <a:sym typeface="Trebuchet MS"/>
                </a:rPr>
                <a:t>     }</a:t>
              </a:r>
              <a:endParaRPr lang="en-IN">
                <a:solidFill>
                  <a:schemeClr val="accent4">
                    <a:lumMod val="75000"/>
                  </a:schemeClr>
                </a:solidFill>
              </a:endParaRPr>
            </a:p>
            <a:p>
              <a:r>
                <a:rPr lang="en-IN">
                  <a:solidFill>
                    <a:schemeClr val="accent4">
                      <a:lumMod val="75000"/>
                    </a:schemeClr>
                  </a:solidFill>
                  <a:sym typeface="Trebuchet MS"/>
                </a:rPr>
                <a:t>     }</a:t>
              </a:r>
              <a:br>
                <a:rPr lang="en-IN">
                  <a:solidFill>
                    <a:schemeClr val="accent4">
                      <a:lumMod val="75000"/>
                    </a:schemeClr>
                  </a:solidFill>
                  <a:sym typeface="Trebuchet MS"/>
                </a:rPr>
              </a:br>
              <a:r>
                <a:rPr lang="en-IN">
                  <a:solidFill>
                    <a:schemeClr val="accent4">
                      <a:lumMod val="75000"/>
                    </a:schemeClr>
                  </a:solidFill>
                  <a:sym typeface="Trebuchet MS"/>
                </a:rPr>
                <a:t> }</a:t>
              </a:r>
              <a:endParaRPr lang="en-IN">
                <a:solidFill>
                  <a:schemeClr val="accent4">
                    <a:lumMod val="75000"/>
                  </a:schemeClr>
                </a:solidFill>
              </a:endParaRPr>
            </a:p>
            <a:p>
              <a:pPr marL="457200" lvl="0" indent="0" algn="l" rtl="0">
                <a:spcBef>
                  <a:spcPts val="0"/>
                </a:spcBef>
                <a:spcAft>
                  <a:spcPts val="0"/>
                </a:spcAft>
                <a:buNone/>
              </a:pPr>
              <a:endParaRPr lang="en">
                <a:solidFill>
                  <a:schemeClr val="accent4">
                    <a:lumMod val="75000"/>
                  </a:schemeClr>
                </a:solidFill>
                <a:latin typeface="Trebuchet MS"/>
              </a:endParaRPr>
            </a:p>
          </p:txBody>
        </p:sp>
      </p:grpSp>
    </p:spTree>
    <p:extLst>
      <p:ext uri="{BB962C8B-B14F-4D97-AF65-F5344CB8AC3E}">
        <p14:creationId xmlns:p14="http://schemas.microsoft.com/office/powerpoint/2010/main" val="441955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a:xfrm>
            <a:off x="373969" y="523185"/>
            <a:ext cx="11444061" cy="627198"/>
          </a:xfrm>
        </p:spPr>
        <p:txBody>
          <a:bodyPr lIns="91440" tIns="45720" rIns="91440" bIns="45720" anchor="t"/>
          <a:lstStyle/>
          <a:p>
            <a:r>
              <a:rPr lang="en-IN">
                <a:latin typeface="Calibri"/>
                <a:cs typeface="Calibri"/>
              </a:rPr>
              <a:t> Callouts using Apex : REST Mock Class</a:t>
            </a:r>
            <a:endParaRPr lang="en-IN"/>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331078"/>
            <a:ext cx="10249786" cy="3189886"/>
            <a:chOff x="1099586" y="283725"/>
            <a:chExt cx="2109464"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090832"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0" rtl="0">
                <a:spcBef>
                  <a:spcPts val="0"/>
                </a:spcBef>
                <a:buNone/>
              </a:pPr>
              <a:endParaRPr lang="en" sz="1600">
                <a:solidFill>
                  <a:schemeClr val="accent4">
                    <a:lumMod val="75000"/>
                  </a:schemeClr>
                </a:solidFill>
                <a:latin typeface="Trebuchet MS"/>
                <a:sym typeface="Trebuchet MS"/>
              </a:endParaRPr>
            </a:p>
          </p:txBody>
        </p:sp>
      </p:grpSp>
      <p:sp>
        <p:nvSpPr>
          <p:cNvPr id="8" name="Google Shape;442;p29">
            <a:extLst>
              <a:ext uri="{FF2B5EF4-FFF2-40B4-BE49-F238E27FC236}">
                <a16:creationId xmlns:a16="http://schemas.microsoft.com/office/drawing/2014/main" id="{81D3F852-CEFD-9435-2CF7-F4A6C029CC04}"/>
              </a:ext>
            </a:extLst>
          </p:cNvPr>
          <p:cNvSpPr/>
          <p:nvPr/>
        </p:nvSpPr>
        <p:spPr>
          <a:xfrm>
            <a:off x="1195809" y="1425919"/>
            <a:ext cx="10243917" cy="24048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1600">
                <a:solidFill>
                  <a:schemeClr val="accent4">
                    <a:lumMod val="75000"/>
                  </a:schemeClr>
                </a:solidFill>
                <a:sym typeface="Trebuchet MS"/>
              </a:rPr>
              <a:t>@isTest</a:t>
            </a:r>
            <a:endParaRPr lang="en-US">
              <a:solidFill>
                <a:schemeClr val="accent4">
                  <a:lumMod val="75000"/>
                </a:schemeClr>
              </a:solidFill>
            </a:endParaRPr>
          </a:p>
          <a:p>
            <a:r>
              <a:rPr lang="en" sz="1600">
                <a:solidFill>
                  <a:schemeClr val="accent4">
                    <a:lumMod val="75000"/>
                  </a:schemeClr>
                </a:solidFill>
                <a:sym typeface="Trebuchet MS"/>
              </a:rPr>
              <a:t>public class </a:t>
            </a:r>
            <a:r>
              <a:rPr lang="en" sz="1600" err="1">
                <a:solidFill>
                  <a:schemeClr val="accent4">
                    <a:lumMod val="75000"/>
                  </a:schemeClr>
                </a:solidFill>
                <a:sym typeface="Trebuchet MS"/>
              </a:rPr>
              <a:t>AccountRestClientMock</a:t>
            </a:r>
            <a:r>
              <a:rPr lang="en" sz="1600">
                <a:solidFill>
                  <a:schemeClr val="accent4">
                    <a:lumMod val="75000"/>
                  </a:schemeClr>
                </a:solidFill>
                <a:sym typeface="Trebuchet MS"/>
              </a:rPr>
              <a:t> implements HttpCalloutMock {</a:t>
            </a:r>
            <a:endParaRPr lang="en">
              <a:solidFill>
                <a:schemeClr val="accent4">
                  <a:lumMod val="75000"/>
                </a:schemeClr>
              </a:solidFill>
            </a:endParaRPr>
          </a:p>
          <a:p>
            <a:r>
              <a:rPr lang="en" sz="1600">
                <a:solidFill>
                  <a:schemeClr val="accent4">
                    <a:lumMod val="75000"/>
                  </a:schemeClr>
                </a:solidFill>
                <a:sym typeface="Trebuchet MS"/>
              </a:rPr>
              <a:t>    public </a:t>
            </a:r>
            <a:r>
              <a:rPr lang="en" sz="1600" err="1">
                <a:solidFill>
                  <a:schemeClr val="accent4">
                    <a:lumMod val="75000"/>
                  </a:schemeClr>
                </a:solidFill>
                <a:sym typeface="Trebuchet MS"/>
              </a:rPr>
              <a:t>HTTPResponse</a:t>
            </a:r>
            <a:r>
              <a:rPr lang="en" sz="1600">
                <a:solidFill>
                  <a:schemeClr val="accent4">
                    <a:lumMod val="75000"/>
                  </a:schemeClr>
                </a:solidFill>
                <a:sym typeface="Trebuchet MS"/>
              </a:rPr>
              <a:t> respond(HTTPRequest req) {</a:t>
            </a:r>
            <a:endParaRPr lang="en">
              <a:solidFill>
                <a:schemeClr val="accent4">
                  <a:lumMod val="75000"/>
                </a:schemeClr>
              </a:solidFill>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HTTPResponse</a:t>
            </a:r>
            <a:r>
              <a:rPr lang="en" sz="1600">
                <a:solidFill>
                  <a:schemeClr val="accent4">
                    <a:lumMod val="75000"/>
                  </a:schemeClr>
                </a:solidFill>
                <a:sym typeface="Trebuchet MS"/>
              </a:rPr>
              <a:t> res = new HTTPResponse();</a:t>
            </a:r>
            <a:endParaRPr lang="en">
              <a:solidFill>
                <a:schemeClr val="accent4">
                  <a:lumMod val="75000"/>
                </a:schemeClr>
              </a:solidFill>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res.setStatusCode</a:t>
            </a:r>
            <a:r>
              <a:rPr lang="en" sz="1600">
                <a:solidFill>
                  <a:schemeClr val="accent4">
                    <a:lumMod val="75000"/>
                  </a:schemeClr>
                </a:solidFill>
                <a:sym typeface="Trebuchet MS"/>
              </a:rPr>
              <a:t>(201);</a:t>
            </a:r>
            <a:endParaRPr lang="en">
              <a:solidFill>
                <a:schemeClr val="accent4">
                  <a:lumMod val="75000"/>
                </a:schemeClr>
              </a:solidFill>
              <a:sym typeface="Trebuchet MS"/>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res.setBody</a:t>
            </a:r>
            <a:r>
              <a:rPr lang="en" sz="1600">
                <a:solidFill>
                  <a:schemeClr val="accent4">
                    <a:lumMod val="75000"/>
                  </a:schemeClr>
                </a:solidFill>
                <a:sym typeface="Trebuchet MS"/>
              </a:rPr>
              <a:t>('{"attributes":{"type":"Account","</a:t>
            </a:r>
            <a:r>
              <a:rPr lang="en" sz="1600" err="1">
                <a:solidFill>
                  <a:schemeClr val="accent4">
                    <a:lumMod val="75000"/>
                  </a:schemeClr>
                </a:solidFill>
                <a:sym typeface="Trebuchet MS"/>
              </a:rPr>
              <a:t>url</a:t>
            </a:r>
            <a:r>
              <a:rPr lang="en" sz="1600">
                <a:solidFill>
                  <a:schemeClr val="accent4">
                    <a:lumMod val="75000"/>
                  </a:schemeClr>
                </a:solidFill>
                <a:sym typeface="Trebuchet MS"/>
              </a:rPr>
              <a:t>":"/services/data/v61.0/</a:t>
            </a:r>
            <a:r>
              <a:rPr lang="en" sz="1600" err="1">
                <a:solidFill>
                  <a:schemeClr val="accent4">
                    <a:lumMod val="75000"/>
                  </a:schemeClr>
                </a:solidFill>
                <a:sym typeface="Trebuchet MS"/>
              </a:rPr>
              <a:t>sobjects</a:t>
            </a:r>
            <a:r>
              <a:rPr lang="en" sz="1600">
                <a:solidFill>
                  <a:schemeClr val="accent4">
                    <a:lumMod val="75000"/>
                  </a:schemeClr>
                </a:solidFill>
                <a:sym typeface="Trebuchet MS"/>
              </a:rPr>
              <a:t>/Account/001Qy00000VDdheIAD"},"Id":"001Qy00000VDdheIAD","Name":"Test </a:t>
            </a:r>
            <a:r>
              <a:rPr lang="en" sz="1600" err="1">
                <a:solidFill>
                  <a:schemeClr val="accent4">
                    <a:lumMod val="75000"/>
                  </a:schemeClr>
                </a:solidFill>
                <a:sym typeface="Trebuchet MS"/>
              </a:rPr>
              <a:t>Account","Website":"www.test.com</a:t>
            </a:r>
            <a:r>
              <a:rPr lang="en" sz="1600">
                <a:solidFill>
                  <a:schemeClr val="accent4">
                    <a:lumMod val="75000"/>
                  </a:schemeClr>
                </a:solidFill>
                <a:sym typeface="Trebuchet MS"/>
              </a:rPr>
              <a:t>"}'); // Simulating </a:t>
            </a:r>
            <a:r>
              <a:rPr lang="en" sz="1600" err="1">
                <a:solidFill>
                  <a:schemeClr val="accent4">
                    <a:lumMod val="75000"/>
                  </a:schemeClr>
                </a:solidFill>
                <a:sym typeface="Trebuchet MS"/>
              </a:rPr>
              <a:t>createAccount</a:t>
            </a:r>
            <a:r>
              <a:rPr lang="en" sz="1600">
                <a:solidFill>
                  <a:schemeClr val="accent4">
                    <a:lumMod val="75000"/>
                  </a:schemeClr>
                </a:solidFill>
                <a:sym typeface="Trebuchet MS"/>
              </a:rPr>
              <a:t> response</a:t>
            </a:r>
            <a:endParaRPr lang="en">
              <a:solidFill>
                <a:schemeClr val="accent4">
                  <a:lumMod val="75000"/>
                </a:schemeClr>
              </a:solidFill>
              <a:sym typeface="Trebuchet MS"/>
            </a:endParaRPr>
          </a:p>
          <a:p>
            <a:r>
              <a:rPr lang="en" sz="1600">
                <a:solidFill>
                  <a:schemeClr val="accent4">
                    <a:lumMod val="75000"/>
                  </a:schemeClr>
                </a:solidFill>
                <a:sym typeface="Trebuchet MS"/>
              </a:rPr>
              <a:t>        return res;</a:t>
            </a:r>
            <a:endParaRPr lang="en"/>
          </a:p>
          <a:p>
            <a:r>
              <a:rPr lang="en" sz="1600">
                <a:solidFill>
                  <a:schemeClr val="accent4">
                    <a:lumMod val="75000"/>
                  </a:schemeClr>
                </a:solidFill>
                <a:sym typeface="Trebuchet MS"/>
              </a:rPr>
              <a:t>    }</a:t>
            </a:r>
            <a:endParaRPr lang="en"/>
          </a:p>
          <a:p>
            <a:r>
              <a:rPr lang="en" sz="1600">
                <a:solidFill>
                  <a:schemeClr val="accent4">
                    <a:lumMod val="75000"/>
                  </a:schemeClr>
                </a:solidFill>
                <a:sym typeface="Trebuchet MS"/>
              </a:rPr>
              <a:t>}</a:t>
            </a:r>
            <a:endParaRPr lang="en-US">
              <a:solidFill>
                <a:schemeClr val="accent4">
                  <a:lumMod val="75000"/>
                </a:schemeClr>
              </a:solidFill>
            </a:endParaRPr>
          </a:p>
        </p:txBody>
      </p:sp>
    </p:spTree>
    <p:extLst>
      <p:ext uri="{BB962C8B-B14F-4D97-AF65-F5344CB8AC3E}">
        <p14:creationId xmlns:p14="http://schemas.microsoft.com/office/powerpoint/2010/main" val="3222915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a:xfrm>
            <a:off x="373969" y="523185"/>
            <a:ext cx="11444061" cy="627198"/>
          </a:xfrm>
        </p:spPr>
        <p:txBody>
          <a:bodyPr lIns="91440" tIns="45720" rIns="91440" bIns="45720" anchor="t"/>
          <a:lstStyle/>
          <a:p>
            <a:r>
              <a:rPr lang="en-IN">
                <a:latin typeface="Calibri"/>
                <a:cs typeface="Calibri"/>
              </a:rPr>
              <a:t> Callouts using Apex : REST Test Class</a:t>
            </a:r>
            <a:endParaRPr lang="en-IN"/>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148198"/>
            <a:ext cx="10249786" cy="5384446"/>
            <a:chOff x="1099586" y="283725"/>
            <a:chExt cx="2109464" cy="407640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4"/>
              <a:ext cx="2090832" cy="388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0" rtl="0">
                <a:spcBef>
                  <a:spcPts val="0"/>
                </a:spcBef>
                <a:buNone/>
              </a:pPr>
              <a:endParaRPr lang="en" sz="1600">
                <a:solidFill>
                  <a:schemeClr val="accent4">
                    <a:lumMod val="75000"/>
                  </a:schemeClr>
                </a:solidFill>
                <a:latin typeface="Trebuchet MS"/>
                <a:sym typeface="Trebuchet MS"/>
              </a:endParaRPr>
            </a:p>
          </p:txBody>
        </p:sp>
      </p:grpSp>
      <p:sp>
        <p:nvSpPr>
          <p:cNvPr id="8" name="Google Shape;442;p29">
            <a:extLst>
              <a:ext uri="{FF2B5EF4-FFF2-40B4-BE49-F238E27FC236}">
                <a16:creationId xmlns:a16="http://schemas.microsoft.com/office/drawing/2014/main" id="{81D3F852-CEFD-9435-2CF7-F4A6C029CC04}"/>
              </a:ext>
            </a:extLst>
          </p:cNvPr>
          <p:cNvSpPr/>
          <p:nvPr/>
        </p:nvSpPr>
        <p:spPr>
          <a:xfrm>
            <a:off x="1175489" y="1263359"/>
            <a:ext cx="10243917" cy="24048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1600">
                <a:solidFill>
                  <a:schemeClr val="accent4">
                    <a:lumMod val="75000"/>
                  </a:schemeClr>
                </a:solidFill>
                <a:sym typeface="Trebuchet MS"/>
              </a:rPr>
              <a:t>@isTest</a:t>
            </a:r>
            <a:endParaRPr lang="en-US">
              <a:solidFill>
                <a:schemeClr val="accent4">
                  <a:lumMod val="75000"/>
                </a:schemeClr>
              </a:solidFill>
            </a:endParaRPr>
          </a:p>
          <a:p>
            <a:r>
              <a:rPr lang="en" sz="1600">
                <a:solidFill>
                  <a:schemeClr val="accent4">
                    <a:lumMod val="75000"/>
                  </a:schemeClr>
                </a:solidFill>
                <a:sym typeface="Trebuchet MS"/>
              </a:rPr>
              <a:t>public class </a:t>
            </a:r>
            <a:r>
              <a:rPr lang="en" sz="1600" err="1">
                <a:solidFill>
                  <a:schemeClr val="accent4">
                    <a:lumMod val="75000"/>
                  </a:schemeClr>
                </a:solidFill>
                <a:sym typeface="Trebuchet MS"/>
              </a:rPr>
              <a:t>AccountRestClientTest</a:t>
            </a:r>
            <a:r>
              <a:rPr lang="en" sz="1600">
                <a:solidFill>
                  <a:schemeClr val="accent4">
                    <a:lumMod val="75000"/>
                  </a:schemeClr>
                </a:solidFill>
                <a:sym typeface="Trebuchet MS"/>
              </a:rPr>
              <a:t> {</a:t>
            </a:r>
            <a:endParaRPr lang="en">
              <a:solidFill>
                <a:schemeClr val="accent4">
                  <a:lumMod val="75000"/>
                </a:schemeClr>
              </a:solidFill>
            </a:endParaRPr>
          </a:p>
          <a:p>
            <a:endParaRPr lang="en">
              <a:solidFill>
                <a:schemeClr val="accent4">
                  <a:lumMod val="75000"/>
                </a:schemeClr>
              </a:solidFill>
              <a:sym typeface="Trebuchet MS"/>
            </a:endParaRPr>
          </a:p>
          <a:p>
            <a:r>
              <a:rPr lang="en" sz="1600">
                <a:solidFill>
                  <a:schemeClr val="accent4">
                    <a:lumMod val="75000"/>
                  </a:schemeClr>
                </a:solidFill>
                <a:sym typeface="Trebuchet MS"/>
              </a:rPr>
              <a:t>    @isTest</a:t>
            </a:r>
            <a:endParaRPr lang="en">
              <a:solidFill>
                <a:schemeClr val="accent4">
                  <a:lumMod val="75000"/>
                </a:schemeClr>
              </a:solidFill>
              <a:sym typeface="Trebuchet MS"/>
            </a:endParaRPr>
          </a:p>
          <a:p>
            <a:r>
              <a:rPr lang="en" sz="1600">
                <a:solidFill>
                  <a:schemeClr val="accent4">
                    <a:lumMod val="75000"/>
                  </a:schemeClr>
                </a:solidFill>
                <a:sym typeface="Trebuchet MS"/>
              </a:rPr>
              <a:t>    static void </a:t>
            </a:r>
            <a:r>
              <a:rPr lang="en" sz="1600" err="1">
                <a:solidFill>
                  <a:schemeClr val="accent4">
                    <a:lumMod val="75000"/>
                  </a:schemeClr>
                </a:solidFill>
                <a:sym typeface="Trebuchet MS"/>
              </a:rPr>
              <a:t>testCreateAccountWithString</a:t>
            </a:r>
            <a:r>
              <a:rPr lang="en" sz="1600">
                <a:solidFill>
                  <a:schemeClr val="accent4">
                    <a:lumMod val="75000"/>
                  </a:schemeClr>
                </a:solidFill>
                <a:sym typeface="Trebuchet MS"/>
              </a:rPr>
              <a:t>() {</a:t>
            </a:r>
            <a:endParaRPr lang="en">
              <a:solidFill>
                <a:schemeClr val="accent4">
                  <a:lumMod val="75000"/>
                </a:schemeClr>
              </a:solidFill>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Test.startTest</a:t>
            </a:r>
            <a:r>
              <a:rPr lang="en" sz="1600">
                <a:solidFill>
                  <a:schemeClr val="accent4">
                    <a:lumMod val="75000"/>
                  </a:schemeClr>
                </a:solidFill>
                <a:sym typeface="Trebuchet MS"/>
              </a:rPr>
              <a:t>();</a:t>
            </a:r>
            <a:endParaRPr lang="en">
              <a:solidFill>
                <a:schemeClr val="accent4">
                  <a:lumMod val="75000"/>
                </a:schemeClr>
              </a:solidFill>
              <a:sym typeface="Trebuchet MS"/>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AccountRestClientMock</a:t>
            </a:r>
            <a:r>
              <a:rPr lang="en" sz="1600">
                <a:solidFill>
                  <a:schemeClr val="accent4">
                    <a:lumMod val="75000"/>
                  </a:schemeClr>
                </a:solidFill>
                <a:sym typeface="Trebuchet MS"/>
              </a:rPr>
              <a:t> mock = new </a:t>
            </a:r>
            <a:r>
              <a:rPr lang="en" sz="1600" err="1">
                <a:solidFill>
                  <a:schemeClr val="accent4">
                    <a:lumMod val="75000"/>
                  </a:schemeClr>
                </a:solidFill>
                <a:sym typeface="Trebuchet MS"/>
              </a:rPr>
              <a:t>AccountRestClientMock</a:t>
            </a:r>
            <a:r>
              <a:rPr lang="en" sz="1600">
                <a:solidFill>
                  <a:schemeClr val="accent4">
                    <a:lumMod val="75000"/>
                  </a:schemeClr>
                </a:solidFill>
                <a:sym typeface="Trebuchet MS"/>
              </a:rPr>
              <a:t>();</a:t>
            </a:r>
            <a:endParaRPr lang="en">
              <a:solidFill>
                <a:schemeClr val="accent4">
                  <a:lumMod val="75000"/>
                </a:schemeClr>
              </a:solidFill>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Test.setMock</a:t>
            </a:r>
            <a:r>
              <a:rPr lang="en" sz="1600">
                <a:solidFill>
                  <a:schemeClr val="accent4">
                    <a:lumMod val="75000"/>
                  </a:schemeClr>
                </a:solidFill>
                <a:sym typeface="Trebuchet MS"/>
              </a:rPr>
              <a:t>(</a:t>
            </a:r>
            <a:r>
              <a:rPr lang="en" sz="1600" err="1">
                <a:solidFill>
                  <a:schemeClr val="accent4">
                    <a:lumMod val="75000"/>
                  </a:schemeClr>
                </a:solidFill>
                <a:sym typeface="Trebuchet MS"/>
              </a:rPr>
              <a:t>HttpCalloutMock.class</a:t>
            </a:r>
            <a:r>
              <a:rPr lang="en" sz="1600">
                <a:solidFill>
                  <a:schemeClr val="accent4">
                    <a:lumMod val="75000"/>
                  </a:schemeClr>
                </a:solidFill>
                <a:sym typeface="Trebuchet MS"/>
              </a:rPr>
              <a:t>, mock);</a:t>
            </a:r>
            <a:endParaRPr lang="en">
              <a:solidFill>
                <a:schemeClr val="accent4">
                  <a:lumMod val="75000"/>
                </a:schemeClr>
              </a:solidFill>
            </a:endParaRPr>
          </a:p>
          <a:p>
            <a:r>
              <a:rPr lang="en" sz="1600">
                <a:solidFill>
                  <a:schemeClr val="accent4">
                    <a:lumMod val="75000"/>
                  </a:schemeClr>
                </a:solidFill>
                <a:sym typeface="Trebuchet MS"/>
              </a:rPr>
              <a:t>        String response = </a:t>
            </a:r>
            <a:r>
              <a:rPr lang="en" sz="1600" err="1">
                <a:solidFill>
                  <a:schemeClr val="accent4">
                    <a:lumMod val="75000"/>
                  </a:schemeClr>
                </a:solidFill>
                <a:sym typeface="Trebuchet MS"/>
              </a:rPr>
              <a:t>AccountRestClient.createAccount</a:t>
            </a:r>
            <a:r>
              <a:rPr lang="en" sz="1600">
                <a:solidFill>
                  <a:schemeClr val="accent4">
                    <a:lumMod val="75000"/>
                  </a:schemeClr>
                </a:solidFill>
                <a:sym typeface="Trebuchet MS"/>
              </a:rPr>
              <a:t>('Test Account');   // Call the method</a:t>
            </a:r>
            <a:endParaRPr lang="en">
              <a:solidFill>
                <a:schemeClr val="accent4">
                  <a:lumMod val="75000"/>
                </a:schemeClr>
              </a:solidFill>
              <a:sym typeface="Trebuchet MS"/>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Test.stopTest</a:t>
            </a:r>
            <a:r>
              <a:rPr lang="en" sz="1600">
                <a:solidFill>
                  <a:schemeClr val="accent4">
                    <a:lumMod val="75000"/>
                  </a:schemeClr>
                </a:solidFill>
                <a:sym typeface="Trebuchet MS"/>
              </a:rPr>
              <a:t>();</a:t>
            </a:r>
            <a:endParaRPr lang="en">
              <a:solidFill>
                <a:schemeClr val="accent4">
                  <a:lumMod val="75000"/>
                </a:schemeClr>
              </a:solidFill>
              <a:sym typeface="Trebuchet MS"/>
            </a:endParaRPr>
          </a:p>
          <a:p>
            <a:endParaRPr lang="en" sz="1600">
              <a:solidFill>
                <a:schemeClr val="accent4">
                  <a:lumMod val="75000"/>
                </a:schemeClr>
              </a:solidFill>
              <a:sym typeface="Trebuchet MS"/>
            </a:endParaRPr>
          </a:p>
          <a:p>
            <a:r>
              <a:rPr lang="en" sz="1600">
                <a:solidFill>
                  <a:schemeClr val="accent4">
                    <a:lumMod val="75000"/>
                  </a:schemeClr>
                </a:solidFill>
                <a:sym typeface="Trebuchet MS"/>
              </a:rPr>
              <a:t>        // Assertion</a:t>
            </a:r>
            <a:endParaRPr lang="en">
              <a:solidFill>
                <a:schemeClr val="accent4">
                  <a:lumMod val="75000"/>
                </a:schemeClr>
              </a:solidFill>
              <a:sym typeface="Trebuchet MS"/>
            </a:endParaRPr>
          </a:p>
          <a:p>
            <a:r>
              <a:rPr lang="en" sz="1600">
                <a:solidFill>
                  <a:schemeClr val="accent4">
                    <a:lumMod val="75000"/>
                  </a:schemeClr>
                </a:solidFill>
                <a:sym typeface="Trebuchet MS"/>
              </a:rPr>
              <a:t>        </a:t>
            </a:r>
            <a:r>
              <a:rPr lang="en" sz="1600" err="1">
                <a:solidFill>
                  <a:schemeClr val="accent4">
                    <a:lumMod val="75000"/>
                  </a:schemeClr>
                </a:solidFill>
                <a:sym typeface="Trebuchet MS"/>
              </a:rPr>
              <a:t>System.assertEquals</a:t>
            </a:r>
            <a:r>
              <a:rPr lang="en" sz="1600">
                <a:solidFill>
                  <a:schemeClr val="accent4">
                    <a:lumMod val="75000"/>
                  </a:schemeClr>
                </a:solidFill>
                <a:sym typeface="Trebuchet MS"/>
              </a:rPr>
              <a:t>(</a:t>
            </a:r>
            <a:r>
              <a:rPr lang="en" sz="1600" err="1">
                <a:solidFill>
                  <a:schemeClr val="accent4">
                    <a:lumMod val="75000"/>
                  </a:schemeClr>
                </a:solidFill>
                <a:sym typeface="Trebuchet MS"/>
              </a:rPr>
              <a:t>JSON.serialize</a:t>
            </a:r>
            <a:r>
              <a:rPr lang="en" sz="1600">
                <a:solidFill>
                  <a:schemeClr val="accent4">
                    <a:lumMod val="75000"/>
                  </a:schemeClr>
                </a:solidFill>
                <a:sym typeface="Trebuchet MS"/>
              </a:rPr>
              <a:t>(new Account(</a:t>
            </a:r>
            <a:endParaRPr lang="en">
              <a:solidFill>
                <a:schemeClr val="accent4">
                  <a:lumMod val="75000"/>
                </a:schemeClr>
              </a:solidFill>
              <a:sym typeface="Trebuchet MS"/>
            </a:endParaRPr>
          </a:p>
          <a:p>
            <a:r>
              <a:rPr lang="en" sz="1600">
                <a:solidFill>
                  <a:schemeClr val="accent4">
                    <a:lumMod val="75000"/>
                  </a:schemeClr>
                </a:solidFill>
                <a:sym typeface="Trebuchet MS"/>
              </a:rPr>
              <a:t>            Id = '001Qy00000VDdheIAD', // Mock Id</a:t>
            </a:r>
            <a:endParaRPr lang="en">
              <a:solidFill>
                <a:schemeClr val="accent4">
                  <a:lumMod val="75000"/>
                </a:schemeClr>
              </a:solidFill>
              <a:sym typeface="Trebuchet MS"/>
            </a:endParaRPr>
          </a:p>
          <a:p>
            <a:r>
              <a:rPr lang="en" sz="1600">
                <a:solidFill>
                  <a:schemeClr val="accent4">
                    <a:lumMod val="75000"/>
                  </a:schemeClr>
                </a:solidFill>
                <a:sym typeface="Trebuchet MS"/>
              </a:rPr>
              <a:t>            Name = 'Test Account',</a:t>
            </a:r>
            <a:endParaRPr lang="en">
              <a:sym typeface="Trebuchet MS"/>
            </a:endParaRPr>
          </a:p>
          <a:p>
            <a:r>
              <a:rPr lang="en" sz="1600">
                <a:solidFill>
                  <a:schemeClr val="accent4">
                    <a:lumMod val="75000"/>
                  </a:schemeClr>
                </a:solidFill>
                <a:sym typeface="Trebuchet MS"/>
              </a:rPr>
              <a:t>            Website = '</a:t>
            </a:r>
            <a:r>
              <a:rPr lang="en" sz="1600">
                <a:solidFill>
                  <a:schemeClr val="accent4">
                    <a:lumMod val="75000"/>
                  </a:schemeClr>
                </a:solidFill>
                <a:sym typeface="Trebuchet MS"/>
                <a:hlinkClick r:id="rId2">
                  <a:extLst>
                    <a:ext uri="{A12FA001-AC4F-418D-AE19-62706E023703}">
                      <ahyp:hlinkClr xmlns:ahyp="http://schemas.microsoft.com/office/drawing/2018/hyperlinkcolor" val="tx"/>
                    </a:ext>
                  </a:extLst>
                </a:hlinkClick>
              </a:rPr>
              <a:t>www.test.com</a:t>
            </a:r>
            <a:r>
              <a:rPr lang="en" sz="1600">
                <a:solidFill>
                  <a:schemeClr val="accent4">
                    <a:lumMod val="75000"/>
                  </a:schemeClr>
                </a:solidFill>
                <a:sym typeface="Trebuchet MS"/>
              </a:rPr>
              <a:t>'</a:t>
            </a:r>
            <a:endParaRPr lang="en">
              <a:solidFill>
                <a:schemeClr val="accent4">
                  <a:lumMod val="75000"/>
                </a:schemeClr>
              </a:solidFill>
              <a:sym typeface="Trebuchet MS"/>
            </a:endParaRPr>
          </a:p>
          <a:p>
            <a:r>
              <a:rPr lang="en" sz="1600">
                <a:solidFill>
                  <a:schemeClr val="accent4">
                    <a:lumMod val="75000"/>
                  </a:schemeClr>
                </a:solidFill>
                <a:sym typeface="Trebuchet MS"/>
              </a:rPr>
              <a:t>        )), response, 'Unexpected response');</a:t>
            </a:r>
            <a:endParaRPr lang="en"/>
          </a:p>
          <a:p>
            <a:r>
              <a:rPr lang="en" sz="1600">
                <a:solidFill>
                  <a:schemeClr val="accent4">
                    <a:lumMod val="75000"/>
                  </a:schemeClr>
                </a:solidFill>
                <a:sym typeface="Trebuchet MS"/>
              </a:rPr>
              <a:t>        </a:t>
            </a:r>
            <a:endParaRPr lang="en" sz="1600">
              <a:solidFill>
                <a:schemeClr val="accent4">
                  <a:lumMod val="75000"/>
                </a:schemeClr>
              </a:solidFill>
            </a:endParaRPr>
          </a:p>
          <a:p>
            <a:r>
              <a:rPr lang="en" sz="1600">
                <a:solidFill>
                  <a:schemeClr val="accent4">
                    <a:lumMod val="75000"/>
                  </a:schemeClr>
                </a:solidFill>
                <a:sym typeface="Trebuchet MS"/>
              </a:rPr>
              <a:t>    }</a:t>
            </a:r>
            <a:endParaRPr lang="en">
              <a:solidFill>
                <a:schemeClr val="accent4">
                  <a:lumMod val="75000"/>
                </a:schemeClr>
              </a:solidFill>
            </a:endParaRPr>
          </a:p>
          <a:p>
            <a:r>
              <a:rPr lang="en" sz="1600">
                <a:solidFill>
                  <a:schemeClr val="accent4">
                    <a:lumMod val="75000"/>
                  </a:schemeClr>
                </a:solidFill>
                <a:sym typeface="Trebuchet MS"/>
              </a:rPr>
              <a:t>}</a:t>
            </a:r>
            <a:endParaRPr lang="en-US">
              <a:solidFill>
                <a:schemeClr val="accent4">
                  <a:lumMod val="75000"/>
                </a:schemeClr>
              </a:solidFill>
            </a:endParaRPr>
          </a:p>
        </p:txBody>
      </p:sp>
    </p:spTree>
    <p:extLst>
      <p:ext uri="{BB962C8B-B14F-4D97-AF65-F5344CB8AC3E}">
        <p14:creationId xmlns:p14="http://schemas.microsoft.com/office/powerpoint/2010/main" val="12444621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8865D4-2007-7206-8518-D45DCB086C1E}"/>
              </a:ext>
            </a:extLst>
          </p:cNvPr>
          <p:cNvSpPr>
            <a:spLocks noGrp="1"/>
          </p:cNvSpPr>
          <p:nvPr>
            <p:ph type="body" sz="quarter" idx="12"/>
          </p:nvPr>
        </p:nvSpPr>
        <p:spPr>
          <a:xfrm>
            <a:off x="373969" y="523185"/>
            <a:ext cx="11444061" cy="627198"/>
          </a:xfrm>
        </p:spPr>
        <p:txBody>
          <a:bodyPr/>
          <a:lstStyle/>
          <a:p>
            <a:r>
              <a:rPr lang="en-IN"/>
              <a:t>Apex Web services</a:t>
            </a:r>
          </a:p>
        </p:txBody>
      </p:sp>
      <p:grpSp>
        <p:nvGrpSpPr>
          <p:cNvPr id="4" name="Google Shape;560;p42">
            <a:extLst>
              <a:ext uri="{FF2B5EF4-FFF2-40B4-BE49-F238E27FC236}">
                <a16:creationId xmlns:a16="http://schemas.microsoft.com/office/drawing/2014/main" id="{7B6A8DBA-4D76-EE42-A416-D6B4220534B0}"/>
              </a:ext>
            </a:extLst>
          </p:cNvPr>
          <p:cNvGrpSpPr/>
          <p:nvPr/>
        </p:nvGrpSpPr>
        <p:grpSpPr>
          <a:xfrm>
            <a:off x="971107" y="1717157"/>
            <a:ext cx="10249786" cy="2206257"/>
            <a:chOff x="1099586" y="283725"/>
            <a:chExt cx="2109464" cy="4201310"/>
          </a:xfrm>
        </p:grpSpPr>
        <p:sp>
          <p:nvSpPr>
            <p:cNvPr id="5" name="Google Shape;561;p42">
              <a:extLst>
                <a:ext uri="{FF2B5EF4-FFF2-40B4-BE49-F238E27FC236}">
                  <a16:creationId xmlns:a16="http://schemas.microsoft.com/office/drawing/2014/main" id="{4091CABA-2E96-BB10-0540-625CF4526604}"/>
                </a:ext>
              </a:extLst>
            </p:cNvPr>
            <p:cNvSpPr/>
            <p:nvPr/>
          </p:nvSpPr>
          <p:spPr>
            <a:xfrm>
              <a:off x="1178650" y="283725"/>
              <a:ext cx="2030400" cy="4076400"/>
            </a:xfrm>
            <a:prstGeom prst="rect">
              <a:avLst/>
            </a:prstGeom>
            <a:solidFill>
              <a:schemeClr val="accent1">
                <a:lumMod val="75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562;p42">
              <a:extLst>
                <a:ext uri="{FF2B5EF4-FFF2-40B4-BE49-F238E27FC236}">
                  <a16:creationId xmlns:a16="http://schemas.microsoft.com/office/drawing/2014/main" id="{5C827011-958D-7F5A-4CE3-B9326D545475}"/>
                </a:ext>
              </a:extLst>
            </p:cNvPr>
            <p:cNvSpPr/>
            <p:nvPr/>
          </p:nvSpPr>
          <p:spPr>
            <a:xfrm>
              <a:off x="1118218" y="341776"/>
              <a:ext cx="2076300" cy="3884700"/>
            </a:xfrm>
            <a:prstGeom prst="rect">
              <a:avLst/>
            </a:prstGeom>
            <a:solidFill>
              <a:srgbClr val="FFFFFF"/>
            </a:solidFill>
            <a:ln w="19050" cap="flat" cmpd="sng">
              <a:solidFill>
                <a:srgbClr val="1D7E7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563;p42">
              <a:extLst>
                <a:ext uri="{FF2B5EF4-FFF2-40B4-BE49-F238E27FC236}">
                  <a16:creationId xmlns:a16="http://schemas.microsoft.com/office/drawing/2014/main" id="{EC63BA4B-65D4-CC3A-7F27-B8FB6FF89B5E}"/>
                </a:ext>
              </a:extLst>
            </p:cNvPr>
            <p:cNvSpPr/>
            <p:nvPr/>
          </p:nvSpPr>
          <p:spPr>
            <a:xfrm>
              <a:off x="1099586" y="408635"/>
              <a:ext cx="2090832" cy="407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1">
                <a:spcAft>
                  <a:spcPts val="600"/>
                </a:spcAft>
              </a:pPr>
              <a:r>
                <a:rPr lang="en-US" sz="1600" b="1">
                  <a:solidFill>
                    <a:schemeClr val="accent4">
                      <a:lumMod val="75000"/>
                    </a:schemeClr>
                  </a:solidFill>
                  <a:latin typeface="Trebuchet MS"/>
                  <a:sym typeface="Trebuchet MS"/>
                </a:rPr>
                <a:t>An Apex callout enables you -</a:t>
              </a:r>
            </a:p>
            <a:p>
              <a:pPr lvl="1">
                <a:spcAft>
                  <a:spcPts val="600"/>
                </a:spcAft>
              </a:pPr>
              <a:endParaRPr lang="en-US" sz="1600" b="1">
                <a:solidFill>
                  <a:schemeClr val="accent4">
                    <a:lumMod val="75000"/>
                  </a:schemeClr>
                </a:solidFill>
                <a:latin typeface="Trebuchet MS"/>
                <a:sym typeface="Trebuchet MS"/>
              </a:endParaRPr>
            </a:p>
            <a:p>
              <a:pPr marL="742950" lvl="1" indent="-285750">
                <a:spcAft>
                  <a:spcPts val="600"/>
                </a:spcAft>
                <a:buFont typeface="Arial" panose="020B0604020202020204" pitchFamily="34" charset="0"/>
                <a:buChar char="•"/>
              </a:pPr>
              <a:r>
                <a:rPr lang="en-US" sz="1600" b="1">
                  <a:solidFill>
                    <a:schemeClr val="accent4">
                      <a:lumMod val="75000"/>
                    </a:schemeClr>
                  </a:solidFill>
                  <a:latin typeface="Trebuchet MS"/>
                  <a:sym typeface="Trebuchet MS"/>
                </a:rPr>
                <a:t>To send a HTTP request from Apex code and then receiving the response.</a:t>
              </a:r>
            </a:p>
            <a:p>
              <a:pPr marL="742950" lvl="1" indent="-285750">
                <a:spcAft>
                  <a:spcPts val="600"/>
                </a:spcAft>
                <a:buFont typeface="Arial" panose="020B0604020202020204" pitchFamily="34" charset="0"/>
                <a:buChar char="•"/>
              </a:pPr>
              <a:r>
                <a:rPr lang="en-US" sz="1600" b="1">
                  <a:solidFill>
                    <a:schemeClr val="accent4">
                      <a:lumMod val="75000"/>
                    </a:schemeClr>
                  </a:solidFill>
                  <a:latin typeface="Trebuchet MS"/>
                  <a:sym typeface="Trebuchet MS"/>
                </a:rPr>
                <a:t>To tightly integrate your Apex with an external service by making a call to an external Web service.</a:t>
              </a:r>
            </a:p>
          </p:txBody>
        </p:sp>
      </p:grpSp>
    </p:spTree>
    <p:extLst>
      <p:ext uri="{BB962C8B-B14F-4D97-AF65-F5344CB8AC3E}">
        <p14:creationId xmlns:p14="http://schemas.microsoft.com/office/powerpoint/2010/main" val="3736984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AC33D7-A932-D774-0EE8-3CFE4C3BDA37}"/>
              </a:ext>
            </a:extLst>
          </p:cNvPr>
          <p:cNvSpPr>
            <a:spLocks noGrp="1"/>
          </p:cNvSpPr>
          <p:nvPr>
            <p:ph type="body" sz="quarter" idx="10"/>
          </p:nvPr>
        </p:nvSpPr>
        <p:spPr/>
        <p:txBody>
          <a:bodyPr lIns="91440" tIns="45720" rIns="91440" bIns="45720" anchor="t"/>
          <a:lstStyle/>
          <a:p>
            <a:r>
              <a:rPr lang="en-IN">
                <a:solidFill>
                  <a:schemeClr val="accent2"/>
                </a:solidFill>
                <a:latin typeface="Calibri"/>
                <a:cs typeface="Calibri"/>
              </a:rPr>
              <a:t>Any Questions ?</a:t>
            </a:r>
            <a:endParaRPr lang="en-US">
              <a:solidFill>
                <a:schemeClr val="accent2"/>
              </a:solidFill>
              <a:latin typeface="Calibri"/>
              <a:cs typeface="Calibri"/>
            </a:endParaRPr>
          </a:p>
          <a:p>
            <a:endParaRPr lang="en-US"/>
          </a:p>
        </p:txBody>
      </p:sp>
    </p:spTree>
    <p:extLst>
      <p:ext uri="{BB962C8B-B14F-4D97-AF65-F5344CB8AC3E}">
        <p14:creationId xmlns:p14="http://schemas.microsoft.com/office/powerpoint/2010/main" val="14307873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7A7838-066B-A9A9-9F2C-86621A3EC30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3837442"/>
      </p:ext>
    </p:extLst>
  </p:cSld>
  <p:clrMapOvr>
    <a:masterClrMapping/>
  </p:clrMapOvr>
</p:sld>
</file>

<file path=ppt/theme/theme1.xml><?xml version="1.0" encoding="utf-8"?>
<a:theme xmlns:a="http://schemas.openxmlformats.org/drawingml/2006/main" name="Cover and End Slide Master">
  <a:themeElements>
    <a:clrScheme name="Test1">
      <a:dk1>
        <a:sysClr val="windowText" lastClr="000000"/>
      </a:dk1>
      <a:lt1>
        <a:sysClr val="window" lastClr="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Test1">
      <a:dk1>
        <a:sysClr val="windowText" lastClr="000000"/>
      </a:dk1>
      <a:lt1>
        <a:sysClr val="window" lastClr="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dab33a2-3426-4df1-aeb3-da106cc11362">
      <Terms xmlns="http://schemas.microsoft.com/office/infopath/2007/PartnerControls"/>
    </lcf76f155ced4ddcb4097134ff3c332f>
    <TaxCatchAll xmlns="b7344c0c-05a4-4c29-b46a-b10958ceeff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472838459BBD64385CD2F40386C567F" ma:contentTypeVersion="13" ma:contentTypeDescription="Create a new document." ma:contentTypeScope="" ma:versionID="a1e738963b02d2357a25c24de22c504c">
  <xsd:schema xmlns:xsd="http://www.w3.org/2001/XMLSchema" xmlns:xs="http://www.w3.org/2001/XMLSchema" xmlns:p="http://schemas.microsoft.com/office/2006/metadata/properties" xmlns:ns2="0dab33a2-3426-4df1-aeb3-da106cc11362" xmlns:ns3="b7344c0c-05a4-4c29-b46a-b10958ceeffc" targetNamespace="http://schemas.microsoft.com/office/2006/metadata/properties" ma:root="true" ma:fieldsID="b5b1afaab406d47f6c6a7130c3b1fa6b" ns2:_="" ns3:_="">
    <xsd:import namespace="0dab33a2-3426-4df1-aeb3-da106cc11362"/>
    <xsd:import namespace="b7344c0c-05a4-4c29-b46a-b10958ceef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ab33a2-3426-4df1-aeb3-da106cc113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ab39e78-2f50-40ad-9103-f4aa2192ce9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344c0c-05a4-4c29-b46a-b10958ceeff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88ba81c-112d-44cd-a1c5-92790c1b0ece}" ma:internalName="TaxCatchAll" ma:showField="CatchAllData" ma:web="b7344c0c-05a4-4c29-b46a-b10958ceef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371A94-AF7D-460B-BC7D-4D21181A3171}">
  <ds:schemaRefs>
    <ds:schemaRef ds:uri="http://schemas.microsoft.com/office/2006/metadata/properties"/>
    <ds:schemaRef ds:uri="http://schemas.microsoft.com/office/infopath/2007/PartnerControls"/>
    <ds:schemaRef ds:uri="0dab33a2-3426-4df1-aeb3-da106cc11362"/>
    <ds:schemaRef ds:uri="b7344c0c-05a4-4c29-b46a-b10958ceeffc"/>
  </ds:schemaRefs>
</ds:datastoreItem>
</file>

<file path=customXml/itemProps2.xml><?xml version="1.0" encoding="utf-8"?>
<ds:datastoreItem xmlns:ds="http://schemas.openxmlformats.org/officeDocument/2006/customXml" ds:itemID="{24B3F4CF-8BC5-4A5B-98A7-B1B1C8A16BEC}">
  <ds:schemaRefs>
    <ds:schemaRef ds:uri="http://schemas.microsoft.com/sharepoint/v3/contenttype/forms"/>
  </ds:schemaRefs>
</ds:datastoreItem>
</file>

<file path=customXml/itemProps3.xml><?xml version="1.0" encoding="utf-8"?>
<ds:datastoreItem xmlns:ds="http://schemas.openxmlformats.org/officeDocument/2006/customXml" ds:itemID="{1493E99A-5F7A-48B8-9811-A82D665E08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ab33a2-3426-4df1-aeb3-da106cc11362"/>
    <ds:schemaRef ds:uri="b7344c0c-05a4-4c29-b46a-b10958ceef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38</Slides>
  <Notes>0</Notes>
  <HiddenSlides>0</HiddenSlides>
  <ScaleCrop>false</ScaleCrop>
  <HeadingPairs>
    <vt:vector size="4" baseType="variant">
      <vt:variant>
        <vt:lpstr>Theme</vt:lpstr>
      </vt:variant>
      <vt:variant>
        <vt:i4>2</vt:i4>
      </vt:variant>
      <vt:variant>
        <vt:lpstr>Slide Titles</vt:lpstr>
      </vt:variant>
      <vt:variant>
        <vt:i4>38</vt:i4>
      </vt:variant>
    </vt:vector>
  </HeadingPairs>
  <TitlesOfParts>
    <vt:vector size="40" baseType="lpstr">
      <vt:lpstr>Cover and End Slide Master</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5</cp:revision>
  <dcterms:created xsi:type="dcterms:W3CDTF">2022-11-23T16:59:16Z</dcterms:created>
  <dcterms:modified xsi:type="dcterms:W3CDTF">2026-10-06T07:41:17Z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0x010100F472838459BBD64385CD2F40386C567F</vt:lpwstr>
  </property>
</Properties>
</file>